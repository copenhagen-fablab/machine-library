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751" r:id="rId4"/>
    <p:sldMasterId id="2147483814" r:id="rId5"/>
  </p:sldMasterIdLst>
  <p:notesMasterIdLst>
    <p:notesMasterId r:id="rId47"/>
  </p:notesMasterIdLst>
  <p:handoutMasterIdLst>
    <p:handoutMasterId r:id="rId48"/>
  </p:handoutMasterIdLst>
  <p:sldIdLst>
    <p:sldId id="256" r:id="rId6"/>
    <p:sldId id="874" r:id="rId7"/>
    <p:sldId id="908" r:id="rId8"/>
    <p:sldId id="863" r:id="rId9"/>
    <p:sldId id="868" r:id="rId10"/>
    <p:sldId id="867" r:id="rId11"/>
    <p:sldId id="870" r:id="rId12"/>
    <p:sldId id="869" r:id="rId13"/>
    <p:sldId id="871" r:id="rId14"/>
    <p:sldId id="872" r:id="rId15"/>
    <p:sldId id="875" r:id="rId16"/>
    <p:sldId id="876" r:id="rId17"/>
    <p:sldId id="877" r:id="rId18"/>
    <p:sldId id="879" r:id="rId19"/>
    <p:sldId id="880" r:id="rId20"/>
    <p:sldId id="881" r:id="rId21"/>
    <p:sldId id="882" r:id="rId22"/>
    <p:sldId id="885" r:id="rId23"/>
    <p:sldId id="883" r:id="rId24"/>
    <p:sldId id="884" r:id="rId25"/>
    <p:sldId id="886" r:id="rId26"/>
    <p:sldId id="887" r:id="rId27"/>
    <p:sldId id="888" r:id="rId28"/>
    <p:sldId id="889" r:id="rId29"/>
    <p:sldId id="903" r:id="rId30"/>
    <p:sldId id="890" r:id="rId31"/>
    <p:sldId id="891" r:id="rId32"/>
    <p:sldId id="893" r:id="rId33"/>
    <p:sldId id="900" r:id="rId34"/>
    <p:sldId id="894" r:id="rId35"/>
    <p:sldId id="895" r:id="rId36"/>
    <p:sldId id="896" r:id="rId37"/>
    <p:sldId id="897" r:id="rId38"/>
    <p:sldId id="898" r:id="rId39"/>
    <p:sldId id="899" r:id="rId40"/>
    <p:sldId id="901" r:id="rId41"/>
    <p:sldId id="902" r:id="rId42"/>
    <p:sldId id="905" r:id="rId43"/>
    <p:sldId id="904" r:id="rId44"/>
    <p:sldId id="906" r:id="rId45"/>
    <p:sldId id="907" r:id="rId46"/>
  </p:sldIdLst>
  <p:sldSz cx="12192000" cy="6858000"/>
  <p:notesSz cx="6784975" cy="9918700"/>
  <p:embeddedFontLst>
    <p:embeddedFont>
      <p:font typeface="KBH" panose="020B0604020202020204" charset="0"/>
      <p:regular r:id="rId49"/>
      <p:bold r:id="rId50"/>
      <p:italic r:id="rId51"/>
      <p:boldItalic r:id="rId52"/>
    </p:embeddedFont>
    <p:embeddedFont>
      <p:font typeface="KBH Black" panose="020B0604020202020204" charset="0"/>
      <p:bold r:id="rId53"/>
      <p:boldItalic r:id="rId54"/>
    </p:embeddedFont>
    <p:embeddedFont>
      <p:font typeface="KBH Medium" panose="020B0604020202020204" charset="0"/>
      <p:regular r:id="rId55"/>
      <p:italic r:id="rId56"/>
    </p:embeddedFont>
    <p:embeddedFont>
      <p:font typeface="KBH Tekst" panose="020B0604020202020204" charset="0"/>
      <p:regular r:id="rId57"/>
      <p:bold r:id="rId58"/>
      <p:italic r:id="rId59"/>
      <p:boldItalic r:id="rId60"/>
    </p:embeddedFont>
    <p:embeddedFont>
      <p:font typeface="Lato" panose="020F0502020204030203" pitchFamily="34" charset="0"/>
      <p:regular r:id="rId61"/>
      <p:bold r:id="rId62"/>
      <p:italic r:id="rId63"/>
      <p:boldItalic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F6B"/>
    <a:srgbClr val="003399"/>
    <a:srgbClr val="CBCCCD"/>
    <a:srgbClr val="E675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22" autoAdjust="0"/>
    <p:restoredTop sz="88523" autoAdjust="0"/>
  </p:normalViewPr>
  <p:slideViewPr>
    <p:cSldViewPr snapToGrid="0" showGuides="1">
      <p:cViewPr varScale="1">
        <p:scale>
          <a:sx n="89" d="100"/>
          <a:sy n="89" d="100"/>
        </p:scale>
        <p:origin x="102" y="678"/>
      </p:cViewPr>
      <p:guideLst/>
    </p:cSldViewPr>
  </p:slideViewPr>
  <p:notesTextViewPr>
    <p:cViewPr>
      <p:scale>
        <a:sx n="1" d="1"/>
        <a:sy n="1" d="1"/>
      </p:scale>
      <p:origin x="0" y="0"/>
    </p:cViewPr>
  </p:notesTextViewPr>
  <p:sorterViewPr>
    <p:cViewPr varScale="1">
      <p:scale>
        <a:sx n="100" d="100"/>
        <a:sy n="100" d="100"/>
      </p:scale>
      <p:origin x="0" y="-4140"/>
    </p:cViewPr>
  </p:sorterViewPr>
  <p:notesViewPr>
    <p:cSldViewPr snapToGrid="0">
      <p:cViewPr varScale="1">
        <p:scale>
          <a:sx n="81" d="100"/>
          <a:sy n="81" d="100"/>
        </p:scale>
        <p:origin x="389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font" Target="fonts/font15.fntdata"/><Relationship Id="rId68"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font" Target="fonts/font13.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56" Type="http://schemas.openxmlformats.org/officeDocument/2006/relationships/font" Target="fonts/font8.fntdata"/><Relationship Id="rId64" Type="http://schemas.openxmlformats.org/officeDocument/2006/relationships/font" Target="fonts/font16.fntdata"/><Relationship Id="rId8" Type="http://schemas.openxmlformats.org/officeDocument/2006/relationships/slide" Target="slides/slide3.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11.fntdata"/><Relationship Id="rId67"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6.fntdata"/><Relationship Id="rId62"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p:cNvSpPr>
            <a:spLocks noGrp="1"/>
          </p:cNvSpPr>
          <p:nvPr>
            <p:ph type="ftr" sz="quarter" idx="2"/>
          </p:nvPr>
        </p:nvSpPr>
        <p:spPr>
          <a:xfrm>
            <a:off x="0" y="9421045"/>
            <a:ext cx="2940156" cy="497657"/>
          </a:xfrm>
          <a:prstGeom prst="rect">
            <a:avLst/>
          </a:prstGeom>
        </p:spPr>
        <p:txBody>
          <a:bodyPr vert="horz" lIns="91321" tIns="45661" rIns="91321" bIns="45661" rtlCol="0" anchor="b"/>
          <a:lstStyle>
            <a:lvl1pPr algn="l">
              <a:defRPr sz="1200"/>
            </a:lvl1pPr>
          </a:lstStyle>
          <a:p>
            <a:endParaRPr lang="en-GB"/>
          </a:p>
        </p:txBody>
      </p:sp>
      <p:sp>
        <p:nvSpPr>
          <p:cNvPr id="7" name="Slide Number Placeholder 6"/>
          <p:cNvSpPr>
            <a:spLocks noGrp="1"/>
          </p:cNvSpPr>
          <p:nvPr>
            <p:ph type="sldNum" sz="quarter" idx="3"/>
          </p:nvPr>
        </p:nvSpPr>
        <p:spPr>
          <a:xfrm>
            <a:off x="3843250" y="9421045"/>
            <a:ext cx="2940156" cy="497657"/>
          </a:xfrm>
          <a:prstGeom prst="rect">
            <a:avLst/>
          </a:prstGeom>
        </p:spPr>
        <p:txBody>
          <a:bodyPr vert="horz" lIns="91321" tIns="45661" rIns="91321" bIns="45661" rtlCol="0" anchor="b"/>
          <a:lstStyle>
            <a:lvl1pPr algn="r">
              <a:defRPr sz="1200"/>
            </a:lvl1pPr>
          </a:lstStyle>
          <a:p>
            <a:fld id="{5D8382C0-1D05-4229-918E-CDD7B7E48B4A}" type="slidenum">
              <a:rPr lang="en-GB" smtClean="0"/>
              <a:t>‹nr.›</a:t>
            </a:fld>
            <a:endParaRPr lang="en-GB"/>
          </a:p>
        </p:txBody>
      </p:sp>
      <p:sp>
        <p:nvSpPr>
          <p:cNvPr id="8" name="Date Placeholder 7"/>
          <p:cNvSpPr>
            <a:spLocks noGrp="1"/>
          </p:cNvSpPr>
          <p:nvPr>
            <p:ph type="dt" sz="quarter" idx="1"/>
          </p:nvPr>
        </p:nvSpPr>
        <p:spPr>
          <a:xfrm>
            <a:off x="3843250" y="0"/>
            <a:ext cx="2940156" cy="497658"/>
          </a:xfrm>
          <a:prstGeom prst="rect">
            <a:avLst/>
          </a:prstGeom>
        </p:spPr>
        <p:txBody>
          <a:bodyPr vert="horz" lIns="91321" tIns="45661" rIns="91321" bIns="45661" rtlCol="0"/>
          <a:lstStyle>
            <a:lvl1pPr algn="r">
              <a:defRPr sz="1200"/>
            </a:lvl1pPr>
          </a:lstStyle>
          <a:p>
            <a:fld id="{13F6AEEE-E778-402E-8B8F-9A98AED26EB8}" type="datetimeFigureOut">
              <a:rPr lang="en-GB" smtClean="0"/>
              <a:t>19/04/2026</a:t>
            </a:fld>
            <a:endParaRPr lang="en-GB"/>
          </a:p>
        </p:txBody>
      </p:sp>
      <p:sp>
        <p:nvSpPr>
          <p:cNvPr id="9" name="Header Placeholder 8"/>
          <p:cNvSpPr>
            <a:spLocks noGrp="1"/>
          </p:cNvSpPr>
          <p:nvPr>
            <p:ph type="hdr" sz="quarter"/>
          </p:nvPr>
        </p:nvSpPr>
        <p:spPr>
          <a:xfrm>
            <a:off x="0" y="0"/>
            <a:ext cx="2940156" cy="497658"/>
          </a:xfrm>
          <a:prstGeom prst="rect">
            <a:avLst/>
          </a:prstGeom>
        </p:spPr>
        <p:txBody>
          <a:bodyPr vert="horz" lIns="91321" tIns="45661" rIns="91321" bIns="45661" rtlCol="0"/>
          <a:lstStyle>
            <a:lvl1pPr algn="l">
              <a:defRPr sz="1200"/>
            </a:lvl1pPr>
          </a:lstStyle>
          <a:p>
            <a:endParaRPr lang="en-GB"/>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Notes Placeholder 7"/>
          <p:cNvSpPr>
            <a:spLocks noGrp="1"/>
          </p:cNvSpPr>
          <p:nvPr>
            <p:ph type="body" sz="quarter" idx="3"/>
          </p:nvPr>
        </p:nvSpPr>
        <p:spPr>
          <a:xfrm>
            <a:off x="678498" y="4773374"/>
            <a:ext cx="5427980" cy="3905488"/>
          </a:xfrm>
          <a:prstGeom prst="rect">
            <a:avLst/>
          </a:prstGeom>
        </p:spPr>
        <p:txBody>
          <a:bodyPr vert="horz" lIns="91321" tIns="45661" rIns="91321" bIns="45661"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Date Placeholder 8"/>
          <p:cNvSpPr>
            <a:spLocks noGrp="1"/>
          </p:cNvSpPr>
          <p:nvPr>
            <p:ph type="dt" idx="1"/>
          </p:nvPr>
        </p:nvSpPr>
        <p:spPr>
          <a:xfrm>
            <a:off x="3843250" y="0"/>
            <a:ext cx="2940156" cy="497658"/>
          </a:xfrm>
          <a:prstGeom prst="rect">
            <a:avLst/>
          </a:prstGeom>
        </p:spPr>
        <p:txBody>
          <a:bodyPr vert="horz" lIns="91321" tIns="45661" rIns="91321" bIns="45661" rtlCol="0"/>
          <a:lstStyle>
            <a:lvl1pPr algn="r">
              <a:defRPr sz="1000"/>
            </a:lvl1pPr>
          </a:lstStyle>
          <a:p>
            <a:fld id="{1386E511-D742-4EFE-90B5-C9FC42762E0F}" type="datetimeFigureOut">
              <a:rPr lang="en-GB" smtClean="0"/>
              <a:pPr/>
              <a:t>19/04/2026</a:t>
            </a:fld>
            <a:endParaRPr lang="en-GB"/>
          </a:p>
        </p:txBody>
      </p:sp>
      <p:sp>
        <p:nvSpPr>
          <p:cNvPr id="10" name="Slide Number Placeholder 9"/>
          <p:cNvSpPr>
            <a:spLocks noGrp="1"/>
          </p:cNvSpPr>
          <p:nvPr>
            <p:ph type="sldNum" sz="quarter" idx="5"/>
          </p:nvPr>
        </p:nvSpPr>
        <p:spPr>
          <a:xfrm>
            <a:off x="3843250" y="9421045"/>
            <a:ext cx="2940156" cy="497657"/>
          </a:xfrm>
          <a:prstGeom prst="rect">
            <a:avLst/>
          </a:prstGeom>
        </p:spPr>
        <p:txBody>
          <a:bodyPr vert="horz" lIns="91321" tIns="45661" rIns="91321" bIns="45661" rtlCol="0" anchor="b"/>
          <a:lstStyle>
            <a:lvl1pPr algn="r">
              <a:defRPr sz="1000"/>
            </a:lvl1pPr>
          </a:lstStyle>
          <a:p>
            <a:fld id="{A16CFAD1-D197-4A88-B173-A6412E995EE5}" type="slidenum">
              <a:rPr lang="en-GB" smtClean="0"/>
              <a:pPr/>
              <a:t>‹nr.›</a:t>
            </a:fld>
            <a:endParaRPr lang="en-GB"/>
          </a:p>
        </p:txBody>
      </p:sp>
      <p:sp>
        <p:nvSpPr>
          <p:cNvPr id="11" name="Footer Placeholder 10"/>
          <p:cNvSpPr>
            <a:spLocks noGrp="1"/>
          </p:cNvSpPr>
          <p:nvPr>
            <p:ph type="ftr" sz="quarter" idx="4"/>
          </p:nvPr>
        </p:nvSpPr>
        <p:spPr>
          <a:xfrm>
            <a:off x="0" y="9421045"/>
            <a:ext cx="2940156" cy="497657"/>
          </a:xfrm>
          <a:prstGeom prst="rect">
            <a:avLst/>
          </a:prstGeom>
        </p:spPr>
        <p:txBody>
          <a:bodyPr vert="horz" lIns="91321" tIns="45661" rIns="91321" bIns="45661" rtlCol="0" anchor="b"/>
          <a:lstStyle>
            <a:lvl1pPr algn="l">
              <a:defRPr sz="1000"/>
            </a:lvl1pPr>
          </a:lstStyle>
          <a:p>
            <a:endParaRPr lang="en-GB"/>
          </a:p>
        </p:txBody>
      </p:sp>
      <p:sp>
        <p:nvSpPr>
          <p:cNvPr id="12" name="Slide Image Placeholder 11"/>
          <p:cNvSpPr>
            <a:spLocks noGrp="1" noRot="1" noChangeAspect="1"/>
          </p:cNvSpPr>
          <p:nvPr>
            <p:ph type="sldImg" idx="2"/>
          </p:nvPr>
        </p:nvSpPr>
        <p:spPr>
          <a:xfrm>
            <a:off x="417513" y="1239838"/>
            <a:ext cx="5949950" cy="3348037"/>
          </a:xfrm>
          <a:prstGeom prst="rect">
            <a:avLst/>
          </a:prstGeom>
          <a:noFill/>
          <a:ln w="12700">
            <a:solidFill>
              <a:prstClr val="black"/>
            </a:solidFill>
          </a:ln>
        </p:spPr>
        <p:txBody>
          <a:bodyPr vert="horz" lIns="91321" tIns="45661" rIns="91321" bIns="45661" rtlCol="0" anchor="ctr"/>
          <a:lstStyle/>
          <a:p>
            <a:endParaRPr lang="en-GB"/>
          </a:p>
        </p:txBody>
      </p:sp>
      <p:sp>
        <p:nvSpPr>
          <p:cNvPr id="13" name="Header Placeholder 12"/>
          <p:cNvSpPr>
            <a:spLocks noGrp="1"/>
          </p:cNvSpPr>
          <p:nvPr>
            <p:ph type="hdr" sz="quarter"/>
          </p:nvPr>
        </p:nvSpPr>
        <p:spPr>
          <a:xfrm>
            <a:off x="0" y="0"/>
            <a:ext cx="2940156" cy="497658"/>
          </a:xfrm>
          <a:prstGeom prst="rect">
            <a:avLst/>
          </a:prstGeom>
        </p:spPr>
        <p:txBody>
          <a:bodyPr vert="horz" lIns="91321" tIns="45661" rIns="91321" bIns="45661" rtlCol="0"/>
          <a:lstStyle>
            <a:lvl1pPr algn="l">
              <a:defRPr sz="1000"/>
            </a:lvl1pPr>
          </a:lstStyle>
          <a:p>
            <a:endParaRPr lang="en-GB"/>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E7BCA-AF7B-9CD7-8C2F-61D1C3A07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9FAB5-DCA0-6D23-D572-03FF8CE67A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699D8-0525-24E2-FA5F-679A4737F7F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2E56CD5-E6D7-BC21-2A58-784D8306C84A}"/>
              </a:ext>
            </a:extLst>
          </p:cNvPr>
          <p:cNvSpPr>
            <a:spLocks noGrp="1"/>
          </p:cNvSpPr>
          <p:nvPr>
            <p:ph type="sldNum" sz="quarter" idx="5"/>
          </p:nvPr>
        </p:nvSpPr>
        <p:spPr/>
        <p:txBody>
          <a:bodyPr/>
          <a:lstStyle/>
          <a:p>
            <a:fld id="{A16CFAD1-D197-4A88-B173-A6412E995EE5}" type="slidenum">
              <a:rPr lang="da-DK" smtClean="0"/>
              <a:pPr/>
              <a:t>2</a:t>
            </a:fld>
            <a:endParaRPr lang="da-DK" dirty="0"/>
          </a:p>
        </p:txBody>
      </p:sp>
    </p:spTree>
    <p:extLst>
      <p:ext uri="{BB962C8B-B14F-4D97-AF65-F5344CB8AC3E}">
        <p14:creationId xmlns:p14="http://schemas.microsoft.com/office/powerpoint/2010/main" val="2111579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CAA9-DABD-79C2-4B7B-630090318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6AC40-CFE6-79D4-30B9-C27AB06E2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2EF04-5906-D548-F4DA-E83D354CBD89}"/>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44CD04E-BD32-5FBD-34E5-F5A0610684B3}"/>
              </a:ext>
            </a:extLst>
          </p:cNvPr>
          <p:cNvSpPr>
            <a:spLocks noGrp="1"/>
          </p:cNvSpPr>
          <p:nvPr>
            <p:ph type="sldNum" sz="quarter" idx="5"/>
          </p:nvPr>
        </p:nvSpPr>
        <p:spPr/>
        <p:txBody>
          <a:bodyPr/>
          <a:lstStyle/>
          <a:p>
            <a:fld id="{A16CFAD1-D197-4A88-B173-A6412E995EE5}" type="slidenum">
              <a:rPr lang="da-DK" smtClean="0"/>
              <a:pPr/>
              <a:t>3</a:t>
            </a:fld>
            <a:endParaRPr lang="da-DK" dirty="0"/>
          </a:p>
        </p:txBody>
      </p:sp>
    </p:spTree>
    <p:extLst>
      <p:ext uri="{BB962C8B-B14F-4D97-AF65-F5344CB8AC3E}">
        <p14:creationId xmlns:p14="http://schemas.microsoft.com/office/powerpoint/2010/main" val="1436382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A16CFAD1-D197-4A88-B173-A6412E995EE5}" type="slidenum">
              <a:rPr lang="da-DK" smtClean="0"/>
              <a:pPr/>
              <a:t>4</a:t>
            </a:fld>
            <a:endParaRPr lang="da-DK" dirty="0"/>
          </a:p>
        </p:txBody>
      </p:sp>
    </p:spTree>
    <p:extLst>
      <p:ext uri="{BB962C8B-B14F-4D97-AF65-F5344CB8AC3E}">
        <p14:creationId xmlns:p14="http://schemas.microsoft.com/office/powerpoint/2010/main" val="4037704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BDA2B-402E-1CBB-95C8-4D5A4B628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CBD73-3011-B8EC-4CEF-C41D29F54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B9AFD7-939D-E5DA-7587-2879CDCD27C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7CBC335-9B7F-0046-8C5E-1339325A3A88}"/>
              </a:ext>
            </a:extLst>
          </p:cNvPr>
          <p:cNvSpPr>
            <a:spLocks noGrp="1"/>
          </p:cNvSpPr>
          <p:nvPr>
            <p:ph type="sldNum" sz="quarter" idx="5"/>
          </p:nvPr>
        </p:nvSpPr>
        <p:spPr/>
        <p:txBody>
          <a:bodyPr/>
          <a:lstStyle/>
          <a:p>
            <a:fld id="{A16CFAD1-D197-4A88-B173-A6412E995EE5}" type="slidenum">
              <a:rPr lang="da-DK" smtClean="0"/>
              <a:pPr/>
              <a:t>5</a:t>
            </a:fld>
            <a:endParaRPr lang="da-DK" dirty="0"/>
          </a:p>
        </p:txBody>
      </p:sp>
    </p:spTree>
    <p:extLst>
      <p:ext uri="{BB962C8B-B14F-4D97-AF65-F5344CB8AC3E}">
        <p14:creationId xmlns:p14="http://schemas.microsoft.com/office/powerpoint/2010/main" val="3662356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5251-FB6D-609F-F98D-772F705FEE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20B31-5808-8099-86B8-C5D92D4DA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73088-AD81-121F-E808-3274AC6D1F0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94446C4-E749-C47F-5BF1-0C19BA044F9E}"/>
              </a:ext>
            </a:extLst>
          </p:cNvPr>
          <p:cNvSpPr>
            <a:spLocks noGrp="1"/>
          </p:cNvSpPr>
          <p:nvPr>
            <p:ph type="sldNum" sz="quarter" idx="5"/>
          </p:nvPr>
        </p:nvSpPr>
        <p:spPr/>
        <p:txBody>
          <a:bodyPr/>
          <a:lstStyle/>
          <a:p>
            <a:fld id="{A16CFAD1-D197-4A88-B173-A6412E995EE5}" type="slidenum">
              <a:rPr lang="da-DK" smtClean="0"/>
              <a:pPr/>
              <a:t>6</a:t>
            </a:fld>
            <a:endParaRPr lang="da-DK" dirty="0"/>
          </a:p>
        </p:txBody>
      </p:sp>
    </p:spTree>
    <p:extLst>
      <p:ext uri="{BB962C8B-B14F-4D97-AF65-F5344CB8AC3E}">
        <p14:creationId xmlns:p14="http://schemas.microsoft.com/office/powerpoint/2010/main" val="409107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32A6B-0831-FE5E-F5A1-114A2B454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D0172-6A88-B1CD-9093-664D19BA5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B5945-FD08-3141-6187-314F6BAF955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5A328E8-8F12-D36E-BB5B-DA01C2637790}"/>
              </a:ext>
            </a:extLst>
          </p:cNvPr>
          <p:cNvSpPr>
            <a:spLocks noGrp="1"/>
          </p:cNvSpPr>
          <p:nvPr>
            <p:ph type="sldNum" sz="quarter" idx="5"/>
          </p:nvPr>
        </p:nvSpPr>
        <p:spPr/>
        <p:txBody>
          <a:bodyPr/>
          <a:lstStyle/>
          <a:p>
            <a:fld id="{A16CFAD1-D197-4A88-B173-A6412E995EE5}" type="slidenum">
              <a:rPr lang="da-DK" smtClean="0"/>
              <a:pPr/>
              <a:t>7</a:t>
            </a:fld>
            <a:endParaRPr lang="da-DK" dirty="0"/>
          </a:p>
        </p:txBody>
      </p:sp>
    </p:spTree>
    <p:extLst>
      <p:ext uri="{BB962C8B-B14F-4D97-AF65-F5344CB8AC3E}">
        <p14:creationId xmlns:p14="http://schemas.microsoft.com/office/powerpoint/2010/main" val="3322394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9B7A9-E4BC-4368-E741-FF598BD25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A8E83-9861-ECD6-C66E-454DAA723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B0F3B3-CF7B-87CF-623F-D817B58DED9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3DE0117D-1FE3-BF76-4059-C6B74876E379}"/>
              </a:ext>
            </a:extLst>
          </p:cNvPr>
          <p:cNvSpPr>
            <a:spLocks noGrp="1"/>
          </p:cNvSpPr>
          <p:nvPr>
            <p:ph type="sldNum" sz="quarter" idx="5"/>
          </p:nvPr>
        </p:nvSpPr>
        <p:spPr/>
        <p:txBody>
          <a:bodyPr/>
          <a:lstStyle/>
          <a:p>
            <a:fld id="{A16CFAD1-D197-4A88-B173-A6412E995EE5}" type="slidenum">
              <a:rPr lang="da-DK" smtClean="0"/>
              <a:pPr/>
              <a:t>8</a:t>
            </a:fld>
            <a:endParaRPr lang="da-DK" dirty="0"/>
          </a:p>
        </p:txBody>
      </p:sp>
    </p:spTree>
    <p:extLst>
      <p:ext uri="{BB962C8B-B14F-4D97-AF65-F5344CB8AC3E}">
        <p14:creationId xmlns:p14="http://schemas.microsoft.com/office/powerpoint/2010/main" val="2811299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94132-4FB4-025E-4914-A400C88D1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901D2-BC10-03E8-23D9-343578F54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86C2B-C70C-70D6-954D-4F3D1B202906}"/>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45252375-BDAE-956B-99F2-66D8B8EE47B5}"/>
              </a:ext>
            </a:extLst>
          </p:cNvPr>
          <p:cNvSpPr>
            <a:spLocks noGrp="1"/>
          </p:cNvSpPr>
          <p:nvPr>
            <p:ph type="sldNum" sz="quarter" idx="5"/>
          </p:nvPr>
        </p:nvSpPr>
        <p:spPr/>
        <p:txBody>
          <a:bodyPr/>
          <a:lstStyle/>
          <a:p>
            <a:fld id="{A16CFAD1-D197-4A88-B173-A6412E995EE5}" type="slidenum">
              <a:rPr lang="da-DK" smtClean="0"/>
              <a:pPr/>
              <a:t>9</a:t>
            </a:fld>
            <a:endParaRPr lang="da-DK" dirty="0"/>
          </a:p>
        </p:txBody>
      </p:sp>
    </p:spTree>
    <p:extLst>
      <p:ext uri="{BB962C8B-B14F-4D97-AF65-F5344CB8AC3E}">
        <p14:creationId xmlns:p14="http://schemas.microsoft.com/office/powerpoint/2010/main" val="290060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F6F8A-6636-32EE-270F-E190E734B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3223A-9E92-8580-BFDD-75652A434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50C68-3CA9-3737-E1B2-0726958272D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26C217A2-9E38-74E0-7EE0-174A8C9E7DB4}"/>
              </a:ext>
            </a:extLst>
          </p:cNvPr>
          <p:cNvSpPr>
            <a:spLocks noGrp="1"/>
          </p:cNvSpPr>
          <p:nvPr>
            <p:ph type="sldNum" sz="quarter" idx="5"/>
          </p:nvPr>
        </p:nvSpPr>
        <p:spPr/>
        <p:txBody>
          <a:bodyPr/>
          <a:lstStyle/>
          <a:p>
            <a:fld id="{A16CFAD1-D197-4A88-B173-A6412E995EE5}" type="slidenum">
              <a:rPr lang="da-DK" smtClean="0"/>
              <a:pPr/>
              <a:t>10</a:t>
            </a:fld>
            <a:endParaRPr lang="da-DK" dirty="0"/>
          </a:p>
        </p:txBody>
      </p:sp>
    </p:spTree>
    <p:extLst>
      <p:ext uri="{BB962C8B-B14F-4D97-AF65-F5344CB8AC3E}">
        <p14:creationId xmlns:p14="http://schemas.microsoft.com/office/powerpoint/2010/main" val="244546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AB311-F536-0512-3BD9-0C5F7CA36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0EAE0-A071-B514-AA70-792D87DBA6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6C5E-1EE2-5DEF-C792-5E90B95EB45E}"/>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B1C95A5-30FE-E041-C372-EA4B10D8FF8F}"/>
              </a:ext>
            </a:extLst>
          </p:cNvPr>
          <p:cNvSpPr>
            <a:spLocks noGrp="1"/>
          </p:cNvSpPr>
          <p:nvPr>
            <p:ph type="sldNum" sz="quarter" idx="5"/>
          </p:nvPr>
        </p:nvSpPr>
        <p:spPr/>
        <p:txBody>
          <a:bodyPr/>
          <a:lstStyle/>
          <a:p>
            <a:fld id="{A16CFAD1-D197-4A88-B173-A6412E995EE5}" type="slidenum">
              <a:rPr lang="da-DK" smtClean="0"/>
              <a:pPr/>
              <a:t>11</a:t>
            </a:fld>
            <a:endParaRPr lang="da-DK" dirty="0"/>
          </a:p>
        </p:txBody>
      </p:sp>
    </p:spTree>
    <p:extLst>
      <p:ext uri="{BB962C8B-B14F-4D97-AF65-F5344CB8AC3E}">
        <p14:creationId xmlns:p14="http://schemas.microsoft.com/office/powerpoint/2010/main" val="2795504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6D020-2D16-31BE-2B74-084C74109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54A58-B584-7D3D-5C6B-0005F7142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C5FCCA-67E3-5ED3-E005-815B44ABA1E1}"/>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7BE0E5E3-B734-5CD0-ECC5-17CF3B9A6A0B}"/>
              </a:ext>
            </a:extLst>
          </p:cNvPr>
          <p:cNvSpPr>
            <a:spLocks noGrp="1"/>
          </p:cNvSpPr>
          <p:nvPr>
            <p:ph type="sldNum" sz="quarter" idx="5"/>
          </p:nvPr>
        </p:nvSpPr>
        <p:spPr/>
        <p:txBody>
          <a:bodyPr/>
          <a:lstStyle/>
          <a:p>
            <a:fld id="{A16CFAD1-D197-4A88-B173-A6412E995EE5}" type="slidenum">
              <a:rPr lang="da-DK" smtClean="0"/>
              <a:pPr/>
              <a:t>12</a:t>
            </a:fld>
            <a:endParaRPr lang="da-DK" dirty="0"/>
          </a:p>
        </p:txBody>
      </p:sp>
    </p:spTree>
    <p:extLst>
      <p:ext uri="{BB962C8B-B14F-4D97-AF65-F5344CB8AC3E}">
        <p14:creationId xmlns:p14="http://schemas.microsoft.com/office/powerpoint/2010/main" val="2782094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6DFF9-D600-1A53-2A46-E367B0DD7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24796-C787-C397-8538-2FD6124DD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F441B6-708C-CD4A-C466-5B96C75882C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CE58B303-078A-791A-59DA-5CA072336CBC}"/>
              </a:ext>
            </a:extLst>
          </p:cNvPr>
          <p:cNvSpPr>
            <a:spLocks noGrp="1"/>
          </p:cNvSpPr>
          <p:nvPr>
            <p:ph type="sldNum" sz="quarter" idx="5"/>
          </p:nvPr>
        </p:nvSpPr>
        <p:spPr/>
        <p:txBody>
          <a:bodyPr/>
          <a:lstStyle/>
          <a:p>
            <a:fld id="{A16CFAD1-D197-4A88-B173-A6412E995EE5}" type="slidenum">
              <a:rPr lang="da-DK" smtClean="0"/>
              <a:pPr/>
              <a:t>13</a:t>
            </a:fld>
            <a:endParaRPr lang="da-DK" dirty="0"/>
          </a:p>
        </p:txBody>
      </p:sp>
    </p:spTree>
    <p:extLst>
      <p:ext uri="{BB962C8B-B14F-4D97-AF65-F5344CB8AC3E}">
        <p14:creationId xmlns:p14="http://schemas.microsoft.com/office/powerpoint/2010/main" val="4241442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3FDCC-369D-43B4-068B-41BAFCB9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A0A06-4F67-F949-331E-235B8E2A71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6CD5D-CE67-4011-C674-1D2500E6BA3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26985280-3036-7E71-8BF3-B62C581C03FC}"/>
              </a:ext>
            </a:extLst>
          </p:cNvPr>
          <p:cNvSpPr>
            <a:spLocks noGrp="1"/>
          </p:cNvSpPr>
          <p:nvPr>
            <p:ph type="sldNum" sz="quarter" idx="5"/>
          </p:nvPr>
        </p:nvSpPr>
        <p:spPr/>
        <p:txBody>
          <a:bodyPr/>
          <a:lstStyle/>
          <a:p>
            <a:fld id="{A16CFAD1-D197-4A88-B173-A6412E995EE5}" type="slidenum">
              <a:rPr lang="da-DK" smtClean="0"/>
              <a:pPr/>
              <a:t>14</a:t>
            </a:fld>
            <a:endParaRPr lang="da-DK" dirty="0"/>
          </a:p>
        </p:txBody>
      </p:sp>
    </p:spTree>
    <p:extLst>
      <p:ext uri="{BB962C8B-B14F-4D97-AF65-F5344CB8AC3E}">
        <p14:creationId xmlns:p14="http://schemas.microsoft.com/office/powerpoint/2010/main" val="3788676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671F8-C6F1-3974-36B6-5C3BCEF0E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39DA0-748C-F7A8-8AFE-C7A99560B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B401E3-E9FF-AAE0-A39B-2364D1B03E7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381EF0A-88D0-CACD-DD4B-24FB4D6F9637}"/>
              </a:ext>
            </a:extLst>
          </p:cNvPr>
          <p:cNvSpPr>
            <a:spLocks noGrp="1"/>
          </p:cNvSpPr>
          <p:nvPr>
            <p:ph type="sldNum" sz="quarter" idx="5"/>
          </p:nvPr>
        </p:nvSpPr>
        <p:spPr/>
        <p:txBody>
          <a:bodyPr/>
          <a:lstStyle/>
          <a:p>
            <a:fld id="{A16CFAD1-D197-4A88-B173-A6412E995EE5}" type="slidenum">
              <a:rPr lang="da-DK" smtClean="0"/>
              <a:pPr/>
              <a:t>15</a:t>
            </a:fld>
            <a:endParaRPr lang="da-DK" dirty="0"/>
          </a:p>
        </p:txBody>
      </p:sp>
    </p:spTree>
    <p:extLst>
      <p:ext uri="{BB962C8B-B14F-4D97-AF65-F5344CB8AC3E}">
        <p14:creationId xmlns:p14="http://schemas.microsoft.com/office/powerpoint/2010/main" val="3711302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6097F-12E9-B4D0-C099-31B7D382A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76F7D-FDEB-2BD6-F8B6-74EBC6A77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C4EA68-A52C-45B0-24DB-26E5A855D9B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F42F77CB-F4D3-90DE-56F3-0D0A68B8231E}"/>
              </a:ext>
            </a:extLst>
          </p:cNvPr>
          <p:cNvSpPr>
            <a:spLocks noGrp="1"/>
          </p:cNvSpPr>
          <p:nvPr>
            <p:ph type="sldNum" sz="quarter" idx="5"/>
          </p:nvPr>
        </p:nvSpPr>
        <p:spPr/>
        <p:txBody>
          <a:bodyPr/>
          <a:lstStyle/>
          <a:p>
            <a:fld id="{A16CFAD1-D197-4A88-B173-A6412E995EE5}" type="slidenum">
              <a:rPr lang="da-DK" smtClean="0"/>
              <a:pPr/>
              <a:t>16</a:t>
            </a:fld>
            <a:endParaRPr lang="da-DK" dirty="0"/>
          </a:p>
        </p:txBody>
      </p:sp>
    </p:spTree>
    <p:extLst>
      <p:ext uri="{BB962C8B-B14F-4D97-AF65-F5344CB8AC3E}">
        <p14:creationId xmlns:p14="http://schemas.microsoft.com/office/powerpoint/2010/main" val="3920006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374CF-C22C-8C89-A700-329A0FEE7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F3B20-7FA9-EE6F-C67F-4F95CB4A7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9FBA27-ECEB-95A1-35C0-BFA9F80A148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086464C4-61BD-EA48-E20F-4FAD191396B5}"/>
              </a:ext>
            </a:extLst>
          </p:cNvPr>
          <p:cNvSpPr>
            <a:spLocks noGrp="1"/>
          </p:cNvSpPr>
          <p:nvPr>
            <p:ph type="sldNum" sz="quarter" idx="5"/>
          </p:nvPr>
        </p:nvSpPr>
        <p:spPr/>
        <p:txBody>
          <a:bodyPr/>
          <a:lstStyle/>
          <a:p>
            <a:fld id="{A16CFAD1-D197-4A88-B173-A6412E995EE5}" type="slidenum">
              <a:rPr lang="da-DK" smtClean="0"/>
              <a:pPr/>
              <a:t>17</a:t>
            </a:fld>
            <a:endParaRPr lang="da-DK" dirty="0"/>
          </a:p>
        </p:txBody>
      </p:sp>
    </p:spTree>
    <p:extLst>
      <p:ext uri="{BB962C8B-B14F-4D97-AF65-F5344CB8AC3E}">
        <p14:creationId xmlns:p14="http://schemas.microsoft.com/office/powerpoint/2010/main" val="236137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32177-EA68-2990-62B4-ACC4A7323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AF44B-8B9D-8FEB-FEED-E8577F3E6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30FD70-5206-D457-0CAE-931F8145B96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A382648-F371-7F1C-51EF-097F5AC777B5}"/>
              </a:ext>
            </a:extLst>
          </p:cNvPr>
          <p:cNvSpPr>
            <a:spLocks noGrp="1"/>
          </p:cNvSpPr>
          <p:nvPr>
            <p:ph type="sldNum" sz="quarter" idx="5"/>
          </p:nvPr>
        </p:nvSpPr>
        <p:spPr/>
        <p:txBody>
          <a:bodyPr/>
          <a:lstStyle/>
          <a:p>
            <a:fld id="{A16CFAD1-D197-4A88-B173-A6412E995EE5}" type="slidenum">
              <a:rPr lang="da-DK" smtClean="0"/>
              <a:pPr/>
              <a:t>18</a:t>
            </a:fld>
            <a:endParaRPr lang="da-DK" dirty="0"/>
          </a:p>
        </p:txBody>
      </p:sp>
    </p:spTree>
    <p:extLst>
      <p:ext uri="{BB962C8B-B14F-4D97-AF65-F5344CB8AC3E}">
        <p14:creationId xmlns:p14="http://schemas.microsoft.com/office/powerpoint/2010/main" val="2616358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125F-DB3A-CDF8-2460-E2648122D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23561-D860-6FDA-700B-896ACC357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DD4E2-70F3-0A32-EC73-1B9E9D19BA3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43E47C6E-3B57-96C2-1183-55CA359DDC36}"/>
              </a:ext>
            </a:extLst>
          </p:cNvPr>
          <p:cNvSpPr>
            <a:spLocks noGrp="1"/>
          </p:cNvSpPr>
          <p:nvPr>
            <p:ph type="sldNum" sz="quarter" idx="5"/>
          </p:nvPr>
        </p:nvSpPr>
        <p:spPr/>
        <p:txBody>
          <a:bodyPr/>
          <a:lstStyle/>
          <a:p>
            <a:fld id="{A16CFAD1-D197-4A88-B173-A6412E995EE5}" type="slidenum">
              <a:rPr lang="da-DK" smtClean="0"/>
              <a:pPr/>
              <a:t>19</a:t>
            </a:fld>
            <a:endParaRPr lang="da-DK" dirty="0"/>
          </a:p>
        </p:txBody>
      </p:sp>
    </p:spTree>
    <p:extLst>
      <p:ext uri="{BB962C8B-B14F-4D97-AF65-F5344CB8AC3E}">
        <p14:creationId xmlns:p14="http://schemas.microsoft.com/office/powerpoint/2010/main" val="30054952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70BA-4F13-902B-2C89-4CB4D7182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7940E-74D8-F8B4-CDB4-F508C8562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5730C2-964F-7D6B-1A13-12FFA517E74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1E24AD6-D01C-8D9F-0CA3-496B9036C9CF}"/>
              </a:ext>
            </a:extLst>
          </p:cNvPr>
          <p:cNvSpPr>
            <a:spLocks noGrp="1"/>
          </p:cNvSpPr>
          <p:nvPr>
            <p:ph type="sldNum" sz="quarter" idx="5"/>
          </p:nvPr>
        </p:nvSpPr>
        <p:spPr/>
        <p:txBody>
          <a:bodyPr/>
          <a:lstStyle/>
          <a:p>
            <a:fld id="{A16CFAD1-D197-4A88-B173-A6412E995EE5}" type="slidenum">
              <a:rPr lang="da-DK" smtClean="0"/>
              <a:pPr/>
              <a:t>20</a:t>
            </a:fld>
            <a:endParaRPr lang="da-DK" dirty="0"/>
          </a:p>
        </p:txBody>
      </p:sp>
    </p:spTree>
    <p:extLst>
      <p:ext uri="{BB962C8B-B14F-4D97-AF65-F5344CB8AC3E}">
        <p14:creationId xmlns:p14="http://schemas.microsoft.com/office/powerpoint/2010/main" val="785148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CC65E-4097-9387-609B-FB76F083F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EA67E-EF12-7C8B-A8C3-8E0CE1BF5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4B8D4-F4F8-C941-4D06-52087BF51D96}"/>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031605E-3830-C452-3CDD-5286A62434EC}"/>
              </a:ext>
            </a:extLst>
          </p:cNvPr>
          <p:cNvSpPr>
            <a:spLocks noGrp="1"/>
          </p:cNvSpPr>
          <p:nvPr>
            <p:ph type="sldNum" sz="quarter" idx="5"/>
          </p:nvPr>
        </p:nvSpPr>
        <p:spPr/>
        <p:txBody>
          <a:bodyPr/>
          <a:lstStyle/>
          <a:p>
            <a:fld id="{A16CFAD1-D197-4A88-B173-A6412E995EE5}" type="slidenum">
              <a:rPr lang="da-DK" smtClean="0"/>
              <a:pPr/>
              <a:t>21</a:t>
            </a:fld>
            <a:endParaRPr lang="da-DK" dirty="0"/>
          </a:p>
        </p:txBody>
      </p:sp>
    </p:spTree>
    <p:extLst>
      <p:ext uri="{BB962C8B-B14F-4D97-AF65-F5344CB8AC3E}">
        <p14:creationId xmlns:p14="http://schemas.microsoft.com/office/powerpoint/2010/main" val="3323589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1A380-B38C-65CA-B884-4571EC5FF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036B6-002C-FBC9-5DCC-FCA8011FC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89877B-6C0F-8118-328E-0F5077D43DBF}"/>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4D92DEF0-7EF1-8135-6CD0-F214278B150F}"/>
              </a:ext>
            </a:extLst>
          </p:cNvPr>
          <p:cNvSpPr>
            <a:spLocks noGrp="1"/>
          </p:cNvSpPr>
          <p:nvPr>
            <p:ph type="sldNum" sz="quarter" idx="5"/>
          </p:nvPr>
        </p:nvSpPr>
        <p:spPr/>
        <p:txBody>
          <a:bodyPr/>
          <a:lstStyle/>
          <a:p>
            <a:fld id="{A16CFAD1-D197-4A88-B173-A6412E995EE5}" type="slidenum">
              <a:rPr lang="da-DK" smtClean="0"/>
              <a:pPr/>
              <a:t>22</a:t>
            </a:fld>
            <a:endParaRPr lang="da-DK" dirty="0"/>
          </a:p>
        </p:txBody>
      </p:sp>
    </p:spTree>
    <p:extLst>
      <p:ext uri="{BB962C8B-B14F-4D97-AF65-F5344CB8AC3E}">
        <p14:creationId xmlns:p14="http://schemas.microsoft.com/office/powerpoint/2010/main" val="12459860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1BC76-614C-6C28-2B13-DDCD59511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0CA2B-6C18-F12A-243B-15C7D261A3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96171-AF1F-0238-70A8-67986B8355EF}"/>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3614C7B1-6CDB-1C54-7A76-738F94243AB3}"/>
              </a:ext>
            </a:extLst>
          </p:cNvPr>
          <p:cNvSpPr>
            <a:spLocks noGrp="1"/>
          </p:cNvSpPr>
          <p:nvPr>
            <p:ph type="sldNum" sz="quarter" idx="5"/>
          </p:nvPr>
        </p:nvSpPr>
        <p:spPr/>
        <p:txBody>
          <a:bodyPr/>
          <a:lstStyle/>
          <a:p>
            <a:fld id="{A16CFAD1-D197-4A88-B173-A6412E995EE5}" type="slidenum">
              <a:rPr lang="da-DK" smtClean="0"/>
              <a:pPr/>
              <a:t>23</a:t>
            </a:fld>
            <a:endParaRPr lang="da-DK" dirty="0"/>
          </a:p>
        </p:txBody>
      </p:sp>
    </p:spTree>
    <p:extLst>
      <p:ext uri="{BB962C8B-B14F-4D97-AF65-F5344CB8AC3E}">
        <p14:creationId xmlns:p14="http://schemas.microsoft.com/office/powerpoint/2010/main" val="1848949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7EB15-D542-A9D6-1A1C-24FBF778B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F4091-EC77-505D-66AC-227F8C09F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4F2D0-BB61-FD05-48D8-5FD9C89856F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3B32142-E17B-234F-824F-2E6B62C50A0B}"/>
              </a:ext>
            </a:extLst>
          </p:cNvPr>
          <p:cNvSpPr>
            <a:spLocks noGrp="1"/>
          </p:cNvSpPr>
          <p:nvPr>
            <p:ph type="sldNum" sz="quarter" idx="5"/>
          </p:nvPr>
        </p:nvSpPr>
        <p:spPr/>
        <p:txBody>
          <a:bodyPr/>
          <a:lstStyle/>
          <a:p>
            <a:fld id="{A16CFAD1-D197-4A88-B173-A6412E995EE5}" type="slidenum">
              <a:rPr lang="da-DK" smtClean="0"/>
              <a:pPr/>
              <a:t>24</a:t>
            </a:fld>
            <a:endParaRPr lang="da-DK" dirty="0"/>
          </a:p>
        </p:txBody>
      </p:sp>
    </p:spTree>
    <p:extLst>
      <p:ext uri="{BB962C8B-B14F-4D97-AF65-F5344CB8AC3E}">
        <p14:creationId xmlns:p14="http://schemas.microsoft.com/office/powerpoint/2010/main" val="8878732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B192-8464-DA90-4EBB-42609C680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4C938-B84B-9456-B480-3BA1F5ADD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DEE15-8F25-786F-9256-9B60A7BBF4D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9A75569B-990F-3FA4-1114-128DF0B6CB3C}"/>
              </a:ext>
            </a:extLst>
          </p:cNvPr>
          <p:cNvSpPr>
            <a:spLocks noGrp="1"/>
          </p:cNvSpPr>
          <p:nvPr>
            <p:ph type="sldNum" sz="quarter" idx="5"/>
          </p:nvPr>
        </p:nvSpPr>
        <p:spPr/>
        <p:txBody>
          <a:bodyPr/>
          <a:lstStyle/>
          <a:p>
            <a:fld id="{A16CFAD1-D197-4A88-B173-A6412E995EE5}" type="slidenum">
              <a:rPr lang="da-DK" smtClean="0"/>
              <a:pPr/>
              <a:t>25</a:t>
            </a:fld>
            <a:endParaRPr lang="da-DK" dirty="0"/>
          </a:p>
        </p:txBody>
      </p:sp>
    </p:spTree>
    <p:extLst>
      <p:ext uri="{BB962C8B-B14F-4D97-AF65-F5344CB8AC3E}">
        <p14:creationId xmlns:p14="http://schemas.microsoft.com/office/powerpoint/2010/main" val="15803207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806E4-0C1E-FEA7-50AE-F305E1CFB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7675C-994B-CC77-AB01-BFF3F3F52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D2E63-3797-6E06-6343-3F8B39ED6A3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26B2E51D-0BFF-362D-AC5D-BFE2F4C06815}"/>
              </a:ext>
            </a:extLst>
          </p:cNvPr>
          <p:cNvSpPr>
            <a:spLocks noGrp="1"/>
          </p:cNvSpPr>
          <p:nvPr>
            <p:ph type="sldNum" sz="quarter" idx="5"/>
          </p:nvPr>
        </p:nvSpPr>
        <p:spPr/>
        <p:txBody>
          <a:bodyPr/>
          <a:lstStyle/>
          <a:p>
            <a:fld id="{A16CFAD1-D197-4A88-B173-A6412E995EE5}" type="slidenum">
              <a:rPr lang="da-DK" smtClean="0"/>
              <a:pPr/>
              <a:t>26</a:t>
            </a:fld>
            <a:endParaRPr lang="da-DK" dirty="0"/>
          </a:p>
        </p:txBody>
      </p:sp>
    </p:spTree>
    <p:extLst>
      <p:ext uri="{BB962C8B-B14F-4D97-AF65-F5344CB8AC3E}">
        <p14:creationId xmlns:p14="http://schemas.microsoft.com/office/powerpoint/2010/main" val="25631661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4829B-5805-BBB8-FABF-396B3E081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954D99-25DB-9C62-3D68-6723638E1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91534-3FE3-2ADE-37C6-D2C87AB1CF8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BFEB5831-2A41-51CA-604E-69C39A242C9A}"/>
              </a:ext>
            </a:extLst>
          </p:cNvPr>
          <p:cNvSpPr>
            <a:spLocks noGrp="1"/>
          </p:cNvSpPr>
          <p:nvPr>
            <p:ph type="sldNum" sz="quarter" idx="5"/>
          </p:nvPr>
        </p:nvSpPr>
        <p:spPr/>
        <p:txBody>
          <a:bodyPr/>
          <a:lstStyle/>
          <a:p>
            <a:fld id="{A16CFAD1-D197-4A88-B173-A6412E995EE5}" type="slidenum">
              <a:rPr lang="da-DK" smtClean="0"/>
              <a:pPr/>
              <a:t>27</a:t>
            </a:fld>
            <a:endParaRPr lang="da-DK" dirty="0"/>
          </a:p>
        </p:txBody>
      </p:sp>
    </p:spTree>
    <p:extLst>
      <p:ext uri="{BB962C8B-B14F-4D97-AF65-F5344CB8AC3E}">
        <p14:creationId xmlns:p14="http://schemas.microsoft.com/office/powerpoint/2010/main" val="34010985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74676-06C9-F64A-5634-FBEF20070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CB061-75E7-7164-7391-B65809CDB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974A8-51EF-0E5B-ED35-E5902C59996B}"/>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88A0D64-DEC1-0E7D-D767-90875011F444}"/>
              </a:ext>
            </a:extLst>
          </p:cNvPr>
          <p:cNvSpPr>
            <a:spLocks noGrp="1"/>
          </p:cNvSpPr>
          <p:nvPr>
            <p:ph type="sldNum" sz="quarter" idx="5"/>
          </p:nvPr>
        </p:nvSpPr>
        <p:spPr/>
        <p:txBody>
          <a:bodyPr/>
          <a:lstStyle/>
          <a:p>
            <a:fld id="{A16CFAD1-D197-4A88-B173-A6412E995EE5}" type="slidenum">
              <a:rPr lang="da-DK" smtClean="0"/>
              <a:pPr/>
              <a:t>28</a:t>
            </a:fld>
            <a:endParaRPr lang="da-DK" dirty="0"/>
          </a:p>
        </p:txBody>
      </p:sp>
    </p:spTree>
    <p:extLst>
      <p:ext uri="{BB962C8B-B14F-4D97-AF65-F5344CB8AC3E}">
        <p14:creationId xmlns:p14="http://schemas.microsoft.com/office/powerpoint/2010/main" val="2665246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9D80-FE81-D860-E8CC-E9F7FC1DD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A681A-364C-BCF7-1E04-81D8031DB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4BC8E5-036D-9BB4-FB43-A19753FB7452}"/>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3DFFF41A-BD11-7662-6E6F-722F736A37F8}"/>
              </a:ext>
            </a:extLst>
          </p:cNvPr>
          <p:cNvSpPr>
            <a:spLocks noGrp="1"/>
          </p:cNvSpPr>
          <p:nvPr>
            <p:ph type="sldNum" sz="quarter" idx="5"/>
          </p:nvPr>
        </p:nvSpPr>
        <p:spPr/>
        <p:txBody>
          <a:bodyPr/>
          <a:lstStyle/>
          <a:p>
            <a:fld id="{A16CFAD1-D197-4A88-B173-A6412E995EE5}" type="slidenum">
              <a:rPr lang="da-DK" smtClean="0"/>
              <a:pPr/>
              <a:t>29</a:t>
            </a:fld>
            <a:endParaRPr lang="da-DK" dirty="0"/>
          </a:p>
        </p:txBody>
      </p:sp>
    </p:spTree>
    <p:extLst>
      <p:ext uri="{BB962C8B-B14F-4D97-AF65-F5344CB8AC3E}">
        <p14:creationId xmlns:p14="http://schemas.microsoft.com/office/powerpoint/2010/main" val="1723905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4E476-A501-572B-764D-99BA3C643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009ED-77BD-805A-B999-48E3C750CC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1CD96-BF1C-EFD0-0E8F-5F7B0C8EA5C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7B663C19-9984-96F5-E39E-1455FE976C35}"/>
              </a:ext>
            </a:extLst>
          </p:cNvPr>
          <p:cNvSpPr>
            <a:spLocks noGrp="1"/>
          </p:cNvSpPr>
          <p:nvPr>
            <p:ph type="sldNum" sz="quarter" idx="5"/>
          </p:nvPr>
        </p:nvSpPr>
        <p:spPr/>
        <p:txBody>
          <a:bodyPr/>
          <a:lstStyle/>
          <a:p>
            <a:fld id="{A16CFAD1-D197-4A88-B173-A6412E995EE5}" type="slidenum">
              <a:rPr lang="da-DK" smtClean="0"/>
              <a:pPr/>
              <a:t>30</a:t>
            </a:fld>
            <a:endParaRPr lang="da-DK" dirty="0"/>
          </a:p>
        </p:txBody>
      </p:sp>
    </p:spTree>
    <p:extLst>
      <p:ext uri="{BB962C8B-B14F-4D97-AF65-F5344CB8AC3E}">
        <p14:creationId xmlns:p14="http://schemas.microsoft.com/office/powerpoint/2010/main" val="25911908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3DBE-28DE-A940-4A31-DE272B1C3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EC7322-B637-84FC-5D3F-57D843E47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56FFF1-C57D-43DF-653A-618E22E1955B}"/>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3F30B915-7FF1-75B2-FE9B-7C31C5CCBDF1}"/>
              </a:ext>
            </a:extLst>
          </p:cNvPr>
          <p:cNvSpPr>
            <a:spLocks noGrp="1"/>
          </p:cNvSpPr>
          <p:nvPr>
            <p:ph type="sldNum" sz="quarter" idx="5"/>
          </p:nvPr>
        </p:nvSpPr>
        <p:spPr/>
        <p:txBody>
          <a:bodyPr/>
          <a:lstStyle/>
          <a:p>
            <a:fld id="{A16CFAD1-D197-4A88-B173-A6412E995EE5}" type="slidenum">
              <a:rPr lang="da-DK" smtClean="0"/>
              <a:pPr/>
              <a:t>31</a:t>
            </a:fld>
            <a:endParaRPr lang="da-DK" dirty="0"/>
          </a:p>
        </p:txBody>
      </p:sp>
    </p:spTree>
    <p:extLst>
      <p:ext uri="{BB962C8B-B14F-4D97-AF65-F5344CB8AC3E}">
        <p14:creationId xmlns:p14="http://schemas.microsoft.com/office/powerpoint/2010/main" val="38543015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3B367-8932-00A1-3C22-8C89D0D0D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B15BD-B924-666B-466E-9F855C19B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75D952-25DB-2D87-83CB-49CEAD7E181D}"/>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6AA5B8D-1255-E25D-A12E-7B4A8415E5B7}"/>
              </a:ext>
            </a:extLst>
          </p:cNvPr>
          <p:cNvSpPr>
            <a:spLocks noGrp="1"/>
          </p:cNvSpPr>
          <p:nvPr>
            <p:ph type="sldNum" sz="quarter" idx="5"/>
          </p:nvPr>
        </p:nvSpPr>
        <p:spPr/>
        <p:txBody>
          <a:bodyPr/>
          <a:lstStyle/>
          <a:p>
            <a:fld id="{A16CFAD1-D197-4A88-B173-A6412E995EE5}" type="slidenum">
              <a:rPr lang="da-DK" smtClean="0"/>
              <a:pPr/>
              <a:t>32</a:t>
            </a:fld>
            <a:endParaRPr lang="da-DK" dirty="0"/>
          </a:p>
        </p:txBody>
      </p:sp>
    </p:spTree>
    <p:extLst>
      <p:ext uri="{BB962C8B-B14F-4D97-AF65-F5344CB8AC3E}">
        <p14:creationId xmlns:p14="http://schemas.microsoft.com/office/powerpoint/2010/main" val="11348599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61F3A-3594-DFB0-DC40-8671AA9E4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0DC98-BF82-B2BD-99CB-CC6759906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6BF7F-A206-434B-ED12-B34AF897B056}"/>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6242D61-49E4-A1A5-2F9B-D61B6FEAF8D3}"/>
              </a:ext>
            </a:extLst>
          </p:cNvPr>
          <p:cNvSpPr>
            <a:spLocks noGrp="1"/>
          </p:cNvSpPr>
          <p:nvPr>
            <p:ph type="sldNum" sz="quarter" idx="5"/>
          </p:nvPr>
        </p:nvSpPr>
        <p:spPr/>
        <p:txBody>
          <a:bodyPr/>
          <a:lstStyle/>
          <a:p>
            <a:fld id="{A16CFAD1-D197-4A88-B173-A6412E995EE5}" type="slidenum">
              <a:rPr lang="da-DK" smtClean="0"/>
              <a:pPr/>
              <a:t>33</a:t>
            </a:fld>
            <a:endParaRPr lang="da-DK" dirty="0"/>
          </a:p>
        </p:txBody>
      </p:sp>
    </p:spTree>
    <p:extLst>
      <p:ext uri="{BB962C8B-B14F-4D97-AF65-F5344CB8AC3E}">
        <p14:creationId xmlns:p14="http://schemas.microsoft.com/office/powerpoint/2010/main" val="18926704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E4B9D-4F87-C6A9-7778-3B211CE2B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DA158-A9E2-B433-F2F5-900FB0BDE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86403-85C7-5C21-17B3-C9D9BB47BD5F}"/>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3AEB5377-420D-2F4E-E0E1-AB54C1DCD568}"/>
              </a:ext>
            </a:extLst>
          </p:cNvPr>
          <p:cNvSpPr>
            <a:spLocks noGrp="1"/>
          </p:cNvSpPr>
          <p:nvPr>
            <p:ph type="sldNum" sz="quarter" idx="5"/>
          </p:nvPr>
        </p:nvSpPr>
        <p:spPr/>
        <p:txBody>
          <a:bodyPr/>
          <a:lstStyle/>
          <a:p>
            <a:fld id="{A16CFAD1-D197-4A88-B173-A6412E995EE5}" type="slidenum">
              <a:rPr lang="da-DK" smtClean="0"/>
              <a:pPr/>
              <a:t>34</a:t>
            </a:fld>
            <a:endParaRPr lang="da-DK" dirty="0"/>
          </a:p>
        </p:txBody>
      </p:sp>
    </p:spTree>
    <p:extLst>
      <p:ext uri="{BB962C8B-B14F-4D97-AF65-F5344CB8AC3E}">
        <p14:creationId xmlns:p14="http://schemas.microsoft.com/office/powerpoint/2010/main" val="29760328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A608E-0029-FCEE-1850-E4DC9BC5A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0B558-C609-9EA8-3B52-66FA76BF4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F4961-5274-C128-32E8-ADD556ABDDF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401163D3-586F-5798-9486-10CB5C84EB35}"/>
              </a:ext>
            </a:extLst>
          </p:cNvPr>
          <p:cNvSpPr>
            <a:spLocks noGrp="1"/>
          </p:cNvSpPr>
          <p:nvPr>
            <p:ph type="sldNum" sz="quarter" idx="5"/>
          </p:nvPr>
        </p:nvSpPr>
        <p:spPr/>
        <p:txBody>
          <a:bodyPr/>
          <a:lstStyle/>
          <a:p>
            <a:fld id="{A16CFAD1-D197-4A88-B173-A6412E995EE5}" type="slidenum">
              <a:rPr lang="da-DK" smtClean="0"/>
              <a:pPr/>
              <a:t>35</a:t>
            </a:fld>
            <a:endParaRPr lang="da-DK" dirty="0"/>
          </a:p>
        </p:txBody>
      </p:sp>
    </p:spTree>
    <p:extLst>
      <p:ext uri="{BB962C8B-B14F-4D97-AF65-F5344CB8AC3E}">
        <p14:creationId xmlns:p14="http://schemas.microsoft.com/office/powerpoint/2010/main" val="566713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25E4A-2982-E65E-502F-E13E54919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52460-B6D9-737F-4D98-D6F617AB6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615DAC-CD9C-229D-9D76-4713387C6D82}"/>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9813B0C-6363-FE1A-D272-E29E3FD1C78E}"/>
              </a:ext>
            </a:extLst>
          </p:cNvPr>
          <p:cNvSpPr>
            <a:spLocks noGrp="1"/>
          </p:cNvSpPr>
          <p:nvPr>
            <p:ph type="sldNum" sz="quarter" idx="5"/>
          </p:nvPr>
        </p:nvSpPr>
        <p:spPr/>
        <p:txBody>
          <a:bodyPr/>
          <a:lstStyle/>
          <a:p>
            <a:fld id="{A16CFAD1-D197-4A88-B173-A6412E995EE5}" type="slidenum">
              <a:rPr lang="da-DK" smtClean="0"/>
              <a:pPr/>
              <a:t>36</a:t>
            </a:fld>
            <a:endParaRPr lang="da-DK" dirty="0"/>
          </a:p>
        </p:txBody>
      </p:sp>
    </p:spTree>
    <p:extLst>
      <p:ext uri="{BB962C8B-B14F-4D97-AF65-F5344CB8AC3E}">
        <p14:creationId xmlns:p14="http://schemas.microsoft.com/office/powerpoint/2010/main" val="4567955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D919-EBE0-698E-296A-F59245476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AA4E2-2EFB-6B55-25D7-36D219F37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3B9E8-043F-5CB4-531C-34345754B2F9}"/>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FC80587E-D30A-4BC1-95B3-58F430A830D2}"/>
              </a:ext>
            </a:extLst>
          </p:cNvPr>
          <p:cNvSpPr>
            <a:spLocks noGrp="1"/>
          </p:cNvSpPr>
          <p:nvPr>
            <p:ph type="sldNum" sz="quarter" idx="5"/>
          </p:nvPr>
        </p:nvSpPr>
        <p:spPr/>
        <p:txBody>
          <a:bodyPr/>
          <a:lstStyle/>
          <a:p>
            <a:fld id="{A16CFAD1-D197-4A88-B173-A6412E995EE5}" type="slidenum">
              <a:rPr lang="da-DK" smtClean="0"/>
              <a:pPr/>
              <a:t>37</a:t>
            </a:fld>
            <a:endParaRPr lang="da-DK" dirty="0"/>
          </a:p>
        </p:txBody>
      </p:sp>
    </p:spTree>
    <p:extLst>
      <p:ext uri="{BB962C8B-B14F-4D97-AF65-F5344CB8AC3E}">
        <p14:creationId xmlns:p14="http://schemas.microsoft.com/office/powerpoint/2010/main" val="29707747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D7C1A-6118-BE96-D067-57DB79DB7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64E6D-7F79-97FE-74D1-D4217C9AFA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E6B6D8-3693-12D7-093E-7F6B03DE734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03B58D29-2DFB-26B1-D741-B20F4011CE43}"/>
              </a:ext>
            </a:extLst>
          </p:cNvPr>
          <p:cNvSpPr>
            <a:spLocks noGrp="1"/>
          </p:cNvSpPr>
          <p:nvPr>
            <p:ph type="sldNum" sz="quarter" idx="5"/>
          </p:nvPr>
        </p:nvSpPr>
        <p:spPr/>
        <p:txBody>
          <a:bodyPr/>
          <a:lstStyle/>
          <a:p>
            <a:fld id="{A16CFAD1-D197-4A88-B173-A6412E995EE5}" type="slidenum">
              <a:rPr lang="da-DK" smtClean="0"/>
              <a:pPr/>
              <a:t>38</a:t>
            </a:fld>
            <a:endParaRPr lang="da-DK" dirty="0"/>
          </a:p>
        </p:txBody>
      </p:sp>
    </p:spTree>
    <p:extLst>
      <p:ext uri="{BB962C8B-B14F-4D97-AF65-F5344CB8AC3E}">
        <p14:creationId xmlns:p14="http://schemas.microsoft.com/office/powerpoint/2010/main" val="35835086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C84B7-7F20-AE18-3508-6C653159D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C6BDF-C4A2-6F93-41E2-9DE28281E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C2860-9087-CC47-13E8-8B25D5AC8E36}"/>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D749606C-6877-C8F0-5856-A8FC23EBA203}"/>
              </a:ext>
            </a:extLst>
          </p:cNvPr>
          <p:cNvSpPr>
            <a:spLocks noGrp="1"/>
          </p:cNvSpPr>
          <p:nvPr>
            <p:ph type="sldNum" sz="quarter" idx="5"/>
          </p:nvPr>
        </p:nvSpPr>
        <p:spPr/>
        <p:txBody>
          <a:bodyPr/>
          <a:lstStyle/>
          <a:p>
            <a:fld id="{A16CFAD1-D197-4A88-B173-A6412E995EE5}" type="slidenum">
              <a:rPr lang="da-DK" smtClean="0"/>
              <a:pPr/>
              <a:t>39</a:t>
            </a:fld>
            <a:endParaRPr lang="da-DK" dirty="0"/>
          </a:p>
        </p:txBody>
      </p:sp>
    </p:spTree>
    <p:extLst>
      <p:ext uri="{BB962C8B-B14F-4D97-AF65-F5344CB8AC3E}">
        <p14:creationId xmlns:p14="http://schemas.microsoft.com/office/powerpoint/2010/main" val="15526853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8DAF3-02C2-539D-A962-D1C6508EFA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C2763-21C4-BE28-9EBA-C8AF7F4A6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AF93C-A1A1-3B96-25F6-AAE59C89AF4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35C0BBE-F391-D76E-FA86-29DB759ED0A6}"/>
              </a:ext>
            </a:extLst>
          </p:cNvPr>
          <p:cNvSpPr>
            <a:spLocks noGrp="1"/>
          </p:cNvSpPr>
          <p:nvPr>
            <p:ph type="sldNum" sz="quarter" idx="5"/>
          </p:nvPr>
        </p:nvSpPr>
        <p:spPr/>
        <p:txBody>
          <a:bodyPr/>
          <a:lstStyle/>
          <a:p>
            <a:fld id="{A16CFAD1-D197-4A88-B173-A6412E995EE5}" type="slidenum">
              <a:rPr lang="da-DK" smtClean="0"/>
              <a:pPr/>
              <a:t>40</a:t>
            </a:fld>
            <a:endParaRPr lang="da-DK" dirty="0"/>
          </a:p>
        </p:txBody>
      </p:sp>
    </p:spTree>
    <p:extLst>
      <p:ext uri="{BB962C8B-B14F-4D97-AF65-F5344CB8AC3E}">
        <p14:creationId xmlns:p14="http://schemas.microsoft.com/office/powerpoint/2010/main" val="28211193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928A7-906E-91D2-824A-2A4D710AB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532E7-0EE8-7132-74D7-BFC7B7855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AC51F-4759-EF20-DE04-9470909C00F4}"/>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91F25E58-9591-4526-2464-EE97AE247F7B}"/>
              </a:ext>
            </a:extLst>
          </p:cNvPr>
          <p:cNvSpPr>
            <a:spLocks noGrp="1"/>
          </p:cNvSpPr>
          <p:nvPr>
            <p:ph type="sldNum" sz="quarter" idx="5"/>
          </p:nvPr>
        </p:nvSpPr>
        <p:spPr/>
        <p:txBody>
          <a:bodyPr/>
          <a:lstStyle/>
          <a:p>
            <a:fld id="{A16CFAD1-D197-4A88-B173-A6412E995EE5}" type="slidenum">
              <a:rPr lang="da-DK" smtClean="0"/>
              <a:pPr/>
              <a:t>41</a:t>
            </a:fld>
            <a:endParaRPr lang="da-DK" dirty="0"/>
          </a:p>
        </p:txBody>
      </p:sp>
    </p:spTree>
    <p:extLst>
      <p:ext uri="{BB962C8B-B14F-4D97-AF65-F5344CB8AC3E}">
        <p14:creationId xmlns:p14="http://schemas.microsoft.com/office/powerpoint/2010/main" val="2591930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orside hvi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10843" y="1021080"/>
            <a:ext cx="10752002" cy="3634676"/>
          </a:xfrm>
        </p:spPr>
        <p:txBody>
          <a:bodyPr anchor="b" anchorCtr="0">
            <a:normAutofit/>
          </a:bodyPr>
          <a:lstStyle>
            <a:lvl1pPr algn="l">
              <a:defRPr sz="4114"/>
            </a:lvl1pPr>
          </a:lstStyle>
          <a:p>
            <a:r>
              <a:rPr lang="da-DK" dirty="0"/>
              <a:t>Indsæt titel</a:t>
            </a:r>
          </a:p>
        </p:txBody>
      </p:sp>
      <p:sp>
        <p:nvSpPr>
          <p:cNvPr id="11" name="Subtitle 2">
            <a:extLst>
              <a:ext uri="{FF2B5EF4-FFF2-40B4-BE49-F238E27FC236}">
                <a16:creationId xmlns:a16="http://schemas.microsoft.com/office/drawing/2014/main" id="{4684F4FD-71A2-45CC-8A6E-49D5A00D180B}"/>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8" name="Text Placeholder 7">
            <a:extLst>
              <a:ext uri="{FF2B5EF4-FFF2-40B4-BE49-F238E27FC236}">
                <a16:creationId xmlns:a16="http://schemas.microsoft.com/office/drawing/2014/main" id="{9E27A3F2-4381-4C6B-970B-F774BAF5193D}"/>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10" name="Text Placeholder 9">
            <a:extLst>
              <a:ext uri="{FF2B5EF4-FFF2-40B4-BE49-F238E27FC236}">
                <a16:creationId xmlns:a16="http://schemas.microsoft.com/office/drawing/2014/main" id="{24E1B11E-3EFA-4F7B-9B51-515324396448}"/>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18" name="Text Placeholder 17">
            <a:extLst>
              <a:ext uri="{FF2B5EF4-FFF2-40B4-BE49-F238E27FC236}">
                <a16:creationId xmlns:a16="http://schemas.microsoft.com/office/drawing/2014/main" id="{A1B6ED97-6CA2-43D5-84C1-C8E191DA5855}"/>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5" name="FLD_PresentationTitle"/>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6"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5" name="Graphic 7">
            <a:extLst>
              <a:ext uri="{FF2B5EF4-FFF2-40B4-BE49-F238E27FC236}">
                <a16:creationId xmlns:a16="http://schemas.microsoft.com/office/drawing/2014/main" id="{010810A8-8A1E-4E68-A968-35AAC01A2281}"/>
              </a:ext>
            </a:extLst>
          </p:cNvPr>
          <p:cNvSpPr/>
          <p:nvPr userDrawn="1"/>
        </p:nvSpPr>
        <p:spPr>
          <a:xfrm>
            <a:off x="10442659" y="5068884"/>
            <a:ext cx="1026802" cy="1069115"/>
          </a:xfrm>
          <a:custGeom>
            <a:avLst/>
            <a:gdLst>
              <a:gd name="connsiteX0" fmla="*/ 1894258 w 2964740"/>
              <a:gd name="connsiteY0" fmla="*/ 2907646 h 3086914"/>
              <a:gd name="connsiteX1" fmla="*/ 1781451 w 2964740"/>
              <a:gd name="connsiteY1" fmla="*/ 2940795 h 3086914"/>
              <a:gd name="connsiteX2" fmla="*/ 1810447 w 2964740"/>
              <a:gd name="connsiteY2" fmla="*/ 3043421 h 3086914"/>
              <a:gd name="connsiteX3" fmla="*/ 1750745 w 2964740"/>
              <a:gd name="connsiteY3" fmla="*/ 3061014 h 3086914"/>
              <a:gd name="connsiteX4" fmla="*/ 1682328 w 2964740"/>
              <a:gd name="connsiteY4" fmla="*/ 2813898 h 3086914"/>
              <a:gd name="connsiteX5" fmla="*/ 1740727 w 2964740"/>
              <a:gd name="connsiteY5" fmla="*/ 2796712 h 3086914"/>
              <a:gd name="connsiteX6" fmla="*/ 1767767 w 2964740"/>
              <a:gd name="connsiteY6" fmla="*/ 2892170 h 3086914"/>
              <a:gd name="connsiteX7" fmla="*/ 1879515 w 2964740"/>
              <a:gd name="connsiteY7" fmla="*/ 2859347 h 3086914"/>
              <a:gd name="connsiteX8" fmla="*/ 1850357 w 2964740"/>
              <a:gd name="connsiteY8" fmla="*/ 2764458 h 3086914"/>
              <a:gd name="connsiteX9" fmla="*/ 1908430 w 2964740"/>
              <a:gd name="connsiteY9" fmla="*/ 2747354 h 3086914"/>
              <a:gd name="connsiteX10" fmla="*/ 1984992 w 2964740"/>
              <a:gd name="connsiteY10" fmla="*/ 2992108 h 3086914"/>
              <a:gd name="connsiteX11" fmla="*/ 1925616 w 2964740"/>
              <a:gd name="connsiteY11" fmla="*/ 3009619 h 3086914"/>
              <a:gd name="connsiteX12" fmla="*/ 1894258 w 2964740"/>
              <a:gd name="connsiteY12" fmla="*/ 2907646 h 3086914"/>
              <a:gd name="connsiteX13" fmla="*/ 2725688 w 2964740"/>
              <a:gd name="connsiteY13" fmla="*/ 960446 h 3086914"/>
              <a:gd name="connsiteX14" fmla="*/ 2614266 w 2964740"/>
              <a:gd name="connsiteY14" fmla="*/ 926237 h 3086914"/>
              <a:gd name="connsiteX15" fmla="*/ 2649452 w 2964740"/>
              <a:gd name="connsiteY15" fmla="*/ 814815 h 3086914"/>
              <a:gd name="connsiteX16" fmla="*/ 2761037 w 2964740"/>
              <a:gd name="connsiteY16" fmla="*/ 849431 h 3086914"/>
              <a:gd name="connsiteX17" fmla="*/ 2725688 w 2964740"/>
              <a:gd name="connsiteY17" fmla="*/ 960446 h 3086914"/>
              <a:gd name="connsiteX18" fmla="*/ 2810558 w 2964740"/>
              <a:gd name="connsiteY18" fmla="*/ 823449 h 3086914"/>
              <a:gd name="connsiteX19" fmla="*/ 2621678 w 2964740"/>
              <a:gd name="connsiteY19" fmla="*/ 761873 h 3086914"/>
              <a:gd name="connsiteX20" fmla="*/ 2564664 w 2964740"/>
              <a:gd name="connsiteY20" fmla="*/ 952220 h 3086914"/>
              <a:gd name="connsiteX21" fmla="*/ 2753544 w 2964740"/>
              <a:gd name="connsiteY21" fmla="*/ 1013795 h 3086914"/>
              <a:gd name="connsiteX22" fmla="*/ 2810558 w 2964740"/>
              <a:gd name="connsiteY22" fmla="*/ 823449 h 3086914"/>
              <a:gd name="connsiteX23" fmla="*/ 1727043 w 2964740"/>
              <a:gd name="connsiteY23" fmla="*/ 133332 h 3086914"/>
              <a:gd name="connsiteX24" fmla="*/ 1707169 w 2964740"/>
              <a:gd name="connsiteY24" fmla="*/ 280592 h 3086914"/>
              <a:gd name="connsiteX25" fmla="*/ 1646816 w 2964740"/>
              <a:gd name="connsiteY25" fmla="*/ 272365 h 3086914"/>
              <a:gd name="connsiteX26" fmla="*/ 1663594 w 2964740"/>
              <a:gd name="connsiteY26" fmla="*/ 138300 h 3086914"/>
              <a:gd name="connsiteX27" fmla="*/ 1617006 w 2964740"/>
              <a:gd name="connsiteY27" fmla="*/ 58969 h 3086914"/>
              <a:gd name="connsiteX28" fmla="*/ 1551602 w 2964740"/>
              <a:gd name="connsiteY28" fmla="*/ 124210 h 3086914"/>
              <a:gd name="connsiteX29" fmla="*/ 1534824 w 2964740"/>
              <a:gd name="connsiteY29" fmla="*/ 258274 h 3086914"/>
              <a:gd name="connsiteX30" fmla="*/ 1474389 w 2964740"/>
              <a:gd name="connsiteY30" fmla="*/ 251433 h 3086914"/>
              <a:gd name="connsiteX31" fmla="*/ 1491249 w 2964740"/>
              <a:gd name="connsiteY31" fmla="*/ 104906 h 3086914"/>
              <a:gd name="connsiteX32" fmla="*/ 1623929 w 2964740"/>
              <a:gd name="connsiteY32" fmla="*/ 3014 h 3086914"/>
              <a:gd name="connsiteX33" fmla="*/ 1727043 w 2964740"/>
              <a:gd name="connsiteY33" fmla="*/ 133332 h 3086914"/>
              <a:gd name="connsiteX34" fmla="*/ 1289662 w 2964740"/>
              <a:gd name="connsiteY34" fmla="*/ 2830106 h 3086914"/>
              <a:gd name="connsiteX35" fmla="*/ 1344477 w 2964740"/>
              <a:gd name="connsiteY35" fmla="*/ 2831165 h 3086914"/>
              <a:gd name="connsiteX36" fmla="*/ 1474226 w 2964740"/>
              <a:gd name="connsiteY36" fmla="*/ 2988687 h 3086914"/>
              <a:gd name="connsiteX37" fmla="*/ 1473574 w 2964740"/>
              <a:gd name="connsiteY37" fmla="*/ 2833038 h 3086914"/>
              <a:gd name="connsiteX38" fmla="*/ 1533357 w 2964740"/>
              <a:gd name="connsiteY38" fmla="*/ 2834016 h 3086914"/>
              <a:gd name="connsiteX39" fmla="*/ 1533439 w 2964740"/>
              <a:gd name="connsiteY39" fmla="*/ 3090336 h 3086914"/>
              <a:gd name="connsiteX40" fmla="*/ 1473981 w 2964740"/>
              <a:gd name="connsiteY40" fmla="*/ 3089440 h 3086914"/>
              <a:gd name="connsiteX41" fmla="*/ 1473900 w 2964740"/>
              <a:gd name="connsiteY41" fmla="*/ 3083250 h 3086914"/>
              <a:gd name="connsiteX42" fmla="*/ 1459239 w 2964740"/>
              <a:gd name="connsiteY42" fmla="*/ 3051647 h 3086914"/>
              <a:gd name="connsiteX43" fmla="*/ 1345699 w 2964740"/>
              <a:gd name="connsiteY43" fmla="*/ 2912858 h 3086914"/>
              <a:gd name="connsiteX44" fmla="*/ 1341708 w 2964740"/>
              <a:gd name="connsiteY44" fmla="*/ 3087485 h 3086914"/>
              <a:gd name="connsiteX45" fmla="*/ 1281273 w 2964740"/>
              <a:gd name="connsiteY45" fmla="*/ 3086507 h 3086914"/>
              <a:gd name="connsiteX46" fmla="*/ 1289662 w 2964740"/>
              <a:gd name="connsiteY46" fmla="*/ 2830106 h 3086914"/>
              <a:gd name="connsiteX47" fmla="*/ 1926593 w 2964740"/>
              <a:gd name="connsiteY47" fmla="*/ 75177 h 3086914"/>
              <a:gd name="connsiteX48" fmla="*/ 1983281 w 2964740"/>
              <a:gd name="connsiteY48" fmla="*/ 95458 h 3086914"/>
              <a:gd name="connsiteX49" fmla="*/ 1936693 w 2964740"/>
              <a:gd name="connsiteY49" fmla="*/ 258274 h 3086914"/>
              <a:gd name="connsiteX50" fmla="*/ 2065626 w 2964740"/>
              <a:gd name="connsiteY50" fmla="*/ 137975 h 3086914"/>
              <a:gd name="connsiteX51" fmla="*/ 2099916 w 2964740"/>
              <a:gd name="connsiteY51" fmla="*/ 153857 h 3086914"/>
              <a:gd name="connsiteX52" fmla="*/ 2091690 w 2964740"/>
              <a:gd name="connsiteY52" fmla="*/ 329950 h 3086914"/>
              <a:gd name="connsiteX53" fmla="*/ 2184949 w 2964740"/>
              <a:gd name="connsiteY53" fmla="*/ 189369 h 3086914"/>
              <a:gd name="connsiteX54" fmla="*/ 2237565 w 2964740"/>
              <a:gd name="connsiteY54" fmla="*/ 219994 h 3086914"/>
              <a:gd name="connsiteX55" fmla="*/ 2089979 w 2964740"/>
              <a:gd name="connsiteY55" fmla="*/ 428829 h 3086914"/>
              <a:gd name="connsiteX56" fmla="*/ 2035816 w 2964740"/>
              <a:gd name="connsiteY56" fmla="*/ 403742 h 3086914"/>
              <a:gd name="connsiteX57" fmla="*/ 2043065 w 2964740"/>
              <a:gd name="connsiteY57" fmla="*/ 232700 h 3086914"/>
              <a:gd name="connsiteX58" fmla="*/ 1915760 w 2964740"/>
              <a:gd name="connsiteY58" fmla="*/ 348194 h 3086914"/>
              <a:gd name="connsiteX59" fmla="*/ 1860538 w 2964740"/>
              <a:gd name="connsiteY59" fmla="*/ 322701 h 3086914"/>
              <a:gd name="connsiteX60" fmla="*/ 1926593 w 2964740"/>
              <a:gd name="connsiteY60" fmla="*/ 75177 h 3086914"/>
              <a:gd name="connsiteX61" fmla="*/ 2387594 w 2964740"/>
              <a:gd name="connsiteY61" fmla="*/ 324085 h 3086914"/>
              <a:gd name="connsiteX62" fmla="*/ 2434183 w 2964740"/>
              <a:gd name="connsiteY62" fmla="*/ 362122 h 3086914"/>
              <a:gd name="connsiteX63" fmla="*/ 2336281 w 2964740"/>
              <a:gd name="connsiteY63" fmla="*/ 498875 h 3086914"/>
              <a:gd name="connsiteX64" fmla="*/ 2498120 w 2964740"/>
              <a:gd name="connsiteY64" fmla="*/ 428910 h 3086914"/>
              <a:gd name="connsiteX65" fmla="*/ 2525080 w 2964740"/>
              <a:gd name="connsiteY65" fmla="*/ 455299 h 3086914"/>
              <a:gd name="connsiteX66" fmla="*/ 2458210 w 2964740"/>
              <a:gd name="connsiteY66" fmla="*/ 618360 h 3086914"/>
              <a:gd name="connsiteX67" fmla="*/ 2592927 w 2964740"/>
              <a:gd name="connsiteY67" fmla="*/ 517527 h 3086914"/>
              <a:gd name="connsiteX68" fmla="*/ 2632348 w 2964740"/>
              <a:gd name="connsiteY68" fmla="*/ 563871 h 3086914"/>
              <a:gd name="connsiteX69" fmla="*/ 2423269 w 2964740"/>
              <a:gd name="connsiteY69" fmla="*/ 710886 h 3086914"/>
              <a:gd name="connsiteX70" fmla="*/ 2380671 w 2964740"/>
              <a:gd name="connsiteY70" fmla="*/ 669021 h 3086914"/>
              <a:gd name="connsiteX71" fmla="*/ 2444934 w 2964740"/>
              <a:gd name="connsiteY71" fmla="*/ 510359 h 3086914"/>
              <a:gd name="connsiteX72" fmla="*/ 2286271 w 2964740"/>
              <a:gd name="connsiteY72" fmla="*/ 576414 h 3086914"/>
              <a:gd name="connsiteX73" fmla="*/ 2242859 w 2964740"/>
              <a:gd name="connsiteY73" fmla="*/ 533816 h 3086914"/>
              <a:gd name="connsiteX74" fmla="*/ 2387594 w 2964740"/>
              <a:gd name="connsiteY74" fmla="*/ 324085 h 3086914"/>
              <a:gd name="connsiteX75" fmla="*/ 405208 w 2964740"/>
              <a:gd name="connsiteY75" fmla="*/ 2548456 h 3086914"/>
              <a:gd name="connsiteX76" fmla="*/ 293298 w 2964740"/>
              <a:gd name="connsiteY76" fmla="*/ 2515876 h 3086914"/>
              <a:gd name="connsiteX77" fmla="*/ 287026 w 2964740"/>
              <a:gd name="connsiteY77" fmla="*/ 2500971 h 3086914"/>
              <a:gd name="connsiteX78" fmla="*/ 448458 w 2964740"/>
              <a:gd name="connsiteY78" fmla="*/ 2484355 h 3086914"/>
              <a:gd name="connsiteX79" fmla="*/ 405208 w 2964740"/>
              <a:gd name="connsiteY79" fmla="*/ 2548456 h 3086914"/>
              <a:gd name="connsiteX80" fmla="*/ 326773 w 2964740"/>
              <a:gd name="connsiteY80" fmla="*/ 2403884 h 3086914"/>
              <a:gd name="connsiteX81" fmla="*/ 438847 w 2964740"/>
              <a:gd name="connsiteY81" fmla="*/ 2436870 h 3086914"/>
              <a:gd name="connsiteX82" fmla="*/ 444548 w 2964740"/>
              <a:gd name="connsiteY82" fmla="*/ 2450228 h 3086914"/>
              <a:gd name="connsiteX83" fmla="*/ 283687 w 2964740"/>
              <a:gd name="connsiteY83" fmla="*/ 2466925 h 3086914"/>
              <a:gd name="connsiteX84" fmla="*/ 326773 w 2964740"/>
              <a:gd name="connsiteY84" fmla="*/ 2403884 h 3086914"/>
              <a:gd name="connsiteX85" fmla="*/ 541147 w 2964740"/>
              <a:gd name="connsiteY85" fmla="*/ 2474826 h 3086914"/>
              <a:gd name="connsiteX86" fmla="*/ 537482 w 2964740"/>
              <a:gd name="connsiteY86" fmla="*/ 2440617 h 3086914"/>
              <a:gd name="connsiteX87" fmla="*/ 501563 w 2964740"/>
              <a:gd name="connsiteY87" fmla="*/ 2444364 h 3086914"/>
              <a:gd name="connsiteX88" fmla="*/ 488042 w 2964740"/>
              <a:gd name="connsiteY88" fmla="*/ 2410237 h 3086914"/>
              <a:gd name="connsiteX89" fmla="*/ 298266 w 2964740"/>
              <a:gd name="connsiteY89" fmla="*/ 2351512 h 3086914"/>
              <a:gd name="connsiteX90" fmla="*/ 225858 w 2964740"/>
              <a:gd name="connsiteY90" fmla="*/ 2473034 h 3086914"/>
              <a:gd name="connsiteX91" fmla="*/ 189043 w 2964740"/>
              <a:gd name="connsiteY91" fmla="*/ 2476862 h 3086914"/>
              <a:gd name="connsiteX92" fmla="*/ 193767 w 2964740"/>
              <a:gd name="connsiteY92" fmla="*/ 2510663 h 3086914"/>
              <a:gd name="connsiteX93" fmla="*/ 230175 w 2964740"/>
              <a:gd name="connsiteY93" fmla="*/ 2506917 h 3086914"/>
              <a:gd name="connsiteX94" fmla="*/ 244021 w 2964740"/>
              <a:gd name="connsiteY94" fmla="*/ 2542592 h 3086914"/>
              <a:gd name="connsiteX95" fmla="*/ 433797 w 2964740"/>
              <a:gd name="connsiteY95" fmla="*/ 2601397 h 3086914"/>
              <a:gd name="connsiteX96" fmla="*/ 506205 w 2964740"/>
              <a:gd name="connsiteY96" fmla="*/ 2478491 h 3086914"/>
              <a:gd name="connsiteX97" fmla="*/ 541147 w 2964740"/>
              <a:gd name="connsiteY97" fmla="*/ 2474826 h 3086914"/>
              <a:gd name="connsiteX98" fmla="*/ 2267620 w 2964740"/>
              <a:gd name="connsiteY98" fmla="*/ 2527605 h 3086914"/>
              <a:gd name="connsiteX99" fmla="*/ 2316896 w 2964740"/>
              <a:gd name="connsiteY99" fmla="*/ 2483460 h 3086914"/>
              <a:gd name="connsiteX100" fmla="*/ 2507324 w 2964740"/>
              <a:gd name="connsiteY100" fmla="*/ 2557334 h 3086914"/>
              <a:gd name="connsiteX101" fmla="*/ 2423187 w 2964740"/>
              <a:gd name="connsiteY101" fmla="*/ 2370734 h 3086914"/>
              <a:gd name="connsiteX102" fmla="*/ 2463667 w 2964740"/>
              <a:gd name="connsiteY102" fmla="*/ 2319584 h 3086914"/>
              <a:gd name="connsiteX103" fmla="*/ 2581605 w 2964740"/>
              <a:gd name="connsiteY103" fmla="*/ 2583071 h 3086914"/>
              <a:gd name="connsiteX104" fmla="*/ 2537379 w 2964740"/>
              <a:gd name="connsiteY104" fmla="*/ 2629986 h 3086914"/>
              <a:gd name="connsiteX105" fmla="*/ 2267620 w 2964740"/>
              <a:gd name="connsiteY105" fmla="*/ 2527605 h 3086914"/>
              <a:gd name="connsiteX106" fmla="*/ 1337229 w 2964740"/>
              <a:gd name="connsiteY106" fmla="*/ 253632 h 3086914"/>
              <a:gd name="connsiteX107" fmla="*/ 1283065 w 2964740"/>
              <a:gd name="connsiteY107" fmla="*/ 262591 h 3086914"/>
              <a:gd name="connsiteX108" fmla="*/ 1126764 w 2964740"/>
              <a:gd name="connsiteY108" fmla="*/ 131377 h 3086914"/>
              <a:gd name="connsiteX109" fmla="*/ 1155842 w 2964740"/>
              <a:gd name="connsiteY109" fmla="*/ 284257 h 3086914"/>
              <a:gd name="connsiteX110" fmla="*/ 1096873 w 2964740"/>
              <a:gd name="connsiteY110" fmla="*/ 294194 h 3086914"/>
              <a:gd name="connsiteX111" fmla="*/ 1049877 w 2964740"/>
              <a:gd name="connsiteY111" fmla="*/ 42190 h 3086914"/>
              <a:gd name="connsiteX112" fmla="*/ 1108520 w 2964740"/>
              <a:gd name="connsiteY112" fmla="*/ 32254 h 3086914"/>
              <a:gd name="connsiteX113" fmla="*/ 1109742 w 2964740"/>
              <a:gd name="connsiteY113" fmla="*/ 38362 h 3086914"/>
              <a:gd name="connsiteX114" fmla="*/ 1129941 w 2964740"/>
              <a:gd name="connsiteY114" fmla="*/ 66788 h 3086914"/>
              <a:gd name="connsiteX115" fmla="*/ 1266938 w 2964740"/>
              <a:gd name="connsiteY115" fmla="*/ 182527 h 3086914"/>
              <a:gd name="connsiteX116" fmla="*/ 1238920 w 2964740"/>
              <a:gd name="connsiteY116" fmla="*/ 10100 h 3086914"/>
              <a:gd name="connsiteX117" fmla="*/ 1298540 w 2964740"/>
              <a:gd name="connsiteY117" fmla="*/ 0 h 3086914"/>
              <a:gd name="connsiteX118" fmla="*/ 1337229 w 2964740"/>
              <a:gd name="connsiteY118" fmla="*/ 253632 h 3086914"/>
              <a:gd name="connsiteX119" fmla="*/ 2523858 w 2964740"/>
              <a:gd name="connsiteY119" fmla="*/ 2233086 h 3086914"/>
              <a:gd name="connsiteX120" fmla="*/ 2548700 w 2964740"/>
              <a:gd name="connsiteY120" fmla="*/ 2184135 h 3086914"/>
              <a:gd name="connsiteX121" fmla="*/ 2747028 w 2964740"/>
              <a:gd name="connsiteY121" fmla="*/ 2135998 h 3086914"/>
              <a:gd name="connsiteX122" fmla="*/ 2606691 w 2964740"/>
              <a:gd name="connsiteY122" fmla="*/ 2068803 h 3086914"/>
              <a:gd name="connsiteX123" fmla="*/ 2633651 w 2964740"/>
              <a:gd name="connsiteY123" fmla="*/ 2015454 h 3086914"/>
              <a:gd name="connsiteX124" fmla="*/ 2864477 w 2964740"/>
              <a:gd name="connsiteY124" fmla="*/ 2127039 h 3086914"/>
              <a:gd name="connsiteX125" fmla="*/ 2837762 w 2964740"/>
              <a:gd name="connsiteY125" fmla="*/ 2180144 h 3086914"/>
              <a:gd name="connsiteX126" fmla="*/ 2832142 w 2964740"/>
              <a:gd name="connsiteY126" fmla="*/ 2177456 h 3086914"/>
              <a:gd name="connsiteX127" fmla="*/ 2797363 w 2964740"/>
              <a:gd name="connsiteY127" fmla="*/ 2176886 h 3086914"/>
              <a:gd name="connsiteX128" fmla="*/ 2622981 w 2964740"/>
              <a:gd name="connsiteY128" fmla="*/ 2218587 h 3086914"/>
              <a:gd name="connsiteX129" fmla="*/ 2778467 w 2964740"/>
              <a:gd name="connsiteY129" fmla="*/ 2298245 h 3086914"/>
              <a:gd name="connsiteX130" fmla="*/ 2751263 w 2964740"/>
              <a:gd name="connsiteY130" fmla="*/ 2352245 h 3086914"/>
              <a:gd name="connsiteX131" fmla="*/ 2523858 w 2964740"/>
              <a:gd name="connsiteY131" fmla="*/ 2233086 h 3086914"/>
              <a:gd name="connsiteX132" fmla="*/ 230989 w 2964740"/>
              <a:gd name="connsiteY132" fmla="*/ 2015454 h 3086914"/>
              <a:gd name="connsiteX133" fmla="*/ 257542 w 2964740"/>
              <a:gd name="connsiteY133" fmla="*/ 2070513 h 3086914"/>
              <a:gd name="connsiteX134" fmla="*/ 168436 w 2964740"/>
              <a:gd name="connsiteY134" fmla="*/ 2113437 h 3086914"/>
              <a:gd name="connsiteX135" fmla="*/ 298755 w 2964740"/>
              <a:gd name="connsiteY135" fmla="*/ 2155953 h 3086914"/>
              <a:gd name="connsiteX136" fmla="*/ 326936 w 2964740"/>
              <a:gd name="connsiteY136" fmla="*/ 2214352 h 3086914"/>
              <a:gd name="connsiteX137" fmla="*/ 173894 w 2964740"/>
              <a:gd name="connsiteY137" fmla="*/ 2171021 h 3086914"/>
              <a:gd name="connsiteX138" fmla="*/ 101404 w 2964740"/>
              <a:gd name="connsiteY138" fmla="*/ 2336933 h 3086914"/>
              <a:gd name="connsiteX139" fmla="*/ 68336 w 2964740"/>
              <a:gd name="connsiteY139" fmla="*/ 2268353 h 3086914"/>
              <a:gd name="connsiteX140" fmla="*/ 128608 w 2964740"/>
              <a:gd name="connsiteY140" fmla="*/ 2132740 h 3086914"/>
              <a:gd name="connsiteX141" fmla="*/ 26634 w 2964740"/>
              <a:gd name="connsiteY141" fmla="*/ 2181935 h 3086914"/>
              <a:gd name="connsiteX142" fmla="*/ 0 w 2964740"/>
              <a:gd name="connsiteY142" fmla="*/ 2126876 h 3086914"/>
              <a:gd name="connsiteX143" fmla="*/ 230989 w 2964740"/>
              <a:gd name="connsiteY143" fmla="*/ 2015454 h 3086914"/>
              <a:gd name="connsiteX144" fmla="*/ 682542 w 2964740"/>
              <a:gd name="connsiteY144" fmla="*/ 2722349 h 3086914"/>
              <a:gd name="connsiteX145" fmla="*/ 731248 w 2964740"/>
              <a:gd name="connsiteY145" fmla="*/ 2719173 h 3086914"/>
              <a:gd name="connsiteX146" fmla="*/ 714959 w 2964740"/>
              <a:gd name="connsiteY146" fmla="*/ 2674783 h 3086914"/>
              <a:gd name="connsiteX147" fmla="*/ 681972 w 2964740"/>
              <a:gd name="connsiteY147" fmla="*/ 2652303 h 3086914"/>
              <a:gd name="connsiteX148" fmla="*/ 649555 w 2964740"/>
              <a:gd name="connsiteY148" fmla="*/ 2699869 h 3086914"/>
              <a:gd name="connsiteX149" fmla="*/ 682542 w 2964740"/>
              <a:gd name="connsiteY149" fmla="*/ 2722349 h 3086914"/>
              <a:gd name="connsiteX150" fmla="*/ 635465 w 2964740"/>
              <a:gd name="connsiteY150" fmla="*/ 2819273 h 3086914"/>
              <a:gd name="connsiteX151" fmla="*/ 686207 w 2964740"/>
              <a:gd name="connsiteY151" fmla="*/ 2815771 h 3086914"/>
              <a:gd name="connsiteX152" fmla="*/ 670162 w 2964740"/>
              <a:gd name="connsiteY152" fmla="*/ 2768449 h 3086914"/>
              <a:gd name="connsiteX153" fmla="*/ 624225 w 2964740"/>
              <a:gd name="connsiteY153" fmla="*/ 2737092 h 3086914"/>
              <a:gd name="connsiteX154" fmla="*/ 589527 w 2964740"/>
              <a:gd name="connsiteY154" fmla="*/ 2787916 h 3086914"/>
              <a:gd name="connsiteX155" fmla="*/ 635465 w 2964740"/>
              <a:gd name="connsiteY155" fmla="*/ 2819273 h 3086914"/>
              <a:gd name="connsiteX156" fmla="*/ 657456 w 2964740"/>
              <a:gd name="connsiteY156" fmla="*/ 2579732 h 3086914"/>
              <a:gd name="connsiteX157" fmla="*/ 741267 w 2964740"/>
              <a:gd name="connsiteY157" fmla="*/ 2636909 h 3086914"/>
              <a:gd name="connsiteX158" fmla="*/ 786226 w 2964740"/>
              <a:gd name="connsiteY158" fmla="*/ 2746458 h 3086914"/>
              <a:gd name="connsiteX159" fmla="*/ 727420 w 2964740"/>
              <a:gd name="connsiteY159" fmla="*/ 2771544 h 3086914"/>
              <a:gd name="connsiteX160" fmla="*/ 735158 w 2964740"/>
              <a:gd name="connsiteY160" fmla="*/ 2851771 h 3086914"/>
              <a:gd name="connsiteX161" fmla="*/ 609727 w 2964740"/>
              <a:gd name="connsiteY161" fmla="*/ 2857554 h 3086914"/>
              <a:gd name="connsiteX162" fmla="*/ 512884 w 2964740"/>
              <a:gd name="connsiteY162" fmla="*/ 2791499 h 3086914"/>
              <a:gd name="connsiteX163" fmla="*/ 657456 w 2964740"/>
              <a:gd name="connsiteY163" fmla="*/ 2579732 h 3086914"/>
              <a:gd name="connsiteX164" fmla="*/ 2886469 w 2964740"/>
              <a:gd name="connsiteY164" fmla="*/ 1944105 h 3086914"/>
              <a:gd name="connsiteX165" fmla="*/ 2857961 w 2964740"/>
              <a:gd name="connsiteY165" fmla="*/ 1893688 h 3086914"/>
              <a:gd name="connsiteX166" fmla="*/ 2907564 w 2964740"/>
              <a:gd name="connsiteY166" fmla="*/ 1831786 h 3086914"/>
              <a:gd name="connsiteX167" fmla="*/ 2887446 w 2964740"/>
              <a:gd name="connsiteY167" fmla="*/ 1784465 h 3086914"/>
              <a:gd name="connsiteX168" fmla="*/ 2842568 w 2964740"/>
              <a:gd name="connsiteY168" fmla="*/ 1829262 h 3086914"/>
              <a:gd name="connsiteX169" fmla="*/ 2743933 w 2964740"/>
              <a:gd name="connsiteY169" fmla="*/ 1905091 h 3086914"/>
              <a:gd name="connsiteX170" fmla="*/ 2685941 w 2964740"/>
              <a:gd name="connsiteY170" fmla="*/ 1792039 h 3086914"/>
              <a:gd name="connsiteX171" fmla="*/ 2745318 w 2964740"/>
              <a:gd name="connsiteY171" fmla="*/ 1701468 h 3086914"/>
              <a:gd name="connsiteX172" fmla="*/ 2772603 w 2964740"/>
              <a:gd name="connsiteY172" fmla="*/ 1750501 h 3086914"/>
              <a:gd name="connsiteX173" fmla="*/ 2735544 w 2964740"/>
              <a:gd name="connsiteY173" fmla="*/ 1803687 h 3086914"/>
              <a:gd name="connsiteX174" fmla="*/ 2751019 w 2964740"/>
              <a:gd name="connsiteY174" fmla="*/ 1846366 h 3086914"/>
              <a:gd name="connsiteX175" fmla="*/ 2792558 w 2964740"/>
              <a:gd name="connsiteY175" fmla="*/ 1804094 h 3086914"/>
              <a:gd name="connsiteX176" fmla="*/ 2894125 w 2964740"/>
              <a:gd name="connsiteY176" fmla="*/ 1725333 h 3086914"/>
              <a:gd name="connsiteX177" fmla="*/ 2957736 w 2964740"/>
              <a:gd name="connsiteY177" fmla="*/ 1843597 h 3086914"/>
              <a:gd name="connsiteX178" fmla="*/ 2886469 w 2964740"/>
              <a:gd name="connsiteY178" fmla="*/ 1944105 h 3086914"/>
              <a:gd name="connsiteX179" fmla="*/ 2714367 w 2964740"/>
              <a:gd name="connsiteY179" fmla="*/ 1367120 h 3086914"/>
              <a:gd name="connsiteX180" fmla="*/ 2701417 w 2964740"/>
              <a:gd name="connsiteY180" fmla="*/ 1307337 h 3086914"/>
              <a:gd name="connsiteX181" fmla="*/ 2798096 w 2964740"/>
              <a:gd name="connsiteY181" fmla="*/ 1286323 h 3086914"/>
              <a:gd name="connsiteX182" fmla="*/ 2681299 w 2964740"/>
              <a:gd name="connsiteY182" fmla="*/ 1214648 h 3086914"/>
              <a:gd name="connsiteX183" fmla="*/ 2667534 w 2964740"/>
              <a:gd name="connsiteY183" fmla="*/ 1151281 h 3086914"/>
              <a:gd name="connsiteX184" fmla="*/ 2806241 w 2964740"/>
              <a:gd name="connsiteY184" fmla="*/ 1229146 h 3086914"/>
              <a:gd name="connsiteX185" fmla="*/ 2915464 w 2964740"/>
              <a:gd name="connsiteY185" fmla="*/ 1084737 h 3086914"/>
              <a:gd name="connsiteX186" fmla="*/ 2931591 w 2964740"/>
              <a:gd name="connsiteY186" fmla="*/ 1159181 h 3086914"/>
              <a:gd name="connsiteX187" fmla="*/ 2841346 w 2964740"/>
              <a:gd name="connsiteY187" fmla="*/ 1276956 h 3086914"/>
              <a:gd name="connsiteX188" fmla="*/ 2951954 w 2964740"/>
              <a:gd name="connsiteY188" fmla="*/ 1252929 h 3086914"/>
              <a:gd name="connsiteX189" fmla="*/ 2964904 w 2964740"/>
              <a:gd name="connsiteY189" fmla="*/ 1312713 h 3086914"/>
              <a:gd name="connsiteX190" fmla="*/ 2714367 w 2964740"/>
              <a:gd name="connsiteY190" fmla="*/ 1367120 h 3086914"/>
              <a:gd name="connsiteX191" fmla="*/ 966717 w 2964740"/>
              <a:gd name="connsiteY191" fmla="*/ 338990 h 3086914"/>
              <a:gd name="connsiteX192" fmla="*/ 791521 w 2964740"/>
              <a:gd name="connsiteY192" fmla="*/ 421661 h 3086914"/>
              <a:gd name="connsiteX193" fmla="*/ 769774 w 2964740"/>
              <a:gd name="connsiteY193" fmla="*/ 375642 h 3086914"/>
              <a:gd name="connsiteX194" fmla="*/ 889667 w 2964740"/>
              <a:gd name="connsiteY194" fmla="*/ 319036 h 3086914"/>
              <a:gd name="connsiteX195" fmla="*/ 868409 w 2964740"/>
              <a:gd name="connsiteY195" fmla="*/ 273994 h 3086914"/>
              <a:gd name="connsiteX196" fmla="*/ 768308 w 2964740"/>
              <a:gd name="connsiteY196" fmla="*/ 321235 h 3086914"/>
              <a:gd name="connsiteX197" fmla="*/ 746642 w 2964740"/>
              <a:gd name="connsiteY197" fmla="*/ 275216 h 3086914"/>
              <a:gd name="connsiteX198" fmla="*/ 846662 w 2964740"/>
              <a:gd name="connsiteY198" fmla="*/ 227976 h 3086914"/>
              <a:gd name="connsiteX199" fmla="*/ 823693 w 2964740"/>
              <a:gd name="connsiteY199" fmla="*/ 179269 h 3086914"/>
              <a:gd name="connsiteX200" fmla="*/ 703800 w 2964740"/>
              <a:gd name="connsiteY200" fmla="*/ 235876 h 3086914"/>
              <a:gd name="connsiteX201" fmla="*/ 682053 w 2964740"/>
              <a:gd name="connsiteY201" fmla="*/ 189776 h 3086914"/>
              <a:gd name="connsiteX202" fmla="*/ 857331 w 2964740"/>
              <a:gd name="connsiteY202" fmla="*/ 107105 h 3086914"/>
              <a:gd name="connsiteX203" fmla="*/ 966717 w 2964740"/>
              <a:gd name="connsiteY203" fmla="*/ 338990 h 3086914"/>
              <a:gd name="connsiteX204" fmla="*/ 958084 w 2964740"/>
              <a:gd name="connsiteY204" fmla="*/ 2745481 h 3086914"/>
              <a:gd name="connsiteX205" fmla="*/ 1142891 w 2964740"/>
              <a:gd name="connsiteY205" fmla="*/ 2803635 h 3086914"/>
              <a:gd name="connsiteX206" fmla="*/ 1127660 w 2964740"/>
              <a:gd name="connsiteY206" fmla="*/ 2852179 h 3086914"/>
              <a:gd name="connsiteX207" fmla="*/ 1001170 w 2964740"/>
              <a:gd name="connsiteY207" fmla="*/ 2812350 h 3086914"/>
              <a:gd name="connsiteX208" fmla="*/ 986265 w 2964740"/>
              <a:gd name="connsiteY208" fmla="*/ 2859835 h 3086914"/>
              <a:gd name="connsiteX209" fmla="*/ 1091742 w 2964740"/>
              <a:gd name="connsiteY209" fmla="*/ 2893066 h 3086914"/>
              <a:gd name="connsiteX210" fmla="*/ 1076510 w 2964740"/>
              <a:gd name="connsiteY210" fmla="*/ 2941610 h 3086914"/>
              <a:gd name="connsiteX211" fmla="*/ 970953 w 2964740"/>
              <a:gd name="connsiteY211" fmla="*/ 2908460 h 3086914"/>
              <a:gd name="connsiteX212" fmla="*/ 954826 w 2964740"/>
              <a:gd name="connsiteY212" fmla="*/ 2959773 h 3086914"/>
              <a:gd name="connsiteX213" fmla="*/ 1081316 w 2964740"/>
              <a:gd name="connsiteY213" fmla="*/ 2999601 h 3086914"/>
              <a:gd name="connsiteX214" fmla="*/ 1066004 w 2964740"/>
              <a:gd name="connsiteY214" fmla="*/ 3048226 h 3086914"/>
              <a:gd name="connsiteX215" fmla="*/ 881196 w 2964740"/>
              <a:gd name="connsiteY215" fmla="*/ 2990072 h 3086914"/>
              <a:gd name="connsiteX216" fmla="*/ 958084 w 2964740"/>
              <a:gd name="connsiteY216" fmla="*/ 2745481 h 3086914"/>
              <a:gd name="connsiteX217" fmla="*/ 2163772 w 2964740"/>
              <a:gd name="connsiteY217" fmla="*/ 2789545 h 3086914"/>
              <a:gd name="connsiteX218" fmla="*/ 2148541 w 2964740"/>
              <a:gd name="connsiteY218" fmla="*/ 2687489 h 3086914"/>
              <a:gd name="connsiteX219" fmla="*/ 2234307 w 2964740"/>
              <a:gd name="connsiteY219" fmla="*/ 2745562 h 3086914"/>
              <a:gd name="connsiteX220" fmla="*/ 2163772 w 2964740"/>
              <a:gd name="connsiteY220" fmla="*/ 2789545 h 3086914"/>
              <a:gd name="connsiteX221" fmla="*/ 2327729 w 2964740"/>
              <a:gd name="connsiteY221" fmla="*/ 2808767 h 3086914"/>
              <a:gd name="connsiteX222" fmla="*/ 2379531 w 2964740"/>
              <a:gd name="connsiteY222" fmla="*/ 2770322 h 3086914"/>
              <a:gd name="connsiteX223" fmla="*/ 2144876 w 2964740"/>
              <a:gd name="connsiteY223" fmla="*/ 2619479 h 3086914"/>
              <a:gd name="connsiteX224" fmla="*/ 2090305 w 2964740"/>
              <a:gd name="connsiteY224" fmla="*/ 2653851 h 3086914"/>
              <a:gd name="connsiteX225" fmla="*/ 2125247 w 2964740"/>
              <a:gd name="connsiteY225" fmla="*/ 2930370 h 3086914"/>
              <a:gd name="connsiteX226" fmla="*/ 2180469 w 2964740"/>
              <a:gd name="connsiteY226" fmla="*/ 2901455 h 3086914"/>
              <a:gd name="connsiteX227" fmla="*/ 2171999 w 2964740"/>
              <a:gd name="connsiteY227" fmla="*/ 2844523 h 3086914"/>
              <a:gd name="connsiteX228" fmla="*/ 2280570 w 2964740"/>
              <a:gd name="connsiteY228" fmla="*/ 2776839 h 3086914"/>
              <a:gd name="connsiteX229" fmla="*/ 2327729 w 2964740"/>
              <a:gd name="connsiteY229" fmla="*/ 2808767 h 3086914"/>
              <a:gd name="connsiteX230" fmla="*/ 1432198 w 2964740"/>
              <a:gd name="connsiteY230" fmla="*/ 2344752 h 3086914"/>
              <a:gd name="connsiteX231" fmla="*/ 1173028 w 2964740"/>
              <a:gd name="connsiteY231" fmla="*/ 2415450 h 3086914"/>
              <a:gd name="connsiteX232" fmla="*/ 1432198 w 2964740"/>
              <a:gd name="connsiteY232" fmla="*/ 2452591 h 3086914"/>
              <a:gd name="connsiteX233" fmla="*/ 1691368 w 2964740"/>
              <a:gd name="connsiteY233" fmla="*/ 2415450 h 3086914"/>
              <a:gd name="connsiteX234" fmla="*/ 1432198 w 2964740"/>
              <a:gd name="connsiteY234" fmla="*/ 2344752 h 3086914"/>
              <a:gd name="connsiteX235" fmla="*/ 1917878 w 2964740"/>
              <a:gd name="connsiteY235" fmla="*/ 2191872 h 3086914"/>
              <a:gd name="connsiteX236" fmla="*/ 1768338 w 2964740"/>
              <a:gd name="connsiteY236" fmla="*/ 2227873 h 3086914"/>
              <a:gd name="connsiteX237" fmla="*/ 1619205 w 2964740"/>
              <a:gd name="connsiteY237" fmla="*/ 2189755 h 3086914"/>
              <a:gd name="connsiteX238" fmla="*/ 1432117 w 2964740"/>
              <a:gd name="connsiteY238" fmla="*/ 2134288 h 3086914"/>
              <a:gd name="connsiteX239" fmla="*/ 1245028 w 2964740"/>
              <a:gd name="connsiteY239" fmla="*/ 2189755 h 3086914"/>
              <a:gd name="connsiteX240" fmla="*/ 1095895 w 2964740"/>
              <a:gd name="connsiteY240" fmla="*/ 2227873 h 3086914"/>
              <a:gd name="connsiteX241" fmla="*/ 946355 w 2964740"/>
              <a:gd name="connsiteY241" fmla="*/ 2191872 h 3086914"/>
              <a:gd name="connsiteX242" fmla="*/ 745013 w 2964740"/>
              <a:gd name="connsiteY242" fmla="*/ 2138442 h 3086914"/>
              <a:gd name="connsiteX243" fmla="*/ 1098502 w 2964740"/>
              <a:gd name="connsiteY243" fmla="*/ 2327077 h 3086914"/>
              <a:gd name="connsiteX244" fmla="*/ 1283961 w 2964740"/>
              <a:gd name="connsiteY244" fmla="*/ 2284235 h 3086914"/>
              <a:gd name="connsiteX245" fmla="*/ 1432117 w 2964740"/>
              <a:gd name="connsiteY245" fmla="*/ 2236343 h 3086914"/>
              <a:gd name="connsiteX246" fmla="*/ 1580272 w 2964740"/>
              <a:gd name="connsiteY246" fmla="*/ 2284235 h 3086914"/>
              <a:gd name="connsiteX247" fmla="*/ 1765731 w 2964740"/>
              <a:gd name="connsiteY247" fmla="*/ 2327077 h 3086914"/>
              <a:gd name="connsiteX248" fmla="*/ 2119220 w 2964740"/>
              <a:gd name="connsiteY248" fmla="*/ 2138442 h 3086914"/>
              <a:gd name="connsiteX249" fmla="*/ 1917878 w 2964740"/>
              <a:gd name="connsiteY249" fmla="*/ 2191872 h 3086914"/>
              <a:gd name="connsiteX250" fmla="*/ 2114577 w 2964740"/>
              <a:gd name="connsiteY250" fmla="*/ 1920077 h 3086914"/>
              <a:gd name="connsiteX251" fmla="*/ 1920403 w 2964740"/>
              <a:gd name="connsiteY251" fmla="*/ 1983037 h 3086914"/>
              <a:gd name="connsiteX252" fmla="*/ 1772736 w 2964740"/>
              <a:gd name="connsiteY252" fmla="*/ 2026857 h 3086914"/>
              <a:gd name="connsiteX253" fmla="*/ 1624988 w 2964740"/>
              <a:gd name="connsiteY253" fmla="*/ 1983037 h 3086914"/>
              <a:gd name="connsiteX254" fmla="*/ 1432198 w 2964740"/>
              <a:gd name="connsiteY254" fmla="*/ 1929525 h 3086914"/>
              <a:gd name="connsiteX255" fmla="*/ 1239408 w 2964740"/>
              <a:gd name="connsiteY255" fmla="*/ 1983037 h 3086914"/>
              <a:gd name="connsiteX256" fmla="*/ 1091660 w 2964740"/>
              <a:gd name="connsiteY256" fmla="*/ 2026857 h 3086914"/>
              <a:gd name="connsiteX257" fmla="*/ 943993 w 2964740"/>
              <a:gd name="connsiteY257" fmla="*/ 1983037 h 3086914"/>
              <a:gd name="connsiteX258" fmla="*/ 749819 w 2964740"/>
              <a:gd name="connsiteY258" fmla="*/ 1920077 h 3086914"/>
              <a:gd name="connsiteX259" fmla="*/ 614125 w 2964740"/>
              <a:gd name="connsiteY259" fmla="*/ 1939543 h 3086914"/>
              <a:gd name="connsiteX260" fmla="*/ 667148 w 2964740"/>
              <a:gd name="connsiteY260" fmla="*/ 2031825 h 3086914"/>
              <a:gd name="connsiteX261" fmla="*/ 749737 w 2964740"/>
              <a:gd name="connsiteY261" fmla="*/ 2023843 h 3086914"/>
              <a:gd name="connsiteX262" fmla="*/ 902291 w 2964740"/>
              <a:gd name="connsiteY262" fmla="*/ 2067581 h 3086914"/>
              <a:gd name="connsiteX263" fmla="*/ 1082945 w 2964740"/>
              <a:gd name="connsiteY263" fmla="*/ 2127283 h 3086914"/>
              <a:gd name="connsiteX264" fmla="*/ 1279237 w 2964740"/>
              <a:gd name="connsiteY264" fmla="*/ 2070513 h 3086914"/>
              <a:gd name="connsiteX265" fmla="*/ 1432198 w 2964740"/>
              <a:gd name="connsiteY265" fmla="*/ 2029056 h 3086914"/>
              <a:gd name="connsiteX266" fmla="*/ 1585159 w 2964740"/>
              <a:gd name="connsiteY266" fmla="*/ 2070513 h 3086914"/>
              <a:gd name="connsiteX267" fmla="*/ 1781451 w 2964740"/>
              <a:gd name="connsiteY267" fmla="*/ 2127283 h 3086914"/>
              <a:gd name="connsiteX268" fmla="*/ 1962105 w 2964740"/>
              <a:gd name="connsiteY268" fmla="*/ 2067581 h 3086914"/>
              <a:gd name="connsiteX269" fmla="*/ 2114658 w 2964740"/>
              <a:gd name="connsiteY269" fmla="*/ 2023843 h 3086914"/>
              <a:gd name="connsiteX270" fmla="*/ 2197248 w 2964740"/>
              <a:gd name="connsiteY270" fmla="*/ 2031825 h 3086914"/>
              <a:gd name="connsiteX271" fmla="*/ 2250271 w 2964740"/>
              <a:gd name="connsiteY271" fmla="*/ 1939543 h 3086914"/>
              <a:gd name="connsiteX272" fmla="*/ 2114577 w 2964740"/>
              <a:gd name="connsiteY272" fmla="*/ 1920077 h 3086914"/>
              <a:gd name="connsiteX273" fmla="*/ 1038800 w 2964740"/>
              <a:gd name="connsiteY273" fmla="*/ 776941 h 3086914"/>
              <a:gd name="connsiteX274" fmla="*/ 961016 w 2964740"/>
              <a:gd name="connsiteY274" fmla="*/ 759349 h 3086914"/>
              <a:gd name="connsiteX275" fmla="*/ 1015179 w 2964740"/>
              <a:gd name="connsiteY275" fmla="*/ 817910 h 3086914"/>
              <a:gd name="connsiteX276" fmla="*/ 961016 w 2964740"/>
              <a:gd name="connsiteY276" fmla="*/ 876472 h 3086914"/>
              <a:gd name="connsiteX277" fmla="*/ 1038800 w 2964740"/>
              <a:gd name="connsiteY277" fmla="*/ 858879 h 3086914"/>
              <a:gd name="connsiteX278" fmla="*/ 1062420 w 2964740"/>
              <a:gd name="connsiteY278" fmla="*/ 935034 h 3086914"/>
              <a:gd name="connsiteX279" fmla="*/ 1086040 w 2964740"/>
              <a:gd name="connsiteY279" fmla="*/ 858879 h 3086914"/>
              <a:gd name="connsiteX280" fmla="*/ 1163824 w 2964740"/>
              <a:gd name="connsiteY280" fmla="*/ 876472 h 3086914"/>
              <a:gd name="connsiteX281" fmla="*/ 1109660 w 2964740"/>
              <a:gd name="connsiteY281" fmla="*/ 817910 h 3086914"/>
              <a:gd name="connsiteX282" fmla="*/ 1163824 w 2964740"/>
              <a:gd name="connsiteY282" fmla="*/ 759349 h 3086914"/>
              <a:gd name="connsiteX283" fmla="*/ 1086040 w 2964740"/>
              <a:gd name="connsiteY283" fmla="*/ 776941 h 3086914"/>
              <a:gd name="connsiteX284" fmla="*/ 1062420 w 2964740"/>
              <a:gd name="connsiteY284" fmla="*/ 700787 h 3086914"/>
              <a:gd name="connsiteX285" fmla="*/ 1038800 w 2964740"/>
              <a:gd name="connsiteY285" fmla="*/ 776941 h 3086914"/>
              <a:gd name="connsiteX286" fmla="*/ 2027427 w 2964740"/>
              <a:gd name="connsiteY286" fmla="*/ 1425438 h 3086914"/>
              <a:gd name="connsiteX287" fmla="*/ 2052106 w 2964740"/>
              <a:gd name="connsiteY287" fmla="*/ 1425438 h 3086914"/>
              <a:gd name="connsiteX288" fmla="*/ 2052106 w 2964740"/>
              <a:gd name="connsiteY288" fmla="*/ 1389030 h 3086914"/>
              <a:gd name="connsiteX289" fmla="*/ 2020422 w 2964740"/>
              <a:gd name="connsiteY289" fmla="*/ 1349446 h 3086914"/>
              <a:gd name="connsiteX290" fmla="*/ 2020178 w 2964740"/>
              <a:gd name="connsiteY290" fmla="*/ 1349446 h 3086914"/>
              <a:gd name="connsiteX291" fmla="*/ 2018467 w 2964740"/>
              <a:gd name="connsiteY291" fmla="*/ 1317681 h 3086914"/>
              <a:gd name="connsiteX292" fmla="*/ 2049011 w 2964740"/>
              <a:gd name="connsiteY292" fmla="*/ 1292920 h 3086914"/>
              <a:gd name="connsiteX293" fmla="*/ 2055119 w 2964740"/>
              <a:gd name="connsiteY293" fmla="*/ 1227517 h 3086914"/>
              <a:gd name="connsiteX294" fmla="*/ 2010485 w 2964740"/>
              <a:gd name="connsiteY294" fmla="*/ 1227517 h 3086914"/>
              <a:gd name="connsiteX295" fmla="*/ 2004702 w 2964740"/>
              <a:gd name="connsiteY295" fmla="*/ 1273861 h 3086914"/>
              <a:gd name="connsiteX296" fmla="*/ 1961535 w 2964740"/>
              <a:gd name="connsiteY296" fmla="*/ 1273861 h 3086914"/>
              <a:gd name="connsiteX297" fmla="*/ 1955182 w 2964740"/>
              <a:gd name="connsiteY297" fmla="*/ 1227517 h 3086914"/>
              <a:gd name="connsiteX298" fmla="*/ 1930584 w 2964740"/>
              <a:gd name="connsiteY298" fmla="*/ 1227517 h 3086914"/>
              <a:gd name="connsiteX299" fmla="*/ 1905905 w 2964740"/>
              <a:gd name="connsiteY299" fmla="*/ 1227517 h 3086914"/>
              <a:gd name="connsiteX300" fmla="*/ 1899552 w 2964740"/>
              <a:gd name="connsiteY300" fmla="*/ 1273861 h 3086914"/>
              <a:gd name="connsiteX301" fmla="*/ 1856384 w 2964740"/>
              <a:gd name="connsiteY301" fmla="*/ 1273861 h 3086914"/>
              <a:gd name="connsiteX302" fmla="*/ 1850601 w 2964740"/>
              <a:gd name="connsiteY302" fmla="*/ 1227517 h 3086914"/>
              <a:gd name="connsiteX303" fmla="*/ 1805967 w 2964740"/>
              <a:gd name="connsiteY303" fmla="*/ 1227517 h 3086914"/>
              <a:gd name="connsiteX304" fmla="*/ 1812076 w 2964740"/>
              <a:gd name="connsiteY304" fmla="*/ 1292920 h 3086914"/>
              <a:gd name="connsiteX305" fmla="*/ 1842619 w 2964740"/>
              <a:gd name="connsiteY305" fmla="*/ 1317681 h 3086914"/>
              <a:gd name="connsiteX306" fmla="*/ 1840827 w 2964740"/>
              <a:gd name="connsiteY306" fmla="*/ 1349446 h 3086914"/>
              <a:gd name="connsiteX307" fmla="*/ 1840664 w 2964740"/>
              <a:gd name="connsiteY307" fmla="*/ 1349446 h 3086914"/>
              <a:gd name="connsiteX308" fmla="*/ 1808899 w 2964740"/>
              <a:gd name="connsiteY308" fmla="*/ 1389030 h 3086914"/>
              <a:gd name="connsiteX309" fmla="*/ 1808899 w 2964740"/>
              <a:gd name="connsiteY309" fmla="*/ 1425438 h 3086914"/>
              <a:gd name="connsiteX310" fmla="*/ 1833578 w 2964740"/>
              <a:gd name="connsiteY310" fmla="*/ 1425438 h 3086914"/>
              <a:gd name="connsiteX311" fmla="*/ 1771514 w 2964740"/>
              <a:gd name="connsiteY311" fmla="*/ 1859153 h 3086914"/>
              <a:gd name="connsiteX312" fmla="*/ 1930584 w 2964740"/>
              <a:gd name="connsiteY312" fmla="*/ 1859153 h 3086914"/>
              <a:gd name="connsiteX313" fmla="*/ 2089654 w 2964740"/>
              <a:gd name="connsiteY313" fmla="*/ 1859153 h 3086914"/>
              <a:gd name="connsiteX314" fmla="*/ 2027427 w 2964740"/>
              <a:gd name="connsiteY314" fmla="*/ 1425438 h 3086914"/>
              <a:gd name="connsiteX315" fmla="*/ 2029626 w 2964740"/>
              <a:gd name="connsiteY315" fmla="*/ 1184838 h 3086914"/>
              <a:gd name="connsiteX316" fmla="*/ 2029626 w 2964740"/>
              <a:gd name="connsiteY316" fmla="*/ 1163498 h 3086914"/>
              <a:gd name="connsiteX317" fmla="*/ 1930421 w 2964740"/>
              <a:gd name="connsiteY317" fmla="*/ 1063967 h 3086914"/>
              <a:gd name="connsiteX318" fmla="*/ 1831216 w 2964740"/>
              <a:gd name="connsiteY318" fmla="*/ 1163498 h 3086914"/>
              <a:gd name="connsiteX319" fmla="*/ 1831216 w 2964740"/>
              <a:gd name="connsiteY319" fmla="*/ 1184838 h 3086914"/>
              <a:gd name="connsiteX320" fmla="*/ 2029626 w 2964740"/>
              <a:gd name="connsiteY320" fmla="*/ 1184838 h 3086914"/>
              <a:gd name="connsiteX321" fmla="*/ 1030899 w 2964740"/>
              <a:gd name="connsiteY321" fmla="*/ 1425438 h 3086914"/>
              <a:gd name="connsiteX322" fmla="*/ 1055578 w 2964740"/>
              <a:gd name="connsiteY322" fmla="*/ 1425438 h 3086914"/>
              <a:gd name="connsiteX323" fmla="*/ 1055578 w 2964740"/>
              <a:gd name="connsiteY323" fmla="*/ 1389030 h 3086914"/>
              <a:gd name="connsiteX324" fmla="*/ 1023813 w 2964740"/>
              <a:gd name="connsiteY324" fmla="*/ 1349446 h 3086914"/>
              <a:gd name="connsiteX325" fmla="*/ 1023650 w 2964740"/>
              <a:gd name="connsiteY325" fmla="*/ 1349446 h 3086914"/>
              <a:gd name="connsiteX326" fmla="*/ 1021858 w 2964740"/>
              <a:gd name="connsiteY326" fmla="*/ 1317681 h 3086914"/>
              <a:gd name="connsiteX327" fmla="*/ 1052402 w 2964740"/>
              <a:gd name="connsiteY327" fmla="*/ 1292920 h 3086914"/>
              <a:gd name="connsiteX328" fmla="*/ 1058510 w 2964740"/>
              <a:gd name="connsiteY328" fmla="*/ 1227517 h 3086914"/>
              <a:gd name="connsiteX329" fmla="*/ 1013876 w 2964740"/>
              <a:gd name="connsiteY329" fmla="*/ 1227517 h 3086914"/>
              <a:gd name="connsiteX330" fmla="*/ 1008093 w 2964740"/>
              <a:gd name="connsiteY330" fmla="*/ 1273861 h 3086914"/>
              <a:gd name="connsiteX331" fmla="*/ 964925 w 2964740"/>
              <a:gd name="connsiteY331" fmla="*/ 1273861 h 3086914"/>
              <a:gd name="connsiteX332" fmla="*/ 958572 w 2964740"/>
              <a:gd name="connsiteY332" fmla="*/ 1227517 h 3086914"/>
              <a:gd name="connsiteX333" fmla="*/ 933893 w 2964740"/>
              <a:gd name="connsiteY333" fmla="*/ 1227517 h 3086914"/>
              <a:gd name="connsiteX334" fmla="*/ 909296 w 2964740"/>
              <a:gd name="connsiteY334" fmla="*/ 1227517 h 3086914"/>
              <a:gd name="connsiteX335" fmla="*/ 902943 w 2964740"/>
              <a:gd name="connsiteY335" fmla="*/ 1273861 h 3086914"/>
              <a:gd name="connsiteX336" fmla="*/ 859775 w 2964740"/>
              <a:gd name="connsiteY336" fmla="*/ 1273861 h 3086914"/>
              <a:gd name="connsiteX337" fmla="*/ 853992 w 2964740"/>
              <a:gd name="connsiteY337" fmla="*/ 1227517 h 3086914"/>
              <a:gd name="connsiteX338" fmla="*/ 809358 w 2964740"/>
              <a:gd name="connsiteY338" fmla="*/ 1227517 h 3086914"/>
              <a:gd name="connsiteX339" fmla="*/ 815385 w 2964740"/>
              <a:gd name="connsiteY339" fmla="*/ 1292920 h 3086914"/>
              <a:gd name="connsiteX340" fmla="*/ 845929 w 2964740"/>
              <a:gd name="connsiteY340" fmla="*/ 1317681 h 3086914"/>
              <a:gd name="connsiteX341" fmla="*/ 844137 w 2964740"/>
              <a:gd name="connsiteY341" fmla="*/ 1349446 h 3086914"/>
              <a:gd name="connsiteX342" fmla="*/ 843974 w 2964740"/>
              <a:gd name="connsiteY342" fmla="*/ 1349446 h 3086914"/>
              <a:gd name="connsiteX343" fmla="*/ 812209 w 2964740"/>
              <a:gd name="connsiteY343" fmla="*/ 1389030 h 3086914"/>
              <a:gd name="connsiteX344" fmla="*/ 812209 w 2964740"/>
              <a:gd name="connsiteY344" fmla="*/ 1425438 h 3086914"/>
              <a:gd name="connsiteX345" fmla="*/ 836888 w 2964740"/>
              <a:gd name="connsiteY345" fmla="*/ 1425438 h 3086914"/>
              <a:gd name="connsiteX346" fmla="*/ 774824 w 2964740"/>
              <a:gd name="connsiteY346" fmla="*/ 1859153 h 3086914"/>
              <a:gd name="connsiteX347" fmla="*/ 933812 w 2964740"/>
              <a:gd name="connsiteY347" fmla="*/ 1859153 h 3086914"/>
              <a:gd name="connsiteX348" fmla="*/ 1092882 w 2964740"/>
              <a:gd name="connsiteY348" fmla="*/ 1859153 h 3086914"/>
              <a:gd name="connsiteX349" fmla="*/ 1030899 w 2964740"/>
              <a:gd name="connsiteY349" fmla="*/ 1425438 h 3086914"/>
              <a:gd name="connsiteX350" fmla="*/ 1482289 w 2964740"/>
              <a:gd name="connsiteY350" fmla="*/ 622107 h 3086914"/>
              <a:gd name="connsiteX351" fmla="*/ 1432198 w 2964740"/>
              <a:gd name="connsiteY351" fmla="*/ 572016 h 3086914"/>
              <a:gd name="connsiteX352" fmla="*/ 1382107 w 2964740"/>
              <a:gd name="connsiteY352" fmla="*/ 622107 h 3086914"/>
              <a:gd name="connsiteX353" fmla="*/ 1432198 w 2964740"/>
              <a:gd name="connsiteY353" fmla="*/ 672198 h 3086914"/>
              <a:gd name="connsiteX354" fmla="*/ 1482289 w 2964740"/>
              <a:gd name="connsiteY354" fmla="*/ 622107 h 3086914"/>
              <a:gd name="connsiteX355" fmla="*/ 1636879 w 2964740"/>
              <a:gd name="connsiteY355" fmla="*/ 1314016 h 3086914"/>
              <a:gd name="connsiteX356" fmla="*/ 1227517 w 2964740"/>
              <a:gd name="connsiteY356" fmla="*/ 1314016 h 3086914"/>
              <a:gd name="connsiteX357" fmla="*/ 1227517 w 2964740"/>
              <a:gd name="connsiteY357" fmla="*/ 1375836 h 3086914"/>
              <a:gd name="connsiteX358" fmla="*/ 1253010 w 2964740"/>
              <a:gd name="connsiteY358" fmla="*/ 1415501 h 3086914"/>
              <a:gd name="connsiteX359" fmla="*/ 1217336 w 2964740"/>
              <a:gd name="connsiteY359" fmla="*/ 1859072 h 3086914"/>
              <a:gd name="connsiteX360" fmla="*/ 1359871 w 2964740"/>
              <a:gd name="connsiteY360" fmla="*/ 1859072 h 3086914"/>
              <a:gd name="connsiteX361" fmla="*/ 1370623 w 2964740"/>
              <a:gd name="connsiteY361" fmla="*/ 1705133 h 3086914"/>
              <a:gd name="connsiteX362" fmla="*/ 1432117 w 2964740"/>
              <a:gd name="connsiteY362" fmla="*/ 1643558 h 3086914"/>
              <a:gd name="connsiteX363" fmla="*/ 1493610 w 2964740"/>
              <a:gd name="connsiteY363" fmla="*/ 1705133 h 3086914"/>
              <a:gd name="connsiteX364" fmla="*/ 1504362 w 2964740"/>
              <a:gd name="connsiteY364" fmla="*/ 1859072 h 3086914"/>
              <a:gd name="connsiteX365" fmla="*/ 1646897 w 2964740"/>
              <a:gd name="connsiteY365" fmla="*/ 1859072 h 3086914"/>
              <a:gd name="connsiteX366" fmla="*/ 1611223 w 2964740"/>
              <a:gd name="connsiteY366" fmla="*/ 1415501 h 3086914"/>
              <a:gd name="connsiteX367" fmla="*/ 1636716 w 2964740"/>
              <a:gd name="connsiteY367" fmla="*/ 1375836 h 3086914"/>
              <a:gd name="connsiteX368" fmla="*/ 1636879 w 2964740"/>
              <a:gd name="connsiteY368" fmla="*/ 1314016 h 3086914"/>
              <a:gd name="connsiteX369" fmla="*/ 1033180 w 2964740"/>
              <a:gd name="connsiteY369" fmla="*/ 1184838 h 3086914"/>
              <a:gd name="connsiteX370" fmla="*/ 1033180 w 2964740"/>
              <a:gd name="connsiteY370" fmla="*/ 1163498 h 3086914"/>
              <a:gd name="connsiteX371" fmla="*/ 933975 w 2964740"/>
              <a:gd name="connsiteY371" fmla="*/ 1063967 h 3086914"/>
              <a:gd name="connsiteX372" fmla="*/ 834770 w 2964740"/>
              <a:gd name="connsiteY372" fmla="*/ 1163498 h 3086914"/>
              <a:gd name="connsiteX373" fmla="*/ 834770 w 2964740"/>
              <a:gd name="connsiteY373" fmla="*/ 1184838 h 3086914"/>
              <a:gd name="connsiteX374" fmla="*/ 1033180 w 2964740"/>
              <a:gd name="connsiteY374" fmla="*/ 1184838 h 3086914"/>
              <a:gd name="connsiteX375" fmla="*/ 1588254 w 2964740"/>
              <a:gd name="connsiteY375" fmla="*/ 1265146 h 3086914"/>
              <a:gd name="connsiteX376" fmla="*/ 1578236 w 2964740"/>
              <a:gd name="connsiteY376" fmla="*/ 1162846 h 3086914"/>
              <a:gd name="connsiteX377" fmla="*/ 1613585 w 2964740"/>
              <a:gd name="connsiteY377" fmla="*/ 1111860 h 3086914"/>
              <a:gd name="connsiteX378" fmla="*/ 1617983 w 2964740"/>
              <a:gd name="connsiteY378" fmla="*/ 1029840 h 3086914"/>
              <a:gd name="connsiteX379" fmla="*/ 1550950 w 2964740"/>
              <a:gd name="connsiteY379" fmla="*/ 1029840 h 3086914"/>
              <a:gd name="connsiteX380" fmla="*/ 1544027 w 2964740"/>
              <a:gd name="connsiteY380" fmla="*/ 1081316 h 3086914"/>
              <a:gd name="connsiteX381" fmla="*/ 1484814 w 2964740"/>
              <a:gd name="connsiteY381" fmla="*/ 1081316 h 3086914"/>
              <a:gd name="connsiteX382" fmla="*/ 1477972 w 2964740"/>
              <a:gd name="connsiteY382" fmla="*/ 1029840 h 3086914"/>
              <a:gd name="connsiteX383" fmla="*/ 1386505 w 2964740"/>
              <a:gd name="connsiteY383" fmla="*/ 1029840 h 3086914"/>
              <a:gd name="connsiteX384" fmla="*/ 1379663 w 2964740"/>
              <a:gd name="connsiteY384" fmla="*/ 1081316 h 3086914"/>
              <a:gd name="connsiteX385" fmla="*/ 1320450 w 2964740"/>
              <a:gd name="connsiteY385" fmla="*/ 1081316 h 3086914"/>
              <a:gd name="connsiteX386" fmla="*/ 1313608 w 2964740"/>
              <a:gd name="connsiteY386" fmla="*/ 1029840 h 3086914"/>
              <a:gd name="connsiteX387" fmla="*/ 1246494 w 2964740"/>
              <a:gd name="connsiteY387" fmla="*/ 1029840 h 3086914"/>
              <a:gd name="connsiteX388" fmla="*/ 1250893 w 2964740"/>
              <a:gd name="connsiteY388" fmla="*/ 1111860 h 3086914"/>
              <a:gd name="connsiteX389" fmla="*/ 1286241 w 2964740"/>
              <a:gd name="connsiteY389" fmla="*/ 1162846 h 3086914"/>
              <a:gd name="connsiteX390" fmla="*/ 1276223 w 2964740"/>
              <a:gd name="connsiteY390" fmla="*/ 1265146 h 3086914"/>
              <a:gd name="connsiteX391" fmla="*/ 1588254 w 2964740"/>
              <a:gd name="connsiteY391" fmla="*/ 1265146 h 3086914"/>
              <a:gd name="connsiteX392" fmla="*/ 1795705 w 2964740"/>
              <a:gd name="connsiteY392" fmla="*/ 720009 h 3086914"/>
              <a:gd name="connsiteX393" fmla="*/ 1724925 w 2964740"/>
              <a:gd name="connsiteY393" fmla="*/ 744688 h 3086914"/>
              <a:gd name="connsiteX394" fmla="*/ 1726473 w 2964740"/>
              <a:gd name="connsiteY394" fmla="*/ 747376 h 3086914"/>
              <a:gd name="connsiteX395" fmla="*/ 1764184 w 2964740"/>
              <a:gd name="connsiteY395" fmla="*/ 746642 h 3086914"/>
              <a:gd name="connsiteX396" fmla="*/ 1818917 w 2964740"/>
              <a:gd name="connsiteY396" fmla="*/ 805448 h 3086914"/>
              <a:gd name="connsiteX397" fmla="*/ 1746591 w 2964740"/>
              <a:gd name="connsiteY397" fmla="*/ 891133 h 3086914"/>
              <a:gd name="connsiteX398" fmla="*/ 1726392 w 2964740"/>
              <a:gd name="connsiteY398" fmla="*/ 888282 h 3086914"/>
              <a:gd name="connsiteX399" fmla="*/ 1724925 w 2964740"/>
              <a:gd name="connsiteY399" fmla="*/ 891051 h 3086914"/>
              <a:gd name="connsiteX400" fmla="*/ 1790085 w 2964740"/>
              <a:gd name="connsiteY400" fmla="*/ 915893 h 3086914"/>
              <a:gd name="connsiteX401" fmla="*/ 1887986 w 2964740"/>
              <a:gd name="connsiteY401" fmla="*/ 813186 h 3086914"/>
              <a:gd name="connsiteX402" fmla="*/ 1795705 w 2964740"/>
              <a:gd name="connsiteY402" fmla="*/ 720009 h 3086914"/>
              <a:gd name="connsiteX403" fmla="*/ 1583041 w 2964740"/>
              <a:gd name="connsiteY403" fmla="*/ 967450 h 3086914"/>
              <a:gd name="connsiteX404" fmla="*/ 1583041 w 2964740"/>
              <a:gd name="connsiteY404" fmla="*/ 981948 h 3086914"/>
              <a:gd name="connsiteX405" fmla="*/ 1281273 w 2964740"/>
              <a:gd name="connsiteY405" fmla="*/ 981948 h 3086914"/>
              <a:gd name="connsiteX406" fmla="*/ 1281273 w 2964740"/>
              <a:gd name="connsiteY406" fmla="*/ 967450 h 3086914"/>
              <a:gd name="connsiteX407" fmla="*/ 1432198 w 2964740"/>
              <a:gd name="connsiteY407" fmla="*/ 702416 h 3086914"/>
              <a:gd name="connsiteX408" fmla="*/ 1583041 w 2964740"/>
              <a:gd name="connsiteY408" fmla="*/ 967450 h 308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2964740" h="3086914">
                <a:moveTo>
                  <a:pt x="1894258" y="2907646"/>
                </a:moveTo>
                <a:lnTo>
                  <a:pt x="1781451" y="2940795"/>
                </a:lnTo>
                <a:lnTo>
                  <a:pt x="1810447" y="3043421"/>
                </a:lnTo>
                <a:lnTo>
                  <a:pt x="1750745" y="3061014"/>
                </a:lnTo>
                <a:lnTo>
                  <a:pt x="1682328" y="2813898"/>
                </a:lnTo>
                <a:lnTo>
                  <a:pt x="1740727" y="2796712"/>
                </a:lnTo>
                <a:lnTo>
                  <a:pt x="1767767" y="2892170"/>
                </a:lnTo>
                <a:lnTo>
                  <a:pt x="1879515" y="2859347"/>
                </a:lnTo>
                <a:lnTo>
                  <a:pt x="1850357" y="2764458"/>
                </a:lnTo>
                <a:lnTo>
                  <a:pt x="1908430" y="2747354"/>
                </a:lnTo>
                <a:lnTo>
                  <a:pt x="1984992" y="2992108"/>
                </a:lnTo>
                <a:lnTo>
                  <a:pt x="1925616" y="3009619"/>
                </a:lnTo>
                <a:lnTo>
                  <a:pt x="1894258" y="2907646"/>
                </a:lnTo>
                <a:close/>
                <a:moveTo>
                  <a:pt x="2725688" y="960446"/>
                </a:moveTo>
                <a:cubicBezTo>
                  <a:pt x="2684149" y="982193"/>
                  <a:pt x="2635036" y="965903"/>
                  <a:pt x="2614266" y="926237"/>
                </a:cubicBezTo>
                <a:cubicBezTo>
                  <a:pt x="2593252" y="886083"/>
                  <a:pt x="2607913" y="836481"/>
                  <a:pt x="2649452" y="814815"/>
                </a:cubicBezTo>
                <a:cubicBezTo>
                  <a:pt x="2690991" y="793068"/>
                  <a:pt x="2740105" y="809358"/>
                  <a:pt x="2761037" y="849431"/>
                </a:cubicBezTo>
                <a:cubicBezTo>
                  <a:pt x="2781888" y="889097"/>
                  <a:pt x="2767227" y="938699"/>
                  <a:pt x="2725688" y="960446"/>
                </a:cubicBezTo>
                <a:moveTo>
                  <a:pt x="2810558" y="823449"/>
                </a:moveTo>
                <a:cubicBezTo>
                  <a:pt x="2774476" y="754624"/>
                  <a:pt x="2693516" y="724244"/>
                  <a:pt x="2621678" y="761873"/>
                </a:cubicBezTo>
                <a:cubicBezTo>
                  <a:pt x="2549840" y="799421"/>
                  <a:pt x="2528663" y="883395"/>
                  <a:pt x="2564664" y="952220"/>
                </a:cubicBezTo>
                <a:cubicBezTo>
                  <a:pt x="2600746" y="1021044"/>
                  <a:pt x="2681706" y="1051424"/>
                  <a:pt x="2753544" y="1013795"/>
                </a:cubicBezTo>
                <a:cubicBezTo>
                  <a:pt x="2825382" y="976084"/>
                  <a:pt x="2846640" y="892273"/>
                  <a:pt x="2810558" y="823449"/>
                </a:cubicBezTo>
                <a:moveTo>
                  <a:pt x="1727043" y="133332"/>
                </a:moveTo>
                <a:lnTo>
                  <a:pt x="1707169" y="280592"/>
                </a:lnTo>
                <a:lnTo>
                  <a:pt x="1646816" y="272365"/>
                </a:lnTo>
                <a:lnTo>
                  <a:pt x="1663594" y="138300"/>
                </a:lnTo>
                <a:cubicBezTo>
                  <a:pt x="1669133" y="93992"/>
                  <a:pt x="1659522" y="64345"/>
                  <a:pt x="1617006" y="58969"/>
                </a:cubicBezTo>
                <a:cubicBezTo>
                  <a:pt x="1573756" y="53593"/>
                  <a:pt x="1557059" y="80634"/>
                  <a:pt x="1551602" y="124210"/>
                </a:cubicBezTo>
                <a:lnTo>
                  <a:pt x="1534824" y="258274"/>
                </a:lnTo>
                <a:lnTo>
                  <a:pt x="1474389" y="251433"/>
                </a:lnTo>
                <a:lnTo>
                  <a:pt x="1491249" y="104906"/>
                </a:lnTo>
                <a:cubicBezTo>
                  <a:pt x="1500045" y="34371"/>
                  <a:pt x="1547285" y="-6597"/>
                  <a:pt x="1623929" y="3014"/>
                </a:cubicBezTo>
                <a:cubicBezTo>
                  <a:pt x="1700409" y="12543"/>
                  <a:pt x="1735758" y="63449"/>
                  <a:pt x="1727043" y="133332"/>
                </a:cubicBezTo>
                <a:moveTo>
                  <a:pt x="1289662" y="2830106"/>
                </a:moveTo>
                <a:lnTo>
                  <a:pt x="1344477" y="2831165"/>
                </a:lnTo>
                <a:lnTo>
                  <a:pt x="1474226" y="2988687"/>
                </a:lnTo>
                <a:lnTo>
                  <a:pt x="1473574" y="2833038"/>
                </a:lnTo>
                <a:lnTo>
                  <a:pt x="1533357" y="2834016"/>
                </a:lnTo>
                <a:lnTo>
                  <a:pt x="1533439" y="3090336"/>
                </a:lnTo>
                <a:lnTo>
                  <a:pt x="1473981" y="3089440"/>
                </a:lnTo>
                <a:lnTo>
                  <a:pt x="1473900" y="3083250"/>
                </a:lnTo>
                <a:cubicBezTo>
                  <a:pt x="1473981" y="3074453"/>
                  <a:pt x="1468687" y="3062317"/>
                  <a:pt x="1459239" y="3051647"/>
                </a:cubicBezTo>
                <a:lnTo>
                  <a:pt x="1345699" y="2912858"/>
                </a:lnTo>
                <a:lnTo>
                  <a:pt x="1341708" y="3087485"/>
                </a:lnTo>
                <a:lnTo>
                  <a:pt x="1281273" y="3086507"/>
                </a:lnTo>
                <a:lnTo>
                  <a:pt x="1289662" y="2830106"/>
                </a:lnTo>
                <a:close/>
                <a:moveTo>
                  <a:pt x="1926593" y="75177"/>
                </a:moveTo>
                <a:lnTo>
                  <a:pt x="1983281" y="95458"/>
                </a:lnTo>
                <a:lnTo>
                  <a:pt x="1936693" y="258274"/>
                </a:lnTo>
                <a:lnTo>
                  <a:pt x="2065626" y="137975"/>
                </a:lnTo>
                <a:lnTo>
                  <a:pt x="2099916" y="153857"/>
                </a:lnTo>
                <a:lnTo>
                  <a:pt x="2091690" y="329950"/>
                </a:lnTo>
                <a:lnTo>
                  <a:pt x="2184949" y="189369"/>
                </a:lnTo>
                <a:lnTo>
                  <a:pt x="2237565" y="219994"/>
                </a:lnTo>
                <a:lnTo>
                  <a:pt x="2089979" y="428829"/>
                </a:lnTo>
                <a:lnTo>
                  <a:pt x="2035816" y="403742"/>
                </a:lnTo>
                <a:lnTo>
                  <a:pt x="2043065" y="232700"/>
                </a:lnTo>
                <a:lnTo>
                  <a:pt x="1915760" y="348194"/>
                </a:lnTo>
                <a:lnTo>
                  <a:pt x="1860538" y="322701"/>
                </a:lnTo>
                <a:lnTo>
                  <a:pt x="1926593" y="75177"/>
                </a:lnTo>
                <a:close/>
                <a:moveTo>
                  <a:pt x="2387594" y="324085"/>
                </a:moveTo>
                <a:lnTo>
                  <a:pt x="2434183" y="362122"/>
                </a:lnTo>
                <a:lnTo>
                  <a:pt x="2336281" y="498875"/>
                </a:lnTo>
                <a:lnTo>
                  <a:pt x="2498120" y="428910"/>
                </a:lnTo>
                <a:lnTo>
                  <a:pt x="2525080" y="455299"/>
                </a:lnTo>
                <a:lnTo>
                  <a:pt x="2458210" y="618360"/>
                </a:lnTo>
                <a:lnTo>
                  <a:pt x="2592927" y="517527"/>
                </a:lnTo>
                <a:lnTo>
                  <a:pt x="2632348" y="563871"/>
                </a:lnTo>
                <a:lnTo>
                  <a:pt x="2423269" y="710886"/>
                </a:lnTo>
                <a:lnTo>
                  <a:pt x="2380671" y="669021"/>
                </a:lnTo>
                <a:lnTo>
                  <a:pt x="2444934" y="510359"/>
                </a:lnTo>
                <a:lnTo>
                  <a:pt x="2286271" y="576414"/>
                </a:lnTo>
                <a:lnTo>
                  <a:pt x="2242859" y="533816"/>
                </a:lnTo>
                <a:lnTo>
                  <a:pt x="2387594" y="324085"/>
                </a:lnTo>
                <a:close/>
                <a:moveTo>
                  <a:pt x="405208" y="2548456"/>
                </a:moveTo>
                <a:cubicBezTo>
                  <a:pt x="363995" y="2570773"/>
                  <a:pt x="314637" y="2555298"/>
                  <a:pt x="293298" y="2515876"/>
                </a:cubicBezTo>
                <a:cubicBezTo>
                  <a:pt x="290691" y="2511071"/>
                  <a:pt x="288574" y="2506021"/>
                  <a:pt x="287026" y="2500971"/>
                </a:cubicBezTo>
                <a:lnTo>
                  <a:pt x="448458" y="2484355"/>
                </a:lnTo>
                <a:cubicBezTo>
                  <a:pt x="445770" y="2510256"/>
                  <a:pt x="430702" y="2534609"/>
                  <a:pt x="405208" y="2548456"/>
                </a:cubicBezTo>
                <a:moveTo>
                  <a:pt x="326773" y="2403884"/>
                </a:moveTo>
                <a:cubicBezTo>
                  <a:pt x="367986" y="2381567"/>
                  <a:pt x="417263" y="2397042"/>
                  <a:pt x="438847" y="2436870"/>
                </a:cubicBezTo>
                <a:cubicBezTo>
                  <a:pt x="441209" y="2441187"/>
                  <a:pt x="443082" y="2445667"/>
                  <a:pt x="444548" y="2450228"/>
                </a:cubicBezTo>
                <a:lnTo>
                  <a:pt x="283687" y="2466925"/>
                </a:lnTo>
                <a:cubicBezTo>
                  <a:pt x="286782" y="2441351"/>
                  <a:pt x="301687" y="2417486"/>
                  <a:pt x="326773" y="2403884"/>
                </a:cubicBezTo>
                <a:moveTo>
                  <a:pt x="541147" y="2474826"/>
                </a:moveTo>
                <a:lnTo>
                  <a:pt x="537482" y="2440617"/>
                </a:lnTo>
                <a:lnTo>
                  <a:pt x="501563" y="2444364"/>
                </a:lnTo>
                <a:cubicBezTo>
                  <a:pt x="498549" y="2432798"/>
                  <a:pt x="494069" y="2421314"/>
                  <a:pt x="488042" y="2410237"/>
                </a:cubicBezTo>
                <a:cubicBezTo>
                  <a:pt x="450983" y="2341983"/>
                  <a:pt x="369534" y="2312824"/>
                  <a:pt x="298266" y="2351512"/>
                </a:cubicBezTo>
                <a:cubicBezTo>
                  <a:pt x="250211" y="2377576"/>
                  <a:pt x="225451" y="2424409"/>
                  <a:pt x="225858" y="2473034"/>
                </a:cubicBezTo>
                <a:lnTo>
                  <a:pt x="189043" y="2476862"/>
                </a:lnTo>
                <a:lnTo>
                  <a:pt x="193767" y="2510663"/>
                </a:lnTo>
                <a:lnTo>
                  <a:pt x="230175" y="2506917"/>
                </a:lnTo>
                <a:cubicBezTo>
                  <a:pt x="233188" y="2519053"/>
                  <a:pt x="237831" y="2531107"/>
                  <a:pt x="244021" y="2542592"/>
                </a:cubicBezTo>
                <a:cubicBezTo>
                  <a:pt x="281080" y="2610846"/>
                  <a:pt x="362529" y="2640086"/>
                  <a:pt x="433797" y="2601397"/>
                </a:cubicBezTo>
                <a:cubicBezTo>
                  <a:pt x="482341" y="2575090"/>
                  <a:pt x="507020" y="2527605"/>
                  <a:pt x="506205" y="2478491"/>
                </a:cubicBezTo>
                <a:lnTo>
                  <a:pt x="541147" y="2474826"/>
                </a:lnTo>
                <a:close/>
                <a:moveTo>
                  <a:pt x="2267620" y="2527605"/>
                </a:moveTo>
                <a:lnTo>
                  <a:pt x="2316896" y="2483460"/>
                </a:lnTo>
                <a:lnTo>
                  <a:pt x="2507324" y="2557334"/>
                </a:lnTo>
                <a:lnTo>
                  <a:pt x="2423187" y="2370734"/>
                </a:lnTo>
                <a:lnTo>
                  <a:pt x="2463667" y="2319584"/>
                </a:lnTo>
                <a:lnTo>
                  <a:pt x="2581605" y="2583071"/>
                </a:lnTo>
                <a:lnTo>
                  <a:pt x="2537379" y="2629986"/>
                </a:lnTo>
                <a:lnTo>
                  <a:pt x="2267620" y="2527605"/>
                </a:lnTo>
                <a:close/>
                <a:moveTo>
                  <a:pt x="1337229" y="253632"/>
                </a:moveTo>
                <a:lnTo>
                  <a:pt x="1283065" y="262591"/>
                </a:lnTo>
                <a:lnTo>
                  <a:pt x="1126764" y="131377"/>
                </a:lnTo>
                <a:lnTo>
                  <a:pt x="1155842" y="284257"/>
                </a:lnTo>
                <a:lnTo>
                  <a:pt x="1096873" y="294194"/>
                </a:lnTo>
                <a:lnTo>
                  <a:pt x="1049877" y="42190"/>
                </a:lnTo>
                <a:lnTo>
                  <a:pt x="1108520" y="32254"/>
                </a:lnTo>
                <a:lnTo>
                  <a:pt x="1109742" y="38362"/>
                </a:lnTo>
                <a:cubicBezTo>
                  <a:pt x="1111208" y="47077"/>
                  <a:pt x="1118701" y="57992"/>
                  <a:pt x="1129941" y="66788"/>
                </a:cubicBezTo>
                <a:lnTo>
                  <a:pt x="1266938" y="182527"/>
                </a:lnTo>
                <a:lnTo>
                  <a:pt x="1238920" y="10100"/>
                </a:lnTo>
                <a:lnTo>
                  <a:pt x="1298540" y="0"/>
                </a:lnTo>
                <a:lnTo>
                  <a:pt x="1337229" y="253632"/>
                </a:lnTo>
                <a:close/>
                <a:moveTo>
                  <a:pt x="2523858" y="2233086"/>
                </a:moveTo>
                <a:lnTo>
                  <a:pt x="2548700" y="2184135"/>
                </a:lnTo>
                <a:lnTo>
                  <a:pt x="2747028" y="2135998"/>
                </a:lnTo>
                <a:lnTo>
                  <a:pt x="2606691" y="2068803"/>
                </a:lnTo>
                <a:lnTo>
                  <a:pt x="2633651" y="2015454"/>
                </a:lnTo>
                <a:lnTo>
                  <a:pt x="2864477" y="2127039"/>
                </a:lnTo>
                <a:lnTo>
                  <a:pt x="2837762" y="2180144"/>
                </a:lnTo>
                <a:lnTo>
                  <a:pt x="2832142" y="2177456"/>
                </a:lnTo>
                <a:cubicBezTo>
                  <a:pt x="2824323" y="2173546"/>
                  <a:pt x="2811047" y="2172976"/>
                  <a:pt x="2797363" y="2176886"/>
                </a:cubicBezTo>
                <a:lnTo>
                  <a:pt x="2622981" y="2218587"/>
                </a:lnTo>
                <a:lnTo>
                  <a:pt x="2778467" y="2298245"/>
                </a:lnTo>
                <a:lnTo>
                  <a:pt x="2751263" y="2352245"/>
                </a:lnTo>
                <a:lnTo>
                  <a:pt x="2523858" y="2233086"/>
                </a:lnTo>
                <a:close/>
                <a:moveTo>
                  <a:pt x="230989" y="2015454"/>
                </a:moveTo>
                <a:lnTo>
                  <a:pt x="257542" y="2070513"/>
                </a:lnTo>
                <a:lnTo>
                  <a:pt x="168436" y="2113437"/>
                </a:lnTo>
                <a:cubicBezTo>
                  <a:pt x="203297" y="2137709"/>
                  <a:pt x="257786" y="2157012"/>
                  <a:pt x="298755" y="2155953"/>
                </a:cubicBezTo>
                <a:lnTo>
                  <a:pt x="326936" y="2214352"/>
                </a:lnTo>
                <a:cubicBezTo>
                  <a:pt x="278067" y="2218425"/>
                  <a:pt x="213641" y="2195375"/>
                  <a:pt x="173894" y="2171021"/>
                </a:cubicBezTo>
                <a:lnTo>
                  <a:pt x="101404" y="2336933"/>
                </a:lnTo>
                <a:lnTo>
                  <a:pt x="68336" y="2268353"/>
                </a:lnTo>
                <a:lnTo>
                  <a:pt x="128608" y="2132740"/>
                </a:lnTo>
                <a:lnTo>
                  <a:pt x="26634" y="2181935"/>
                </a:lnTo>
                <a:lnTo>
                  <a:pt x="0" y="2126876"/>
                </a:lnTo>
                <a:lnTo>
                  <a:pt x="230989" y="2015454"/>
                </a:lnTo>
                <a:close/>
                <a:moveTo>
                  <a:pt x="682542" y="2722349"/>
                </a:moveTo>
                <a:cubicBezTo>
                  <a:pt x="701275" y="2735137"/>
                  <a:pt x="720090" y="2735544"/>
                  <a:pt x="731248" y="2719173"/>
                </a:cubicBezTo>
                <a:cubicBezTo>
                  <a:pt x="741185" y="2704675"/>
                  <a:pt x="737357" y="2690095"/>
                  <a:pt x="714959" y="2674783"/>
                </a:cubicBezTo>
                <a:lnTo>
                  <a:pt x="681972" y="2652303"/>
                </a:lnTo>
                <a:lnTo>
                  <a:pt x="649555" y="2699869"/>
                </a:lnTo>
                <a:lnTo>
                  <a:pt x="682542" y="2722349"/>
                </a:lnTo>
                <a:close/>
                <a:moveTo>
                  <a:pt x="635465" y="2819273"/>
                </a:moveTo>
                <a:cubicBezTo>
                  <a:pt x="657863" y="2834504"/>
                  <a:pt x="675293" y="2831735"/>
                  <a:pt x="686207" y="2815771"/>
                </a:cubicBezTo>
                <a:cubicBezTo>
                  <a:pt x="695900" y="2801599"/>
                  <a:pt x="693130" y="2784169"/>
                  <a:pt x="670162" y="2768449"/>
                </a:cubicBezTo>
                <a:lnTo>
                  <a:pt x="624225" y="2737092"/>
                </a:lnTo>
                <a:lnTo>
                  <a:pt x="589527" y="2787916"/>
                </a:lnTo>
                <a:lnTo>
                  <a:pt x="635465" y="2819273"/>
                </a:lnTo>
                <a:close/>
                <a:moveTo>
                  <a:pt x="657456" y="2579732"/>
                </a:moveTo>
                <a:lnTo>
                  <a:pt x="741267" y="2636909"/>
                </a:lnTo>
                <a:cubicBezTo>
                  <a:pt x="802109" y="2678367"/>
                  <a:pt x="808706" y="2713553"/>
                  <a:pt x="786226" y="2746458"/>
                </a:cubicBezTo>
                <a:cubicBezTo>
                  <a:pt x="773032" y="2765843"/>
                  <a:pt x="752425" y="2775291"/>
                  <a:pt x="727420" y="2771544"/>
                </a:cubicBezTo>
                <a:cubicBezTo>
                  <a:pt x="750389" y="2798260"/>
                  <a:pt x="752507" y="2826359"/>
                  <a:pt x="735158" y="2851771"/>
                </a:cubicBezTo>
                <a:cubicBezTo>
                  <a:pt x="711375" y="2886550"/>
                  <a:pt x="671139" y="2899419"/>
                  <a:pt x="609727" y="2857554"/>
                </a:cubicBezTo>
                <a:lnTo>
                  <a:pt x="512884" y="2791499"/>
                </a:lnTo>
                <a:lnTo>
                  <a:pt x="657456" y="2579732"/>
                </a:lnTo>
                <a:close/>
                <a:moveTo>
                  <a:pt x="2886469" y="1944105"/>
                </a:moveTo>
                <a:lnTo>
                  <a:pt x="2857961" y="1893688"/>
                </a:lnTo>
                <a:cubicBezTo>
                  <a:pt x="2886061" y="1877968"/>
                  <a:pt x="2902188" y="1859072"/>
                  <a:pt x="2907564" y="1831786"/>
                </a:cubicBezTo>
                <a:cubicBezTo>
                  <a:pt x="2912369" y="1807352"/>
                  <a:pt x="2905772" y="1788130"/>
                  <a:pt x="2887446" y="1784465"/>
                </a:cubicBezTo>
                <a:cubicBezTo>
                  <a:pt x="2866595" y="1780392"/>
                  <a:pt x="2852749" y="1804420"/>
                  <a:pt x="2842568" y="1829262"/>
                </a:cubicBezTo>
                <a:cubicBezTo>
                  <a:pt x="2825382" y="1874791"/>
                  <a:pt x="2797445" y="1915679"/>
                  <a:pt x="2743933" y="1905091"/>
                </a:cubicBezTo>
                <a:cubicBezTo>
                  <a:pt x="2696122" y="1895642"/>
                  <a:pt x="2674131" y="1852067"/>
                  <a:pt x="2685941" y="1792039"/>
                </a:cubicBezTo>
                <a:cubicBezTo>
                  <a:pt x="2694005" y="1751478"/>
                  <a:pt x="2710294" y="1723704"/>
                  <a:pt x="2745318" y="1701468"/>
                </a:cubicBezTo>
                <a:lnTo>
                  <a:pt x="2772603" y="1750501"/>
                </a:lnTo>
                <a:cubicBezTo>
                  <a:pt x="2752648" y="1762636"/>
                  <a:pt x="2740186" y="1780311"/>
                  <a:pt x="2735544" y="1803687"/>
                </a:cubicBezTo>
                <a:cubicBezTo>
                  <a:pt x="2730738" y="1828121"/>
                  <a:pt x="2736603" y="1843515"/>
                  <a:pt x="2751019" y="1846366"/>
                </a:cubicBezTo>
                <a:cubicBezTo>
                  <a:pt x="2768938" y="1849868"/>
                  <a:pt x="2782295" y="1831542"/>
                  <a:pt x="2792558" y="1804094"/>
                </a:cubicBezTo>
                <a:cubicBezTo>
                  <a:pt x="2811617" y="1754817"/>
                  <a:pt x="2837029" y="1714011"/>
                  <a:pt x="2894125" y="1725333"/>
                </a:cubicBezTo>
                <a:cubicBezTo>
                  <a:pt x="2951302" y="1736654"/>
                  <a:pt x="2968732" y="1788211"/>
                  <a:pt x="2957736" y="1843597"/>
                </a:cubicBezTo>
                <a:cubicBezTo>
                  <a:pt x="2948533" y="1891000"/>
                  <a:pt x="2924342" y="1922439"/>
                  <a:pt x="2886469" y="1944105"/>
                </a:cubicBezTo>
                <a:moveTo>
                  <a:pt x="2714367" y="1367120"/>
                </a:moveTo>
                <a:lnTo>
                  <a:pt x="2701417" y="1307337"/>
                </a:lnTo>
                <a:lnTo>
                  <a:pt x="2798096" y="1286323"/>
                </a:lnTo>
                <a:cubicBezTo>
                  <a:pt x="2769834" y="1254558"/>
                  <a:pt x="2721453" y="1223200"/>
                  <a:pt x="2681299" y="1214648"/>
                </a:cubicBezTo>
                <a:lnTo>
                  <a:pt x="2667534" y="1151281"/>
                </a:lnTo>
                <a:cubicBezTo>
                  <a:pt x="2715996" y="1158774"/>
                  <a:pt x="2773255" y="1196159"/>
                  <a:pt x="2806241" y="1229146"/>
                </a:cubicBezTo>
                <a:lnTo>
                  <a:pt x="2915464" y="1084737"/>
                </a:lnTo>
                <a:lnTo>
                  <a:pt x="2931591" y="1159181"/>
                </a:lnTo>
                <a:lnTo>
                  <a:pt x="2841346" y="1276956"/>
                </a:lnTo>
                <a:lnTo>
                  <a:pt x="2951954" y="1252929"/>
                </a:lnTo>
                <a:lnTo>
                  <a:pt x="2964904" y="1312713"/>
                </a:lnTo>
                <a:lnTo>
                  <a:pt x="2714367" y="1367120"/>
                </a:lnTo>
                <a:close/>
                <a:moveTo>
                  <a:pt x="966717" y="338990"/>
                </a:moveTo>
                <a:lnTo>
                  <a:pt x="791521" y="421661"/>
                </a:lnTo>
                <a:lnTo>
                  <a:pt x="769774" y="375642"/>
                </a:lnTo>
                <a:lnTo>
                  <a:pt x="889667" y="319036"/>
                </a:lnTo>
                <a:lnTo>
                  <a:pt x="868409" y="273994"/>
                </a:lnTo>
                <a:lnTo>
                  <a:pt x="768308" y="321235"/>
                </a:lnTo>
                <a:lnTo>
                  <a:pt x="746642" y="275216"/>
                </a:lnTo>
                <a:lnTo>
                  <a:pt x="846662" y="227976"/>
                </a:lnTo>
                <a:lnTo>
                  <a:pt x="823693" y="179269"/>
                </a:lnTo>
                <a:lnTo>
                  <a:pt x="703800" y="235876"/>
                </a:lnTo>
                <a:lnTo>
                  <a:pt x="682053" y="189776"/>
                </a:lnTo>
                <a:lnTo>
                  <a:pt x="857331" y="107105"/>
                </a:lnTo>
                <a:lnTo>
                  <a:pt x="966717" y="338990"/>
                </a:lnTo>
                <a:close/>
                <a:moveTo>
                  <a:pt x="958084" y="2745481"/>
                </a:moveTo>
                <a:lnTo>
                  <a:pt x="1142891" y="2803635"/>
                </a:lnTo>
                <a:lnTo>
                  <a:pt x="1127660" y="2852179"/>
                </a:lnTo>
                <a:lnTo>
                  <a:pt x="1001170" y="2812350"/>
                </a:lnTo>
                <a:lnTo>
                  <a:pt x="986265" y="2859835"/>
                </a:lnTo>
                <a:lnTo>
                  <a:pt x="1091742" y="2893066"/>
                </a:lnTo>
                <a:lnTo>
                  <a:pt x="1076510" y="2941610"/>
                </a:lnTo>
                <a:lnTo>
                  <a:pt x="970953" y="2908460"/>
                </a:lnTo>
                <a:lnTo>
                  <a:pt x="954826" y="2959773"/>
                </a:lnTo>
                <a:lnTo>
                  <a:pt x="1081316" y="2999601"/>
                </a:lnTo>
                <a:lnTo>
                  <a:pt x="1066004" y="3048226"/>
                </a:lnTo>
                <a:lnTo>
                  <a:pt x="881196" y="2990072"/>
                </a:lnTo>
                <a:lnTo>
                  <a:pt x="958084" y="2745481"/>
                </a:lnTo>
                <a:close/>
                <a:moveTo>
                  <a:pt x="2163772" y="2789545"/>
                </a:moveTo>
                <a:lnTo>
                  <a:pt x="2148541" y="2687489"/>
                </a:lnTo>
                <a:lnTo>
                  <a:pt x="2234307" y="2745562"/>
                </a:lnTo>
                <a:lnTo>
                  <a:pt x="2163772" y="2789545"/>
                </a:lnTo>
                <a:close/>
                <a:moveTo>
                  <a:pt x="2327729" y="2808767"/>
                </a:moveTo>
                <a:lnTo>
                  <a:pt x="2379531" y="2770322"/>
                </a:lnTo>
                <a:lnTo>
                  <a:pt x="2144876" y="2619479"/>
                </a:lnTo>
                <a:lnTo>
                  <a:pt x="2090305" y="2653851"/>
                </a:lnTo>
                <a:lnTo>
                  <a:pt x="2125247" y="2930370"/>
                </a:lnTo>
                <a:lnTo>
                  <a:pt x="2180469" y="2901455"/>
                </a:lnTo>
                <a:lnTo>
                  <a:pt x="2171999" y="2844523"/>
                </a:lnTo>
                <a:lnTo>
                  <a:pt x="2280570" y="2776839"/>
                </a:lnTo>
                <a:lnTo>
                  <a:pt x="2327729" y="2808767"/>
                </a:lnTo>
                <a:close/>
                <a:moveTo>
                  <a:pt x="1432198" y="2344752"/>
                </a:moveTo>
                <a:cubicBezTo>
                  <a:pt x="1337880" y="2344752"/>
                  <a:pt x="1297563" y="2415450"/>
                  <a:pt x="1173028" y="2415450"/>
                </a:cubicBezTo>
                <a:cubicBezTo>
                  <a:pt x="1221001" y="2429622"/>
                  <a:pt x="1324930" y="2452591"/>
                  <a:pt x="1432198" y="2452591"/>
                </a:cubicBezTo>
                <a:cubicBezTo>
                  <a:pt x="1539548" y="2452591"/>
                  <a:pt x="1643395" y="2429622"/>
                  <a:pt x="1691368" y="2415450"/>
                </a:cubicBezTo>
                <a:cubicBezTo>
                  <a:pt x="1566833" y="2415450"/>
                  <a:pt x="1526516" y="2344752"/>
                  <a:pt x="1432198" y="2344752"/>
                </a:cubicBezTo>
                <a:moveTo>
                  <a:pt x="1917878" y="2191872"/>
                </a:moveTo>
                <a:cubicBezTo>
                  <a:pt x="1878782" y="2213538"/>
                  <a:pt x="1839605" y="2227873"/>
                  <a:pt x="1768338" y="2227873"/>
                </a:cubicBezTo>
                <a:cubicBezTo>
                  <a:pt x="1697070" y="2227873"/>
                  <a:pt x="1658300" y="2211420"/>
                  <a:pt x="1619205" y="2189755"/>
                </a:cubicBezTo>
                <a:cubicBezTo>
                  <a:pt x="1575711" y="2165646"/>
                  <a:pt x="1525294" y="2135021"/>
                  <a:pt x="1432117" y="2134288"/>
                </a:cubicBezTo>
                <a:cubicBezTo>
                  <a:pt x="1338939" y="2135102"/>
                  <a:pt x="1288522" y="2165646"/>
                  <a:pt x="1245028" y="2189755"/>
                </a:cubicBezTo>
                <a:cubicBezTo>
                  <a:pt x="1205933" y="2211420"/>
                  <a:pt x="1167163" y="2227873"/>
                  <a:pt x="1095895" y="2227873"/>
                </a:cubicBezTo>
                <a:cubicBezTo>
                  <a:pt x="1024628" y="2227873"/>
                  <a:pt x="985451" y="2213538"/>
                  <a:pt x="946355" y="2191872"/>
                </a:cubicBezTo>
                <a:cubicBezTo>
                  <a:pt x="902373" y="2167438"/>
                  <a:pt x="843485" y="2127446"/>
                  <a:pt x="745013" y="2138442"/>
                </a:cubicBezTo>
                <a:cubicBezTo>
                  <a:pt x="893984" y="2330010"/>
                  <a:pt x="1098502" y="2327077"/>
                  <a:pt x="1098502" y="2327077"/>
                </a:cubicBezTo>
                <a:cubicBezTo>
                  <a:pt x="1188747" y="2327077"/>
                  <a:pt x="1239979" y="2308670"/>
                  <a:pt x="1283961" y="2284235"/>
                </a:cubicBezTo>
                <a:cubicBezTo>
                  <a:pt x="1322486" y="2262814"/>
                  <a:pt x="1362559" y="2236995"/>
                  <a:pt x="1432117" y="2236343"/>
                </a:cubicBezTo>
                <a:cubicBezTo>
                  <a:pt x="1501674" y="2236995"/>
                  <a:pt x="1541665" y="2262733"/>
                  <a:pt x="1580272" y="2284235"/>
                </a:cubicBezTo>
                <a:cubicBezTo>
                  <a:pt x="1624336" y="2308670"/>
                  <a:pt x="1675486" y="2327077"/>
                  <a:pt x="1765731" y="2327077"/>
                </a:cubicBezTo>
                <a:cubicBezTo>
                  <a:pt x="1765731" y="2327077"/>
                  <a:pt x="1970250" y="2330010"/>
                  <a:pt x="2119220" y="2138442"/>
                </a:cubicBezTo>
                <a:cubicBezTo>
                  <a:pt x="2020829" y="2127446"/>
                  <a:pt x="1961942" y="2167356"/>
                  <a:pt x="1917878" y="2191872"/>
                </a:cubicBezTo>
                <a:moveTo>
                  <a:pt x="2114577" y="1920077"/>
                </a:moveTo>
                <a:cubicBezTo>
                  <a:pt x="2016757" y="1920077"/>
                  <a:pt x="1965607" y="1957951"/>
                  <a:pt x="1920403" y="1983037"/>
                </a:cubicBezTo>
                <a:cubicBezTo>
                  <a:pt x="1880330" y="2005273"/>
                  <a:pt x="1845796" y="2026857"/>
                  <a:pt x="1772736" y="2026857"/>
                </a:cubicBezTo>
                <a:cubicBezTo>
                  <a:pt x="1699676" y="2026857"/>
                  <a:pt x="1665060" y="2005273"/>
                  <a:pt x="1624988" y="1983037"/>
                </a:cubicBezTo>
                <a:cubicBezTo>
                  <a:pt x="1580109" y="1958114"/>
                  <a:pt x="1528878" y="1929933"/>
                  <a:pt x="1432198" y="1929525"/>
                </a:cubicBezTo>
                <a:cubicBezTo>
                  <a:pt x="1335437" y="1929851"/>
                  <a:pt x="1284287" y="1958114"/>
                  <a:pt x="1239408" y="1983037"/>
                </a:cubicBezTo>
                <a:cubicBezTo>
                  <a:pt x="1199336" y="2005273"/>
                  <a:pt x="1164801" y="2026857"/>
                  <a:pt x="1091660" y="2026857"/>
                </a:cubicBezTo>
                <a:cubicBezTo>
                  <a:pt x="1018600" y="2026857"/>
                  <a:pt x="983984" y="2005273"/>
                  <a:pt x="943993" y="1983037"/>
                </a:cubicBezTo>
                <a:cubicBezTo>
                  <a:pt x="898870" y="1957951"/>
                  <a:pt x="847639" y="1920077"/>
                  <a:pt x="749819" y="1920077"/>
                </a:cubicBezTo>
                <a:cubicBezTo>
                  <a:pt x="687999" y="1920077"/>
                  <a:pt x="614125" y="1939543"/>
                  <a:pt x="614125" y="1939543"/>
                </a:cubicBezTo>
                <a:lnTo>
                  <a:pt x="667148" y="2031825"/>
                </a:lnTo>
                <a:cubicBezTo>
                  <a:pt x="667148" y="2031825"/>
                  <a:pt x="711538" y="2023843"/>
                  <a:pt x="749737" y="2023843"/>
                </a:cubicBezTo>
                <a:cubicBezTo>
                  <a:pt x="822797" y="2023843"/>
                  <a:pt x="862218" y="2045346"/>
                  <a:pt x="902291" y="2067581"/>
                </a:cubicBezTo>
                <a:cubicBezTo>
                  <a:pt x="947414" y="2092667"/>
                  <a:pt x="985043" y="2127283"/>
                  <a:pt x="1082945" y="2127283"/>
                </a:cubicBezTo>
                <a:cubicBezTo>
                  <a:pt x="1180847" y="2127283"/>
                  <a:pt x="1234196" y="2095600"/>
                  <a:pt x="1279237" y="2070513"/>
                </a:cubicBezTo>
                <a:cubicBezTo>
                  <a:pt x="1319065" y="2048441"/>
                  <a:pt x="1360034" y="2029300"/>
                  <a:pt x="1432198" y="2029056"/>
                </a:cubicBezTo>
                <a:cubicBezTo>
                  <a:pt x="1504280" y="2029300"/>
                  <a:pt x="1545330" y="2048359"/>
                  <a:pt x="1585159" y="2070513"/>
                </a:cubicBezTo>
                <a:cubicBezTo>
                  <a:pt x="1630282" y="2095600"/>
                  <a:pt x="1683631" y="2127283"/>
                  <a:pt x="1781451" y="2127283"/>
                </a:cubicBezTo>
                <a:cubicBezTo>
                  <a:pt x="1879353" y="2127283"/>
                  <a:pt x="1916982" y="2092749"/>
                  <a:pt x="1962105" y="2067581"/>
                </a:cubicBezTo>
                <a:cubicBezTo>
                  <a:pt x="2002177" y="2045346"/>
                  <a:pt x="2041517" y="2023843"/>
                  <a:pt x="2114658" y="2023843"/>
                </a:cubicBezTo>
                <a:cubicBezTo>
                  <a:pt x="2152858" y="2023843"/>
                  <a:pt x="2197248" y="2031825"/>
                  <a:pt x="2197248" y="2031825"/>
                </a:cubicBezTo>
                <a:lnTo>
                  <a:pt x="2250271" y="1939543"/>
                </a:lnTo>
                <a:cubicBezTo>
                  <a:pt x="2250271" y="1939625"/>
                  <a:pt x="2176397" y="1920077"/>
                  <a:pt x="2114577" y="1920077"/>
                </a:cubicBezTo>
                <a:moveTo>
                  <a:pt x="1038800" y="776941"/>
                </a:moveTo>
                <a:lnTo>
                  <a:pt x="961016" y="759349"/>
                </a:lnTo>
                <a:lnTo>
                  <a:pt x="1015179" y="817910"/>
                </a:lnTo>
                <a:lnTo>
                  <a:pt x="961016" y="876472"/>
                </a:lnTo>
                <a:lnTo>
                  <a:pt x="1038800" y="858879"/>
                </a:lnTo>
                <a:lnTo>
                  <a:pt x="1062420" y="935034"/>
                </a:lnTo>
                <a:lnTo>
                  <a:pt x="1086040" y="858879"/>
                </a:lnTo>
                <a:lnTo>
                  <a:pt x="1163824" y="876472"/>
                </a:lnTo>
                <a:lnTo>
                  <a:pt x="1109660" y="817910"/>
                </a:lnTo>
                <a:lnTo>
                  <a:pt x="1163824" y="759349"/>
                </a:lnTo>
                <a:lnTo>
                  <a:pt x="1086040" y="776941"/>
                </a:lnTo>
                <a:lnTo>
                  <a:pt x="1062420" y="700787"/>
                </a:lnTo>
                <a:lnTo>
                  <a:pt x="1038800" y="776941"/>
                </a:lnTo>
                <a:close/>
                <a:moveTo>
                  <a:pt x="2027427" y="1425438"/>
                </a:moveTo>
                <a:lnTo>
                  <a:pt x="2052106" y="1425438"/>
                </a:lnTo>
                <a:lnTo>
                  <a:pt x="2052106" y="1389030"/>
                </a:lnTo>
                <a:cubicBezTo>
                  <a:pt x="2052106" y="1389030"/>
                  <a:pt x="2020422" y="1382514"/>
                  <a:pt x="2020422" y="1349446"/>
                </a:cubicBezTo>
                <a:lnTo>
                  <a:pt x="2020178" y="1349446"/>
                </a:lnTo>
                <a:lnTo>
                  <a:pt x="2018467" y="1317681"/>
                </a:lnTo>
                <a:lnTo>
                  <a:pt x="2049011" y="1292920"/>
                </a:lnTo>
                <a:lnTo>
                  <a:pt x="2055119" y="1227517"/>
                </a:lnTo>
                <a:lnTo>
                  <a:pt x="2010485" y="1227517"/>
                </a:lnTo>
                <a:lnTo>
                  <a:pt x="2004702" y="1273861"/>
                </a:lnTo>
                <a:lnTo>
                  <a:pt x="1961535" y="1273861"/>
                </a:lnTo>
                <a:lnTo>
                  <a:pt x="1955182" y="1227517"/>
                </a:lnTo>
                <a:lnTo>
                  <a:pt x="1930584" y="1227517"/>
                </a:lnTo>
                <a:lnTo>
                  <a:pt x="1905905" y="1227517"/>
                </a:lnTo>
                <a:lnTo>
                  <a:pt x="1899552" y="1273861"/>
                </a:lnTo>
                <a:lnTo>
                  <a:pt x="1856384" y="1273861"/>
                </a:lnTo>
                <a:lnTo>
                  <a:pt x="1850601" y="1227517"/>
                </a:lnTo>
                <a:lnTo>
                  <a:pt x="1805967" y="1227517"/>
                </a:lnTo>
                <a:lnTo>
                  <a:pt x="1812076" y="1292920"/>
                </a:lnTo>
                <a:lnTo>
                  <a:pt x="1842619" y="1317681"/>
                </a:lnTo>
                <a:lnTo>
                  <a:pt x="1840827" y="1349446"/>
                </a:lnTo>
                <a:lnTo>
                  <a:pt x="1840664" y="1349446"/>
                </a:lnTo>
                <a:cubicBezTo>
                  <a:pt x="1840664" y="1382514"/>
                  <a:pt x="1808899" y="1389030"/>
                  <a:pt x="1808899" y="1389030"/>
                </a:cubicBezTo>
                <a:lnTo>
                  <a:pt x="1808899" y="1425438"/>
                </a:lnTo>
                <a:lnTo>
                  <a:pt x="1833578" y="1425438"/>
                </a:lnTo>
                <a:cubicBezTo>
                  <a:pt x="1832519" y="1548263"/>
                  <a:pt x="1771514" y="1725821"/>
                  <a:pt x="1771514" y="1859153"/>
                </a:cubicBezTo>
                <a:lnTo>
                  <a:pt x="1930584" y="1859153"/>
                </a:lnTo>
                <a:lnTo>
                  <a:pt x="2089654" y="1859153"/>
                </a:lnTo>
                <a:cubicBezTo>
                  <a:pt x="2089491" y="1725740"/>
                  <a:pt x="2028486" y="1548263"/>
                  <a:pt x="2027427" y="1425438"/>
                </a:cubicBezTo>
                <a:moveTo>
                  <a:pt x="2029626" y="1184838"/>
                </a:moveTo>
                <a:lnTo>
                  <a:pt x="2029626" y="1163498"/>
                </a:lnTo>
                <a:cubicBezTo>
                  <a:pt x="2029626" y="1102248"/>
                  <a:pt x="1984584" y="1063967"/>
                  <a:pt x="1930421" y="1063967"/>
                </a:cubicBezTo>
                <a:cubicBezTo>
                  <a:pt x="1876257" y="1063967"/>
                  <a:pt x="1831216" y="1102248"/>
                  <a:pt x="1831216" y="1163498"/>
                </a:cubicBezTo>
                <a:lnTo>
                  <a:pt x="1831216" y="1184838"/>
                </a:lnTo>
                <a:lnTo>
                  <a:pt x="2029626" y="1184838"/>
                </a:lnTo>
                <a:close/>
                <a:moveTo>
                  <a:pt x="1030899" y="1425438"/>
                </a:moveTo>
                <a:lnTo>
                  <a:pt x="1055578" y="1425438"/>
                </a:lnTo>
                <a:lnTo>
                  <a:pt x="1055578" y="1389030"/>
                </a:lnTo>
                <a:cubicBezTo>
                  <a:pt x="1055578" y="1389030"/>
                  <a:pt x="1023813" y="1382514"/>
                  <a:pt x="1023813" y="1349446"/>
                </a:cubicBezTo>
                <a:lnTo>
                  <a:pt x="1023650" y="1349446"/>
                </a:lnTo>
                <a:lnTo>
                  <a:pt x="1021858" y="1317681"/>
                </a:lnTo>
                <a:lnTo>
                  <a:pt x="1052402" y="1292920"/>
                </a:lnTo>
                <a:lnTo>
                  <a:pt x="1058510" y="1227517"/>
                </a:lnTo>
                <a:lnTo>
                  <a:pt x="1013876" y="1227517"/>
                </a:lnTo>
                <a:lnTo>
                  <a:pt x="1008093" y="1273861"/>
                </a:lnTo>
                <a:lnTo>
                  <a:pt x="964925" y="1273861"/>
                </a:lnTo>
                <a:lnTo>
                  <a:pt x="958572" y="1227517"/>
                </a:lnTo>
                <a:lnTo>
                  <a:pt x="933893" y="1227517"/>
                </a:lnTo>
                <a:lnTo>
                  <a:pt x="909296" y="1227517"/>
                </a:lnTo>
                <a:lnTo>
                  <a:pt x="902943" y="1273861"/>
                </a:lnTo>
                <a:lnTo>
                  <a:pt x="859775" y="1273861"/>
                </a:lnTo>
                <a:lnTo>
                  <a:pt x="853992" y="1227517"/>
                </a:lnTo>
                <a:lnTo>
                  <a:pt x="809358" y="1227517"/>
                </a:lnTo>
                <a:lnTo>
                  <a:pt x="815385" y="1292920"/>
                </a:lnTo>
                <a:lnTo>
                  <a:pt x="845929" y="1317681"/>
                </a:lnTo>
                <a:lnTo>
                  <a:pt x="844137" y="1349446"/>
                </a:lnTo>
                <a:lnTo>
                  <a:pt x="843974" y="1349446"/>
                </a:lnTo>
                <a:cubicBezTo>
                  <a:pt x="843974" y="1382514"/>
                  <a:pt x="812209" y="1389030"/>
                  <a:pt x="812209" y="1389030"/>
                </a:cubicBezTo>
                <a:lnTo>
                  <a:pt x="812209" y="1425438"/>
                </a:lnTo>
                <a:lnTo>
                  <a:pt x="836888" y="1425438"/>
                </a:lnTo>
                <a:cubicBezTo>
                  <a:pt x="835829" y="1548263"/>
                  <a:pt x="774824" y="1725821"/>
                  <a:pt x="774824" y="1859153"/>
                </a:cubicBezTo>
                <a:lnTo>
                  <a:pt x="933812" y="1859153"/>
                </a:lnTo>
                <a:lnTo>
                  <a:pt x="1092882" y="1859153"/>
                </a:lnTo>
                <a:cubicBezTo>
                  <a:pt x="1092963" y="1725740"/>
                  <a:pt x="1031958" y="1548263"/>
                  <a:pt x="1030899" y="1425438"/>
                </a:cubicBezTo>
                <a:moveTo>
                  <a:pt x="1482289" y="622107"/>
                </a:moveTo>
                <a:cubicBezTo>
                  <a:pt x="1482289" y="594414"/>
                  <a:pt x="1459891" y="572016"/>
                  <a:pt x="1432198" y="572016"/>
                </a:cubicBezTo>
                <a:cubicBezTo>
                  <a:pt x="1404505" y="572016"/>
                  <a:pt x="1382107" y="594414"/>
                  <a:pt x="1382107" y="622107"/>
                </a:cubicBezTo>
                <a:cubicBezTo>
                  <a:pt x="1382107" y="649800"/>
                  <a:pt x="1404505" y="672198"/>
                  <a:pt x="1432198" y="672198"/>
                </a:cubicBezTo>
                <a:cubicBezTo>
                  <a:pt x="1459809" y="672198"/>
                  <a:pt x="1482289" y="649718"/>
                  <a:pt x="1482289" y="622107"/>
                </a:cubicBezTo>
                <a:moveTo>
                  <a:pt x="1636879" y="1314016"/>
                </a:moveTo>
                <a:lnTo>
                  <a:pt x="1227517" y="1314016"/>
                </a:lnTo>
                <a:lnTo>
                  <a:pt x="1227517" y="1375836"/>
                </a:lnTo>
                <a:cubicBezTo>
                  <a:pt x="1227517" y="1375836"/>
                  <a:pt x="1253010" y="1387157"/>
                  <a:pt x="1253010" y="1415501"/>
                </a:cubicBezTo>
                <a:cubicBezTo>
                  <a:pt x="1253010" y="1472189"/>
                  <a:pt x="1208865" y="1696907"/>
                  <a:pt x="1217336" y="1859072"/>
                </a:cubicBezTo>
                <a:lnTo>
                  <a:pt x="1359871" y="1859072"/>
                </a:lnTo>
                <a:lnTo>
                  <a:pt x="1370623" y="1705133"/>
                </a:lnTo>
                <a:cubicBezTo>
                  <a:pt x="1375347" y="1666282"/>
                  <a:pt x="1400351" y="1643558"/>
                  <a:pt x="1432117" y="1643558"/>
                </a:cubicBezTo>
                <a:cubicBezTo>
                  <a:pt x="1463963" y="1643558"/>
                  <a:pt x="1488886" y="1666201"/>
                  <a:pt x="1493610" y="1705133"/>
                </a:cubicBezTo>
                <a:lnTo>
                  <a:pt x="1504362" y="1859072"/>
                </a:lnTo>
                <a:lnTo>
                  <a:pt x="1646897" y="1859072"/>
                </a:lnTo>
                <a:cubicBezTo>
                  <a:pt x="1655368" y="1696907"/>
                  <a:pt x="1611223" y="1472271"/>
                  <a:pt x="1611223" y="1415501"/>
                </a:cubicBezTo>
                <a:cubicBezTo>
                  <a:pt x="1611223" y="1387157"/>
                  <a:pt x="1636716" y="1375836"/>
                  <a:pt x="1636716" y="1375836"/>
                </a:cubicBezTo>
                <a:lnTo>
                  <a:pt x="1636879" y="1314016"/>
                </a:lnTo>
                <a:moveTo>
                  <a:pt x="1033180" y="1184838"/>
                </a:moveTo>
                <a:lnTo>
                  <a:pt x="1033180" y="1163498"/>
                </a:lnTo>
                <a:cubicBezTo>
                  <a:pt x="1033180" y="1102248"/>
                  <a:pt x="988138" y="1063967"/>
                  <a:pt x="933975" y="1063967"/>
                </a:cubicBezTo>
                <a:cubicBezTo>
                  <a:pt x="879811" y="1063967"/>
                  <a:pt x="834770" y="1102248"/>
                  <a:pt x="834770" y="1163498"/>
                </a:cubicBezTo>
                <a:lnTo>
                  <a:pt x="834770" y="1184838"/>
                </a:lnTo>
                <a:lnTo>
                  <a:pt x="1033180" y="1184838"/>
                </a:lnTo>
                <a:close/>
                <a:moveTo>
                  <a:pt x="1588254" y="1265146"/>
                </a:moveTo>
                <a:cubicBezTo>
                  <a:pt x="1588254" y="1265146"/>
                  <a:pt x="1578236" y="1188340"/>
                  <a:pt x="1578236" y="1162846"/>
                </a:cubicBezTo>
                <a:cubicBezTo>
                  <a:pt x="1578236" y="1126032"/>
                  <a:pt x="1613585" y="1111860"/>
                  <a:pt x="1613585" y="1111860"/>
                </a:cubicBezTo>
                <a:lnTo>
                  <a:pt x="1617983" y="1029840"/>
                </a:lnTo>
                <a:lnTo>
                  <a:pt x="1550950" y="1029840"/>
                </a:lnTo>
                <a:lnTo>
                  <a:pt x="1544027" y="1081316"/>
                </a:lnTo>
                <a:lnTo>
                  <a:pt x="1484814" y="1081316"/>
                </a:lnTo>
                <a:lnTo>
                  <a:pt x="1477972" y="1029840"/>
                </a:lnTo>
                <a:lnTo>
                  <a:pt x="1386505" y="1029840"/>
                </a:lnTo>
                <a:lnTo>
                  <a:pt x="1379663" y="1081316"/>
                </a:lnTo>
                <a:lnTo>
                  <a:pt x="1320450" y="1081316"/>
                </a:lnTo>
                <a:lnTo>
                  <a:pt x="1313608" y="1029840"/>
                </a:lnTo>
                <a:lnTo>
                  <a:pt x="1246494" y="1029840"/>
                </a:lnTo>
                <a:lnTo>
                  <a:pt x="1250893" y="1111860"/>
                </a:lnTo>
                <a:cubicBezTo>
                  <a:pt x="1250893" y="1111860"/>
                  <a:pt x="1286241" y="1126032"/>
                  <a:pt x="1286241" y="1162846"/>
                </a:cubicBezTo>
                <a:cubicBezTo>
                  <a:pt x="1286241" y="1188340"/>
                  <a:pt x="1276223" y="1265146"/>
                  <a:pt x="1276223" y="1265146"/>
                </a:cubicBezTo>
                <a:lnTo>
                  <a:pt x="1588254" y="1265146"/>
                </a:lnTo>
                <a:close/>
                <a:moveTo>
                  <a:pt x="1795705" y="720009"/>
                </a:moveTo>
                <a:cubicBezTo>
                  <a:pt x="1768500" y="718543"/>
                  <a:pt x="1743577" y="728153"/>
                  <a:pt x="1724925" y="744688"/>
                </a:cubicBezTo>
                <a:cubicBezTo>
                  <a:pt x="1723622" y="745828"/>
                  <a:pt x="1724762" y="747945"/>
                  <a:pt x="1726473" y="747376"/>
                </a:cubicBezTo>
                <a:cubicBezTo>
                  <a:pt x="1738120" y="744036"/>
                  <a:pt x="1750908" y="743466"/>
                  <a:pt x="1764184" y="746642"/>
                </a:cubicBezTo>
                <a:cubicBezTo>
                  <a:pt x="1792284" y="753403"/>
                  <a:pt x="1814275" y="776941"/>
                  <a:pt x="1818917" y="805448"/>
                </a:cubicBezTo>
                <a:cubicBezTo>
                  <a:pt x="1826411" y="851386"/>
                  <a:pt x="1791143" y="891133"/>
                  <a:pt x="1746591" y="891133"/>
                </a:cubicBezTo>
                <a:cubicBezTo>
                  <a:pt x="1739586" y="891133"/>
                  <a:pt x="1732826" y="890155"/>
                  <a:pt x="1726392" y="888282"/>
                </a:cubicBezTo>
                <a:cubicBezTo>
                  <a:pt x="1724762" y="887793"/>
                  <a:pt x="1723704" y="889911"/>
                  <a:pt x="1724925" y="891051"/>
                </a:cubicBezTo>
                <a:cubicBezTo>
                  <a:pt x="1742274" y="906527"/>
                  <a:pt x="1765080" y="915893"/>
                  <a:pt x="1790085" y="915893"/>
                </a:cubicBezTo>
                <a:cubicBezTo>
                  <a:pt x="1845796" y="915893"/>
                  <a:pt x="1890593" y="869467"/>
                  <a:pt x="1887986" y="813186"/>
                </a:cubicBezTo>
                <a:cubicBezTo>
                  <a:pt x="1885787" y="763665"/>
                  <a:pt x="1845225" y="722778"/>
                  <a:pt x="1795705" y="720009"/>
                </a:cubicBezTo>
                <a:moveTo>
                  <a:pt x="1583041" y="967450"/>
                </a:moveTo>
                <a:lnTo>
                  <a:pt x="1583041" y="981948"/>
                </a:lnTo>
                <a:lnTo>
                  <a:pt x="1281273" y="981948"/>
                </a:lnTo>
                <a:lnTo>
                  <a:pt x="1281273" y="967450"/>
                </a:lnTo>
                <a:cubicBezTo>
                  <a:pt x="1281273" y="932509"/>
                  <a:pt x="1432198" y="702416"/>
                  <a:pt x="1432198" y="702416"/>
                </a:cubicBezTo>
                <a:cubicBezTo>
                  <a:pt x="1432198" y="702416"/>
                  <a:pt x="1583041" y="932509"/>
                  <a:pt x="1583041" y="967450"/>
                </a:cubicBezTo>
                <a:close/>
              </a:path>
            </a:pathLst>
          </a:custGeom>
          <a:solidFill>
            <a:srgbClr val="0D142D"/>
          </a:solidFill>
          <a:ln w="8132" cap="flat">
            <a:noFill/>
            <a:prstDash val="solid"/>
            <a:miter/>
          </a:ln>
        </p:spPr>
        <p:txBody>
          <a:bodyPr rtlCol="0" anchor="ctr"/>
          <a:lstStyle/>
          <a:p>
            <a:endParaRPr lang="da-DK" sz="570" dirty="0"/>
          </a:p>
        </p:txBody>
      </p:sp>
    </p:spTree>
    <p:extLst>
      <p:ext uri="{BB962C8B-B14F-4D97-AF65-F5344CB8AC3E}">
        <p14:creationId xmlns:p14="http://schemas.microsoft.com/office/powerpoint/2010/main" val="4117087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blå">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991F9A-7F11-4119-AA5A-7CE875573D4E}"/>
              </a:ext>
            </a:extLst>
          </p:cNvPr>
          <p:cNvSpPr/>
          <p:nvPr userDrawn="1"/>
        </p:nvSpPr>
        <p:spPr>
          <a:xfrm>
            <a:off x="0" y="0"/>
            <a:ext cx="12192000" cy="6858000"/>
          </a:xfrm>
          <a:prstGeom prst="rect">
            <a:avLst/>
          </a:prstGeom>
          <a:solidFill>
            <a:srgbClr val="000C2E"/>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bg1"/>
                </a:solidFill>
              </a:defRPr>
            </a:lvl1pPr>
          </a:lstStyle>
          <a:p>
            <a:r>
              <a:rPr lang="da-DK" dirty="0"/>
              <a:t>Indsæt titel</a:t>
            </a:r>
          </a:p>
        </p:txBody>
      </p:sp>
      <p:sp>
        <p:nvSpPr>
          <p:cNvPr id="17" name="Subtitle 2">
            <a:extLst>
              <a:ext uri="{FF2B5EF4-FFF2-40B4-BE49-F238E27FC236}">
                <a16:creationId xmlns:a16="http://schemas.microsoft.com/office/drawing/2014/main" id="{A8F5DFB3-8199-4CB6-9066-2BB37E465677}"/>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bg1"/>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15" name="Graphic 7">
            <a:extLst>
              <a:ext uri="{FF2B5EF4-FFF2-40B4-BE49-F238E27FC236}">
                <a16:creationId xmlns:a16="http://schemas.microsoft.com/office/drawing/2014/main" id="{A2506A83-7F56-4B42-B699-2119B672DFA1}"/>
              </a:ext>
            </a:extLst>
          </p:cNvPr>
          <p:cNvSpPr/>
          <p:nvPr userDrawn="1"/>
        </p:nvSpPr>
        <p:spPr>
          <a:xfrm>
            <a:off x="10442659" y="5068884"/>
            <a:ext cx="1026802" cy="1069115"/>
          </a:xfrm>
          <a:custGeom>
            <a:avLst/>
            <a:gdLst>
              <a:gd name="connsiteX0" fmla="*/ 1894258 w 2964740"/>
              <a:gd name="connsiteY0" fmla="*/ 2907646 h 3086914"/>
              <a:gd name="connsiteX1" fmla="*/ 1781451 w 2964740"/>
              <a:gd name="connsiteY1" fmla="*/ 2940795 h 3086914"/>
              <a:gd name="connsiteX2" fmla="*/ 1810447 w 2964740"/>
              <a:gd name="connsiteY2" fmla="*/ 3043421 h 3086914"/>
              <a:gd name="connsiteX3" fmla="*/ 1750745 w 2964740"/>
              <a:gd name="connsiteY3" fmla="*/ 3061014 h 3086914"/>
              <a:gd name="connsiteX4" fmla="*/ 1682328 w 2964740"/>
              <a:gd name="connsiteY4" fmla="*/ 2813898 h 3086914"/>
              <a:gd name="connsiteX5" fmla="*/ 1740727 w 2964740"/>
              <a:gd name="connsiteY5" fmla="*/ 2796712 h 3086914"/>
              <a:gd name="connsiteX6" fmla="*/ 1767767 w 2964740"/>
              <a:gd name="connsiteY6" fmla="*/ 2892170 h 3086914"/>
              <a:gd name="connsiteX7" fmla="*/ 1879515 w 2964740"/>
              <a:gd name="connsiteY7" fmla="*/ 2859347 h 3086914"/>
              <a:gd name="connsiteX8" fmla="*/ 1850357 w 2964740"/>
              <a:gd name="connsiteY8" fmla="*/ 2764458 h 3086914"/>
              <a:gd name="connsiteX9" fmla="*/ 1908430 w 2964740"/>
              <a:gd name="connsiteY9" fmla="*/ 2747354 h 3086914"/>
              <a:gd name="connsiteX10" fmla="*/ 1984992 w 2964740"/>
              <a:gd name="connsiteY10" fmla="*/ 2992108 h 3086914"/>
              <a:gd name="connsiteX11" fmla="*/ 1925616 w 2964740"/>
              <a:gd name="connsiteY11" fmla="*/ 3009619 h 3086914"/>
              <a:gd name="connsiteX12" fmla="*/ 1894258 w 2964740"/>
              <a:gd name="connsiteY12" fmla="*/ 2907646 h 3086914"/>
              <a:gd name="connsiteX13" fmla="*/ 2725688 w 2964740"/>
              <a:gd name="connsiteY13" fmla="*/ 960446 h 3086914"/>
              <a:gd name="connsiteX14" fmla="*/ 2614266 w 2964740"/>
              <a:gd name="connsiteY14" fmla="*/ 926237 h 3086914"/>
              <a:gd name="connsiteX15" fmla="*/ 2649452 w 2964740"/>
              <a:gd name="connsiteY15" fmla="*/ 814815 h 3086914"/>
              <a:gd name="connsiteX16" fmla="*/ 2761037 w 2964740"/>
              <a:gd name="connsiteY16" fmla="*/ 849431 h 3086914"/>
              <a:gd name="connsiteX17" fmla="*/ 2725688 w 2964740"/>
              <a:gd name="connsiteY17" fmla="*/ 960446 h 3086914"/>
              <a:gd name="connsiteX18" fmla="*/ 2810558 w 2964740"/>
              <a:gd name="connsiteY18" fmla="*/ 823449 h 3086914"/>
              <a:gd name="connsiteX19" fmla="*/ 2621678 w 2964740"/>
              <a:gd name="connsiteY19" fmla="*/ 761873 h 3086914"/>
              <a:gd name="connsiteX20" fmla="*/ 2564664 w 2964740"/>
              <a:gd name="connsiteY20" fmla="*/ 952220 h 3086914"/>
              <a:gd name="connsiteX21" fmla="*/ 2753544 w 2964740"/>
              <a:gd name="connsiteY21" fmla="*/ 1013795 h 3086914"/>
              <a:gd name="connsiteX22" fmla="*/ 2810558 w 2964740"/>
              <a:gd name="connsiteY22" fmla="*/ 823449 h 3086914"/>
              <a:gd name="connsiteX23" fmla="*/ 1727043 w 2964740"/>
              <a:gd name="connsiteY23" fmla="*/ 133332 h 3086914"/>
              <a:gd name="connsiteX24" fmla="*/ 1707169 w 2964740"/>
              <a:gd name="connsiteY24" fmla="*/ 280592 h 3086914"/>
              <a:gd name="connsiteX25" fmla="*/ 1646816 w 2964740"/>
              <a:gd name="connsiteY25" fmla="*/ 272365 h 3086914"/>
              <a:gd name="connsiteX26" fmla="*/ 1663594 w 2964740"/>
              <a:gd name="connsiteY26" fmla="*/ 138300 h 3086914"/>
              <a:gd name="connsiteX27" fmla="*/ 1617006 w 2964740"/>
              <a:gd name="connsiteY27" fmla="*/ 58969 h 3086914"/>
              <a:gd name="connsiteX28" fmla="*/ 1551602 w 2964740"/>
              <a:gd name="connsiteY28" fmla="*/ 124210 h 3086914"/>
              <a:gd name="connsiteX29" fmla="*/ 1534824 w 2964740"/>
              <a:gd name="connsiteY29" fmla="*/ 258274 h 3086914"/>
              <a:gd name="connsiteX30" fmla="*/ 1474389 w 2964740"/>
              <a:gd name="connsiteY30" fmla="*/ 251433 h 3086914"/>
              <a:gd name="connsiteX31" fmla="*/ 1491249 w 2964740"/>
              <a:gd name="connsiteY31" fmla="*/ 104906 h 3086914"/>
              <a:gd name="connsiteX32" fmla="*/ 1623929 w 2964740"/>
              <a:gd name="connsiteY32" fmla="*/ 3014 h 3086914"/>
              <a:gd name="connsiteX33" fmla="*/ 1727043 w 2964740"/>
              <a:gd name="connsiteY33" fmla="*/ 133332 h 3086914"/>
              <a:gd name="connsiteX34" fmla="*/ 1289662 w 2964740"/>
              <a:gd name="connsiteY34" fmla="*/ 2830106 h 3086914"/>
              <a:gd name="connsiteX35" fmla="*/ 1344477 w 2964740"/>
              <a:gd name="connsiteY35" fmla="*/ 2831165 h 3086914"/>
              <a:gd name="connsiteX36" fmla="*/ 1474226 w 2964740"/>
              <a:gd name="connsiteY36" fmla="*/ 2988687 h 3086914"/>
              <a:gd name="connsiteX37" fmla="*/ 1473574 w 2964740"/>
              <a:gd name="connsiteY37" fmla="*/ 2833038 h 3086914"/>
              <a:gd name="connsiteX38" fmla="*/ 1533357 w 2964740"/>
              <a:gd name="connsiteY38" fmla="*/ 2834016 h 3086914"/>
              <a:gd name="connsiteX39" fmla="*/ 1533439 w 2964740"/>
              <a:gd name="connsiteY39" fmla="*/ 3090336 h 3086914"/>
              <a:gd name="connsiteX40" fmla="*/ 1473981 w 2964740"/>
              <a:gd name="connsiteY40" fmla="*/ 3089440 h 3086914"/>
              <a:gd name="connsiteX41" fmla="*/ 1473900 w 2964740"/>
              <a:gd name="connsiteY41" fmla="*/ 3083250 h 3086914"/>
              <a:gd name="connsiteX42" fmla="*/ 1459239 w 2964740"/>
              <a:gd name="connsiteY42" fmla="*/ 3051647 h 3086914"/>
              <a:gd name="connsiteX43" fmla="*/ 1345699 w 2964740"/>
              <a:gd name="connsiteY43" fmla="*/ 2912858 h 3086914"/>
              <a:gd name="connsiteX44" fmla="*/ 1341708 w 2964740"/>
              <a:gd name="connsiteY44" fmla="*/ 3087485 h 3086914"/>
              <a:gd name="connsiteX45" fmla="*/ 1281273 w 2964740"/>
              <a:gd name="connsiteY45" fmla="*/ 3086507 h 3086914"/>
              <a:gd name="connsiteX46" fmla="*/ 1289662 w 2964740"/>
              <a:gd name="connsiteY46" fmla="*/ 2830106 h 3086914"/>
              <a:gd name="connsiteX47" fmla="*/ 1926593 w 2964740"/>
              <a:gd name="connsiteY47" fmla="*/ 75177 h 3086914"/>
              <a:gd name="connsiteX48" fmla="*/ 1983281 w 2964740"/>
              <a:gd name="connsiteY48" fmla="*/ 95458 h 3086914"/>
              <a:gd name="connsiteX49" fmla="*/ 1936693 w 2964740"/>
              <a:gd name="connsiteY49" fmla="*/ 258274 h 3086914"/>
              <a:gd name="connsiteX50" fmla="*/ 2065626 w 2964740"/>
              <a:gd name="connsiteY50" fmla="*/ 137975 h 3086914"/>
              <a:gd name="connsiteX51" fmla="*/ 2099916 w 2964740"/>
              <a:gd name="connsiteY51" fmla="*/ 153857 h 3086914"/>
              <a:gd name="connsiteX52" fmla="*/ 2091690 w 2964740"/>
              <a:gd name="connsiteY52" fmla="*/ 329950 h 3086914"/>
              <a:gd name="connsiteX53" fmla="*/ 2184949 w 2964740"/>
              <a:gd name="connsiteY53" fmla="*/ 189369 h 3086914"/>
              <a:gd name="connsiteX54" fmla="*/ 2237565 w 2964740"/>
              <a:gd name="connsiteY54" fmla="*/ 219994 h 3086914"/>
              <a:gd name="connsiteX55" fmla="*/ 2089979 w 2964740"/>
              <a:gd name="connsiteY55" fmla="*/ 428829 h 3086914"/>
              <a:gd name="connsiteX56" fmla="*/ 2035816 w 2964740"/>
              <a:gd name="connsiteY56" fmla="*/ 403742 h 3086914"/>
              <a:gd name="connsiteX57" fmla="*/ 2043065 w 2964740"/>
              <a:gd name="connsiteY57" fmla="*/ 232700 h 3086914"/>
              <a:gd name="connsiteX58" fmla="*/ 1915760 w 2964740"/>
              <a:gd name="connsiteY58" fmla="*/ 348194 h 3086914"/>
              <a:gd name="connsiteX59" fmla="*/ 1860538 w 2964740"/>
              <a:gd name="connsiteY59" fmla="*/ 322701 h 3086914"/>
              <a:gd name="connsiteX60" fmla="*/ 1926593 w 2964740"/>
              <a:gd name="connsiteY60" fmla="*/ 75177 h 3086914"/>
              <a:gd name="connsiteX61" fmla="*/ 2387594 w 2964740"/>
              <a:gd name="connsiteY61" fmla="*/ 324085 h 3086914"/>
              <a:gd name="connsiteX62" fmla="*/ 2434183 w 2964740"/>
              <a:gd name="connsiteY62" fmla="*/ 362122 h 3086914"/>
              <a:gd name="connsiteX63" fmla="*/ 2336281 w 2964740"/>
              <a:gd name="connsiteY63" fmla="*/ 498875 h 3086914"/>
              <a:gd name="connsiteX64" fmla="*/ 2498120 w 2964740"/>
              <a:gd name="connsiteY64" fmla="*/ 428910 h 3086914"/>
              <a:gd name="connsiteX65" fmla="*/ 2525080 w 2964740"/>
              <a:gd name="connsiteY65" fmla="*/ 455299 h 3086914"/>
              <a:gd name="connsiteX66" fmla="*/ 2458210 w 2964740"/>
              <a:gd name="connsiteY66" fmla="*/ 618360 h 3086914"/>
              <a:gd name="connsiteX67" fmla="*/ 2592927 w 2964740"/>
              <a:gd name="connsiteY67" fmla="*/ 517527 h 3086914"/>
              <a:gd name="connsiteX68" fmla="*/ 2632348 w 2964740"/>
              <a:gd name="connsiteY68" fmla="*/ 563871 h 3086914"/>
              <a:gd name="connsiteX69" fmla="*/ 2423269 w 2964740"/>
              <a:gd name="connsiteY69" fmla="*/ 710886 h 3086914"/>
              <a:gd name="connsiteX70" fmla="*/ 2380671 w 2964740"/>
              <a:gd name="connsiteY70" fmla="*/ 669021 h 3086914"/>
              <a:gd name="connsiteX71" fmla="*/ 2444934 w 2964740"/>
              <a:gd name="connsiteY71" fmla="*/ 510359 h 3086914"/>
              <a:gd name="connsiteX72" fmla="*/ 2286271 w 2964740"/>
              <a:gd name="connsiteY72" fmla="*/ 576414 h 3086914"/>
              <a:gd name="connsiteX73" fmla="*/ 2242859 w 2964740"/>
              <a:gd name="connsiteY73" fmla="*/ 533816 h 3086914"/>
              <a:gd name="connsiteX74" fmla="*/ 2387594 w 2964740"/>
              <a:gd name="connsiteY74" fmla="*/ 324085 h 3086914"/>
              <a:gd name="connsiteX75" fmla="*/ 405208 w 2964740"/>
              <a:gd name="connsiteY75" fmla="*/ 2548456 h 3086914"/>
              <a:gd name="connsiteX76" fmla="*/ 293298 w 2964740"/>
              <a:gd name="connsiteY76" fmla="*/ 2515876 h 3086914"/>
              <a:gd name="connsiteX77" fmla="*/ 287026 w 2964740"/>
              <a:gd name="connsiteY77" fmla="*/ 2500971 h 3086914"/>
              <a:gd name="connsiteX78" fmla="*/ 448458 w 2964740"/>
              <a:gd name="connsiteY78" fmla="*/ 2484355 h 3086914"/>
              <a:gd name="connsiteX79" fmla="*/ 405208 w 2964740"/>
              <a:gd name="connsiteY79" fmla="*/ 2548456 h 3086914"/>
              <a:gd name="connsiteX80" fmla="*/ 326773 w 2964740"/>
              <a:gd name="connsiteY80" fmla="*/ 2403884 h 3086914"/>
              <a:gd name="connsiteX81" fmla="*/ 438847 w 2964740"/>
              <a:gd name="connsiteY81" fmla="*/ 2436870 h 3086914"/>
              <a:gd name="connsiteX82" fmla="*/ 444548 w 2964740"/>
              <a:gd name="connsiteY82" fmla="*/ 2450228 h 3086914"/>
              <a:gd name="connsiteX83" fmla="*/ 283687 w 2964740"/>
              <a:gd name="connsiteY83" fmla="*/ 2466925 h 3086914"/>
              <a:gd name="connsiteX84" fmla="*/ 326773 w 2964740"/>
              <a:gd name="connsiteY84" fmla="*/ 2403884 h 3086914"/>
              <a:gd name="connsiteX85" fmla="*/ 541147 w 2964740"/>
              <a:gd name="connsiteY85" fmla="*/ 2474826 h 3086914"/>
              <a:gd name="connsiteX86" fmla="*/ 537482 w 2964740"/>
              <a:gd name="connsiteY86" fmla="*/ 2440617 h 3086914"/>
              <a:gd name="connsiteX87" fmla="*/ 501563 w 2964740"/>
              <a:gd name="connsiteY87" fmla="*/ 2444364 h 3086914"/>
              <a:gd name="connsiteX88" fmla="*/ 488042 w 2964740"/>
              <a:gd name="connsiteY88" fmla="*/ 2410237 h 3086914"/>
              <a:gd name="connsiteX89" fmla="*/ 298266 w 2964740"/>
              <a:gd name="connsiteY89" fmla="*/ 2351512 h 3086914"/>
              <a:gd name="connsiteX90" fmla="*/ 225858 w 2964740"/>
              <a:gd name="connsiteY90" fmla="*/ 2473034 h 3086914"/>
              <a:gd name="connsiteX91" fmla="*/ 189043 w 2964740"/>
              <a:gd name="connsiteY91" fmla="*/ 2476862 h 3086914"/>
              <a:gd name="connsiteX92" fmla="*/ 193767 w 2964740"/>
              <a:gd name="connsiteY92" fmla="*/ 2510663 h 3086914"/>
              <a:gd name="connsiteX93" fmla="*/ 230175 w 2964740"/>
              <a:gd name="connsiteY93" fmla="*/ 2506917 h 3086914"/>
              <a:gd name="connsiteX94" fmla="*/ 244021 w 2964740"/>
              <a:gd name="connsiteY94" fmla="*/ 2542592 h 3086914"/>
              <a:gd name="connsiteX95" fmla="*/ 433797 w 2964740"/>
              <a:gd name="connsiteY95" fmla="*/ 2601397 h 3086914"/>
              <a:gd name="connsiteX96" fmla="*/ 506205 w 2964740"/>
              <a:gd name="connsiteY96" fmla="*/ 2478491 h 3086914"/>
              <a:gd name="connsiteX97" fmla="*/ 541147 w 2964740"/>
              <a:gd name="connsiteY97" fmla="*/ 2474826 h 3086914"/>
              <a:gd name="connsiteX98" fmla="*/ 2267620 w 2964740"/>
              <a:gd name="connsiteY98" fmla="*/ 2527605 h 3086914"/>
              <a:gd name="connsiteX99" fmla="*/ 2316896 w 2964740"/>
              <a:gd name="connsiteY99" fmla="*/ 2483460 h 3086914"/>
              <a:gd name="connsiteX100" fmla="*/ 2507324 w 2964740"/>
              <a:gd name="connsiteY100" fmla="*/ 2557334 h 3086914"/>
              <a:gd name="connsiteX101" fmla="*/ 2423187 w 2964740"/>
              <a:gd name="connsiteY101" fmla="*/ 2370734 h 3086914"/>
              <a:gd name="connsiteX102" fmla="*/ 2463667 w 2964740"/>
              <a:gd name="connsiteY102" fmla="*/ 2319584 h 3086914"/>
              <a:gd name="connsiteX103" fmla="*/ 2581605 w 2964740"/>
              <a:gd name="connsiteY103" fmla="*/ 2583071 h 3086914"/>
              <a:gd name="connsiteX104" fmla="*/ 2537379 w 2964740"/>
              <a:gd name="connsiteY104" fmla="*/ 2629986 h 3086914"/>
              <a:gd name="connsiteX105" fmla="*/ 2267620 w 2964740"/>
              <a:gd name="connsiteY105" fmla="*/ 2527605 h 3086914"/>
              <a:gd name="connsiteX106" fmla="*/ 1337229 w 2964740"/>
              <a:gd name="connsiteY106" fmla="*/ 253632 h 3086914"/>
              <a:gd name="connsiteX107" fmla="*/ 1283065 w 2964740"/>
              <a:gd name="connsiteY107" fmla="*/ 262591 h 3086914"/>
              <a:gd name="connsiteX108" fmla="*/ 1126764 w 2964740"/>
              <a:gd name="connsiteY108" fmla="*/ 131377 h 3086914"/>
              <a:gd name="connsiteX109" fmla="*/ 1155842 w 2964740"/>
              <a:gd name="connsiteY109" fmla="*/ 284257 h 3086914"/>
              <a:gd name="connsiteX110" fmla="*/ 1096873 w 2964740"/>
              <a:gd name="connsiteY110" fmla="*/ 294194 h 3086914"/>
              <a:gd name="connsiteX111" fmla="*/ 1049877 w 2964740"/>
              <a:gd name="connsiteY111" fmla="*/ 42190 h 3086914"/>
              <a:gd name="connsiteX112" fmla="*/ 1108520 w 2964740"/>
              <a:gd name="connsiteY112" fmla="*/ 32254 h 3086914"/>
              <a:gd name="connsiteX113" fmla="*/ 1109742 w 2964740"/>
              <a:gd name="connsiteY113" fmla="*/ 38362 h 3086914"/>
              <a:gd name="connsiteX114" fmla="*/ 1129941 w 2964740"/>
              <a:gd name="connsiteY114" fmla="*/ 66788 h 3086914"/>
              <a:gd name="connsiteX115" fmla="*/ 1266938 w 2964740"/>
              <a:gd name="connsiteY115" fmla="*/ 182527 h 3086914"/>
              <a:gd name="connsiteX116" fmla="*/ 1238920 w 2964740"/>
              <a:gd name="connsiteY116" fmla="*/ 10100 h 3086914"/>
              <a:gd name="connsiteX117" fmla="*/ 1298540 w 2964740"/>
              <a:gd name="connsiteY117" fmla="*/ 0 h 3086914"/>
              <a:gd name="connsiteX118" fmla="*/ 1337229 w 2964740"/>
              <a:gd name="connsiteY118" fmla="*/ 253632 h 3086914"/>
              <a:gd name="connsiteX119" fmla="*/ 2523858 w 2964740"/>
              <a:gd name="connsiteY119" fmla="*/ 2233086 h 3086914"/>
              <a:gd name="connsiteX120" fmla="*/ 2548700 w 2964740"/>
              <a:gd name="connsiteY120" fmla="*/ 2184135 h 3086914"/>
              <a:gd name="connsiteX121" fmla="*/ 2747028 w 2964740"/>
              <a:gd name="connsiteY121" fmla="*/ 2135998 h 3086914"/>
              <a:gd name="connsiteX122" fmla="*/ 2606691 w 2964740"/>
              <a:gd name="connsiteY122" fmla="*/ 2068803 h 3086914"/>
              <a:gd name="connsiteX123" fmla="*/ 2633651 w 2964740"/>
              <a:gd name="connsiteY123" fmla="*/ 2015454 h 3086914"/>
              <a:gd name="connsiteX124" fmla="*/ 2864477 w 2964740"/>
              <a:gd name="connsiteY124" fmla="*/ 2127039 h 3086914"/>
              <a:gd name="connsiteX125" fmla="*/ 2837762 w 2964740"/>
              <a:gd name="connsiteY125" fmla="*/ 2180144 h 3086914"/>
              <a:gd name="connsiteX126" fmla="*/ 2832142 w 2964740"/>
              <a:gd name="connsiteY126" fmla="*/ 2177456 h 3086914"/>
              <a:gd name="connsiteX127" fmla="*/ 2797363 w 2964740"/>
              <a:gd name="connsiteY127" fmla="*/ 2176886 h 3086914"/>
              <a:gd name="connsiteX128" fmla="*/ 2622981 w 2964740"/>
              <a:gd name="connsiteY128" fmla="*/ 2218587 h 3086914"/>
              <a:gd name="connsiteX129" fmla="*/ 2778467 w 2964740"/>
              <a:gd name="connsiteY129" fmla="*/ 2298245 h 3086914"/>
              <a:gd name="connsiteX130" fmla="*/ 2751263 w 2964740"/>
              <a:gd name="connsiteY130" fmla="*/ 2352245 h 3086914"/>
              <a:gd name="connsiteX131" fmla="*/ 2523858 w 2964740"/>
              <a:gd name="connsiteY131" fmla="*/ 2233086 h 3086914"/>
              <a:gd name="connsiteX132" fmla="*/ 230989 w 2964740"/>
              <a:gd name="connsiteY132" fmla="*/ 2015454 h 3086914"/>
              <a:gd name="connsiteX133" fmla="*/ 257542 w 2964740"/>
              <a:gd name="connsiteY133" fmla="*/ 2070513 h 3086914"/>
              <a:gd name="connsiteX134" fmla="*/ 168436 w 2964740"/>
              <a:gd name="connsiteY134" fmla="*/ 2113437 h 3086914"/>
              <a:gd name="connsiteX135" fmla="*/ 298755 w 2964740"/>
              <a:gd name="connsiteY135" fmla="*/ 2155953 h 3086914"/>
              <a:gd name="connsiteX136" fmla="*/ 326936 w 2964740"/>
              <a:gd name="connsiteY136" fmla="*/ 2214352 h 3086914"/>
              <a:gd name="connsiteX137" fmla="*/ 173894 w 2964740"/>
              <a:gd name="connsiteY137" fmla="*/ 2171021 h 3086914"/>
              <a:gd name="connsiteX138" fmla="*/ 101404 w 2964740"/>
              <a:gd name="connsiteY138" fmla="*/ 2336933 h 3086914"/>
              <a:gd name="connsiteX139" fmla="*/ 68336 w 2964740"/>
              <a:gd name="connsiteY139" fmla="*/ 2268353 h 3086914"/>
              <a:gd name="connsiteX140" fmla="*/ 128608 w 2964740"/>
              <a:gd name="connsiteY140" fmla="*/ 2132740 h 3086914"/>
              <a:gd name="connsiteX141" fmla="*/ 26634 w 2964740"/>
              <a:gd name="connsiteY141" fmla="*/ 2181935 h 3086914"/>
              <a:gd name="connsiteX142" fmla="*/ 0 w 2964740"/>
              <a:gd name="connsiteY142" fmla="*/ 2126876 h 3086914"/>
              <a:gd name="connsiteX143" fmla="*/ 230989 w 2964740"/>
              <a:gd name="connsiteY143" fmla="*/ 2015454 h 3086914"/>
              <a:gd name="connsiteX144" fmla="*/ 682542 w 2964740"/>
              <a:gd name="connsiteY144" fmla="*/ 2722349 h 3086914"/>
              <a:gd name="connsiteX145" fmla="*/ 731248 w 2964740"/>
              <a:gd name="connsiteY145" fmla="*/ 2719173 h 3086914"/>
              <a:gd name="connsiteX146" fmla="*/ 714959 w 2964740"/>
              <a:gd name="connsiteY146" fmla="*/ 2674783 h 3086914"/>
              <a:gd name="connsiteX147" fmla="*/ 681972 w 2964740"/>
              <a:gd name="connsiteY147" fmla="*/ 2652303 h 3086914"/>
              <a:gd name="connsiteX148" fmla="*/ 649555 w 2964740"/>
              <a:gd name="connsiteY148" fmla="*/ 2699869 h 3086914"/>
              <a:gd name="connsiteX149" fmla="*/ 682542 w 2964740"/>
              <a:gd name="connsiteY149" fmla="*/ 2722349 h 3086914"/>
              <a:gd name="connsiteX150" fmla="*/ 635465 w 2964740"/>
              <a:gd name="connsiteY150" fmla="*/ 2819273 h 3086914"/>
              <a:gd name="connsiteX151" fmla="*/ 686207 w 2964740"/>
              <a:gd name="connsiteY151" fmla="*/ 2815771 h 3086914"/>
              <a:gd name="connsiteX152" fmla="*/ 670162 w 2964740"/>
              <a:gd name="connsiteY152" fmla="*/ 2768449 h 3086914"/>
              <a:gd name="connsiteX153" fmla="*/ 624225 w 2964740"/>
              <a:gd name="connsiteY153" fmla="*/ 2737092 h 3086914"/>
              <a:gd name="connsiteX154" fmla="*/ 589527 w 2964740"/>
              <a:gd name="connsiteY154" fmla="*/ 2787916 h 3086914"/>
              <a:gd name="connsiteX155" fmla="*/ 635465 w 2964740"/>
              <a:gd name="connsiteY155" fmla="*/ 2819273 h 3086914"/>
              <a:gd name="connsiteX156" fmla="*/ 657456 w 2964740"/>
              <a:gd name="connsiteY156" fmla="*/ 2579732 h 3086914"/>
              <a:gd name="connsiteX157" fmla="*/ 741267 w 2964740"/>
              <a:gd name="connsiteY157" fmla="*/ 2636909 h 3086914"/>
              <a:gd name="connsiteX158" fmla="*/ 786226 w 2964740"/>
              <a:gd name="connsiteY158" fmla="*/ 2746458 h 3086914"/>
              <a:gd name="connsiteX159" fmla="*/ 727420 w 2964740"/>
              <a:gd name="connsiteY159" fmla="*/ 2771544 h 3086914"/>
              <a:gd name="connsiteX160" fmla="*/ 735158 w 2964740"/>
              <a:gd name="connsiteY160" fmla="*/ 2851771 h 3086914"/>
              <a:gd name="connsiteX161" fmla="*/ 609727 w 2964740"/>
              <a:gd name="connsiteY161" fmla="*/ 2857554 h 3086914"/>
              <a:gd name="connsiteX162" fmla="*/ 512884 w 2964740"/>
              <a:gd name="connsiteY162" fmla="*/ 2791499 h 3086914"/>
              <a:gd name="connsiteX163" fmla="*/ 657456 w 2964740"/>
              <a:gd name="connsiteY163" fmla="*/ 2579732 h 3086914"/>
              <a:gd name="connsiteX164" fmla="*/ 2886469 w 2964740"/>
              <a:gd name="connsiteY164" fmla="*/ 1944105 h 3086914"/>
              <a:gd name="connsiteX165" fmla="*/ 2857961 w 2964740"/>
              <a:gd name="connsiteY165" fmla="*/ 1893688 h 3086914"/>
              <a:gd name="connsiteX166" fmla="*/ 2907564 w 2964740"/>
              <a:gd name="connsiteY166" fmla="*/ 1831786 h 3086914"/>
              <a:gd name="connsiteX167" fmla="*/ 2887446 w 2964740"/>
              <a:gd name="connsiteY167" fmla="*/ 1784465 h 3086914"/>
              <a:gd name="connsiteX168" fmla="*/ 2842568 w 2964740"/>
              <a:gd name="connsiteY168" fmla="*/ 1829262 h 3086914"/>
              <a:gd name="connsiteX169" fmla="*/ 2743933 w 2964740"/>
              <a:gd name="connsiteY169" fmla="*/ 1905091 h 3086914"/>
              <a:gd name="connsiteX170" fmla="*/ 2685941 w 2964740"/>
              <a:gd name="connsiteY170" fmla="*/ 1792039 h 3086914"/>
              <a:gd name="connsiteX171" fmla="*/ 2745318 w 2964740"/>
              <a:gd name="connsiteY171" fmla="*/ 1701468 h 3086914"/>
              <a:gd name="connsiteX172" fmla="*/ 2772603 w 2964740"/>
              <a:gd name="connsiteY172" fmla="*/ 1750501 h 3086914"/>
              <a:gd name="connsiteX173" fmla="*/ 2735544 w 2964740"/>
              <a:gd name="connsiteY173" fmla="*/ 1803687 h 3086914"/>
              <a:gd name="connsiteX174" fmla="*/ 2751019 w 2964740"/>
              <a:gd name="connsiteY174" fmla="*/ 1846366 h 3086914"/>
              <a:gd name="connsiteX175" fmla="*/ 2792558 w 2964740"/>
              <a:gd name="connsiteY175" fmla="*/ 1804094 h 3086914"/>
              <a:gd name="connsiteX176" fmla="*/ 2894125 w 2964740"/>
              <a:gd name="connsiteY176" fmla="*/ 1725333 h 3086914"/>
              <a:gd name="connsiteX177" fmla="*/ 2957736 w 2964740"/>
              <a:gd name="connsiteY177" fmla="*/ 1843597 h 3086914"/>
              <a:gd name="connsiteX178" fmla="*/ 2886469 w 2964740"/>
              <a:gd name="connsiteY178" fmla="*/ 1944105 h 3086914"/>
              <a:gd name="connsiteX179" fmla="*/ 2714367 w 2964740"/>
              <a:gd name="connsiteY179" fmla="*/ 1367120 h 3086914"/>
              <a:gd name="connsiteX180" fmla="*/ 2701417 w 2964740"/>
              <a:gd name="connsiteY180" fmla="*/ 1307337 h 3086914"/>
              <a:gd name="connsiteX181" fmla="*/ 2798096 w 2964740"/>
              <a:gd name="connsiteY181" fmla="*/ 1286323 h 3086914"/>
              <a:gd name="connsiteX182" fmla="*/ 2681299 w 2964740"/>
              <a:gd name="connsiteY182" fmla="*/ 1214648 h 3086914"/>
              <a:gd name="connsiteX183" fmla="*/ 2667534 w 2964740"/>
              <a:gd name="connsiteY183" fmla="*/ 1151281 h 3086914"/>
              <a:gd name="connsiteX184" fmla="*/ 2806241 w 2964740"/>
              <a:gd name="connsiteY184" fmla="*/ 1229146 h 3086914"/>
              <a:gd name="connsiteX185" fmla="*/ 2915464 w 2964740"/>
              <a:gd name="connsiteY185" fmla="*/ 1084737 h 3086914"/>
              <a:gd name="connsiteX186" fmla="*/ 2931591 w 2964740"/>
              <a:gd name="connsiteY186" fmla="*/ 1159181 h 3086914"/>
              <a:gd name="connsiteX187" fmla="*/ 2841346 w 2964740"/>
              <a:gd name="connsiteY187" fmla="*/ 1276956 h 3086914"/>
              <a:gd name="connsiteX188" fmla="*/ 2951954 w 2964740"/>
              <a:gd name="connsiteY188" fmla="*/ 1252929 h 3086914"/>
              <a:gd name="connsiteX189" fmla="*/ 2964904 w 2964740"/>
              <a:gd name="connsiteY189" fmla="*/ 1312713 h 3086914"/>
              <a:gd name="connsiteX190" fmla="*/ 2714367 w 2964740"/>
              <a:gd name="connsiteY190" fmla="*/ 1367120 h 3086914"/>
              <a:gd name="connsiteX191" fmla="*/ 966717 w 2964740"/>
              <a:gd name="connsiteY191" fmla="*/ 338990 h 3086914"/>
              <a:gd name="connsiteX192" fmla="*/ 791521 w 2964740"/>
              <a:gd name="connsiteY192" fmla="*/ 421661 h 3086914"/>
              <a:gd name="connsiteX193" fmla="*/ 769774 w 2964740"/>
              <a:gd name="connsiteY193" fmla="*/ 375642 h 3086914"/>
              <a:gd name="connsiteX194" fmla="*/ 889667 w 2964740"/>
              <a:gd name="connsiteY194" fmla="*/ 319036 h 3086914"/>
              <a:gd name="connsiteX195" fmla="*/ 868409 w 2964740"/>
              <a:gd name="connsiteY195" fmla="*/ 273994 h 3086914"/>
              <a:gd name="connsiteX196" fmla="*/ 768308 w 2964740"/>
              <a:gd name="connsiteY196" fmla="*/ 321235 h 3086914"/>
              <a:gd name="connsiteX197" fmla="*/ 746642 w 2964740"/>
              <a:gd name="connsiteY197" fmla="*/ 275216 h 3086914"/>
              <a:gd name="connsiteX198" fmla="*/ 846662 w 2964740"/>
              <a:gd name="connsiteY198" fmla="*/ 227976 h 3086914"/>
              <a:gd name="connsiteX199" fmla="*/ 823693 w 2964740"/>
              <a:gd name="connsiteY199" fmla="*/ 179269 h 3086914"/>
              <a:gd name="connsiteX200" fmla="*/ 703800 w 2964740"/>
              <a:gd name="connsiteY200" fmla="*/ 235876 h 3086914"/>
              <a:gd name="connsiteX201" fmla="*/ 682053 w 2964740"/>
              <a:gd name="connsiteY201" fmla="*/ 189776 h 3086914"/>
              <a:gd name="connsiteX202" fmla="*/ 857331 w 2964740"/>
              <a:gd name="connsiteY202" fmla="*/ 107105 h 3086914"/>
              <a:gd name="connsiteX203" fmla="*/ 966717 w 2964740"/>
              <a:gd name="connsiteY203" fmla="*/ 338990 h 3086914"/>
              <a:gd name="connsiteX204" fmla="*/ 958084 w 2964740"/>
              <a:gd name="connsiteY204" fmla="*/ 2745481 h 3086914"/>
              <a:gd name="connsiteX205" fmla="*/ 1142891 w 2964740"/>
              <a:gd name="connsiteY205" fmla="*/ 2803635 h 3086914"/>
              <a:gd name="connsiteX206" fmla="*/ 1127660 w 2964740"/>
              <a:gd name="connsiteY206" fmla="*/ 2852179 h 3086914"/>
              <a:gd name="connsiteX207" fmla="*/ 1001170 w 2964740"/>
              <a:gd name="connsiteY207" fmla="*/ 2812350 h 3086914"/>
              <a:gd name="connsiteX208" fmla="*/ 986265 w 2964740"/>
              <a:gd name="connsiteY208" fmla="*/ 2859835 h 3086914"/>
              <a:gd name="connsiteX209" fmla="*/ 1091742 w 2964740"/>
              <a:gd name="connsiteY209" fmla="*/ 2893066 h 3086914"/>
              <a:gd name="connsiteX210" fmla="*/ 1076510 w 2964740"/>
              <a:gd name="connsiteY210" fmla="*/ 2941610 h 3086914"/>
              <a:gd name="connsiteX211" fmla="*/ 970953 w 2964740"/>
              <a:gd name="connsiteY211" fmla="*/ 2908460 h 3086914"/>
              <a:gd name="connsiteX212" fmla="*/ 954826 w 2964740"/>
              <a:gd name="connsiteY212" fmla="*/ 2959773 h 3086914"/>
              <a:gd name="connsiteX213" fmla="*/ 1081316 w 2964740"/>
              <a:gd name="connsiteY213" fmla="*/ 2999601 h 3086914"/>
              <a:gd name="connsiteX214" fmla="*/ 1066004 w 2964740"/>
              <a:gd name="connsiteY214" fmla="*/ 3048226 h 3086914"/>
              <a:gd name="connsiteX215" fmla="*/ 881196 w 2964740"/>
              <a:gd name="connsiteY215" fmla="*/ 2990072 h 3086914"/>
              <a:gd name="connsiteX216" fmla="*/ 958084 w 2964740"/>
              <a:gd name="connsiteY216" fmla="*/ 2745481 h 3086914"/>
              <a:gd name="connsiteX217" fmla="*/ 2163772 w 2964740"/>
              <a:gd name="connsiteY217" fmla="*/ 2789545 h 3086914"/>
              <a:gd name="connsiteX218" fmla="*/ 2148541 w 2964740"/>
              <a:gd name="connsiteY218" fmla="*/ 2687489 h 3086914"/>
              <a:gd name="connsiteX219" fmla="*/ 2234307 w 2964740"/>
              <a:gd name="connsiteY219" fmla="*/ 2745562 h 3086914"/>
              <a:gd name="connsiteX220" fmla="*/ 2163772 w 2964740"/>
              <a:gd name="connsiteY220" fmla="*/ 2789545 h 3086914"/>
              <a:gd name="connsiteX221" fmla="*/ 2327729 w 2964740"/>
              <a:gd name="connsiteY221" fmla="*/ 2808767 h 3086914"/>
              <a:gd name="connsiteX222" fmla="*/ 2379531 w 2964740"/>
              <a:gd name="connsiteY222" fmla="*/ 2770322 h 3086914"/>
              <a:gd name="connsiteX223" fmla="*/ 2144876 w 2964740"/>
              <a:gd name="connsiteY223" fmla="*/ 2619479 h 3086914"/>
              <a:gd name="connsiteX224" fmla="*/ 2090305 w 2964740"/>
              <a:gd name="connsiteY224" fmla="*/ 2653851 h 3086914"/>
              <a:gd name="connsiteX225" fmla="*/ 2125247 w 2964740"/>
              <a:gd name="connsiteY225" fmla="*/ 2930370 h 3086914"/>
              <a:gd name="connsiteX226" fmla="*/ 2180469 w 2964740"/>
              <a:gd name="connsiteY226" fmla="*/ 2901455 h 3086914"/>
              <a:gd name="connsiteX227" fmla="*/ 2171999 w 2964740"/>
              <a:gd name="connsiteY227" fmla="*/ 2844523 h 3086914"/>
              <a:gd name="connsiteX228" fmla="*/ 2280570 w 2964740"/>
              <a:gd name="connsiteY228" fmla="*/ 2776839 h 3086914"/>
              <a:gd name="connsiteX229" fmla="*/ 2327729 w 2964740"/>
              <a:gd name="connsiteY229" fmla="*/ 2808767 h 3086914"/>
              <a:gd name="connsiteX230" fmla="*/ 1432198 w 2964740"/>
              <a:gd name="connsiteY230" fmla="*/ 2344752 h 3086914"/>
              <a:gd name="connsiteX231" fmla="*/ 1173028 w 2964740"/>
              <a:gd name="connsiteY231" fmla="*/ 2415450 h 3086914"/>
              <a:gd name="connsiteX232" fmla="*/ 1432198 w 2964740"/>
              <a:gd name="connsiteY232" fmla="*/ 2452591 h 3086914"/>
              <a:gd name="connsiteX233" fmla="*/ 1691368 w 2964740"/>
              <a:gd name="connsiteY233" fmla="*/ 2415450 h 3086914"/>
              <a:gd name="connsiteX234" fmla="*/ 1432198 w 2964740"/>
              <a:gd name="connsiteY234" fmla="*/ 2344752 h 3086914"/>
              <a:gd name="connsiteX235" fmla="*/ 1917878 w 2964740"/>
              <a:gd name="connsiteY235" fmla="*/ 2191872 h 3086914"/>
              <a:gd name="connsiteX236" fmla="*/ 1768338 w 2964740"/>
              <a:gd name="connsiteY236" fmla="*/ 2227873 h 3086914"/>
              <a:gd name="connsiteX237" fmla="*/ 1619205 w 2964740"/>
              <a:gd name="connsiteY237" fmla="*/ 2189755 h 3086914"/>
              <a:gd name="connsiteX238" fmla="*/ 1432117 w 2964740"/>
              <a:gd name="connsiteY238" fmla="*/ 2134288 h 3086914"/>
              <a:gd name="connsiteX239" fmla="*/ 1245028 w 2964740"/>
              <a:gd name="connsiteY239" fmla="*/ 2189755 h 3086914"/>
              <a:gd name="connsiteX240" fmla="*/ 1095895 w 2964740"/>
              <a:gd name="connsiteY240" fmla="*/ 2227873 h 3086914"/>
              <a:gd name="connsiteX241" fmla="*/ 946355 w 2964740"/>
              <a:gd name="connsiteY241" fmla="*/ 2191872 h 3086914"/>
              <a:gd name="connsiteX242" fmla="*/ 745013 w 2964740"/>
              <a:gd name="connsiteY242" fmla="*/ 2138442 h 3086914"/>
              <a:gd name="connsiteX243" fmla="*/ 1098502 w 2964740"/>
              <a:gd name="connsiteY243" fmla="*/ 2327077 h 3086914"/>
              <a:gd name="connsiteX244" fmla="*/ 1283961 w 2964740"/>
              <a:gd name="connsiteY244" fmla="*/ 2284235 h 3086914"/>
              <a:gd name="connsiteX245" fmla="*/ 1432117 w 2964740"/>
              <a:gd name="connsiteY245" fmla="*/ 2236343 h 3086914"/>
              <a:gd name="connsiteX246" fmla="*/ 1580272 w 2964740"/>
              <a:gd name="connsiteY246" fmla="*/ 2284235 h 3086914"/>
              <a:gd name="connsiteX247" fmla="*/ 1765731 w 2964740"/>
              <a:gd name="connsiteY247" fmla="*/ 2327077 h 3086914"/>
              <a:gd name="connsiteX248" fmla="*/ 2119220 w 2964740"/>
              <a:gd name="connsiteY248" fmla="*/ 2138442 h 3086914"/>
              <a:gd name="connsiteX249" fmla="*/ 1917878 w 2964740"/>
              <a:gd name="connsiteY249" fmla="*/ 2191872 h 3086914"/>
              <a:gd name="connsiteX250" fmla="*/ 2114577 w 2964740"/>
              <a:gd name="connsiteY250" fmla="*/ 1920077 h 3086914"/>
              <a:gd name="connsiteX251" fmla="*/ 1920403 w 2964740"/>
              <a:gd name="connsiteY251" fmla="*/ 1983037 h 3086914"/>
              <a:gd name="connsiteX252" fmla="*/ 1772736 w 2964740"/>
              <a:gd name="connsiteY252" fmla="*/ 2026857 h 3086914"/>
              <a:gd name="connsiteX253" fmla="*/ 1624988 w 2964740"/>
              <a:gd name="connsiteY253" fmla="*/ 1983037 h 3086914"/>
              <a:gd name="connsiteX254" fmla="*/ 1432198 w 2964740"/>
              <a:gd name="connsiteY254" fmla="*/ 1929525 h 3086914"/>
              <a:gd name="connsiteX255" fmla="*/ 1239408 w 2964740"/>
              <a:gd name="connsiteY255" fmla="*/ 1983037 h 3086914"/>
              <a:gd name="connsiteX256" fmla="*/ 1091660 w 2964740"/>
              <a:gd name="connsiteY256" fmla="*/ 2026857 h 3086914"/>
              <a:gd name="connsiteX257" fmla="*/ 943993 w 2964740"/>
              <a:gd name="connsiteY257" fmla="*/ 1983037 h 3086914"/>
              <a:gd name="connsiteX258" fmla="*/ 749819 w 2964740"/>
              <a:gd name="connsiteY258" fmla="*/ 1920077 h 3086914"/>
              <a:gd name="connsiteX259" fmla="*/ 614125 w 2964740"/>
              <a:gd name="connsiteY259" fmla="*/ 1939543 h 3086914"/>
              <a:gd name="connsiteX260" fmla="*/ 667148 w 2964740"/>
              <a:gd name="connsiteY260" fmla="*/ 2031825 h 3086914"/>
              <a:gd name="connsiteX261" fmla="*/ 749737 w 2964740"/>
              <a:gd name="connsiteY261" fmla="*/ 2023843 h 3086914"/>
              <a:gd name="connsiteX262" fmla="*/ 902291 w 2964740"/>
              <a:gd name="connsiteY262" fmla="*/ 2067581 h 3086914"/>
              <a:gd name="connsiteX263" fmla="*/ 1082945 w 2964740"/>
              <a:gd name="connsiteY263" fmla="*/ 2127283 h 3086914"/>
              <a:gd name="connsiteX264" fmla="*/ 1279237 w 2964740"/>
              <a:gd name="connsiteY264" fmla="*/ 2070513 h 3086914"/>
              <a:gd name="connsiteX265" fmla="*/ 1432198 w 2964740"/>
              <a:gd name="connsiteY265" fmla="*/ 2029056 h 3086914"/>
              <a:gd name="connsiteX266" fmla="*/ 1585159 w 2964740"/>
              <a:gd name="connsiteY266" fmla="*/ 2070513 h 3086914"/>
              <a:gd name="connsiteX267" fmla="*/ 1781451 w 2964740"/>
              <a:gd name="connsiteY267" fmla="*/ 2127283 h 3086914"/>
              <a:gd name="connsiteX268" fmla="*/ 1962105 w 2964740"/>
              <a:gd name="connsiteY268" fmla="*/ 2067581 h 3086914"/>
              <a:gd name="connsiteX269" fmla="*/ 2114658 w 2964740"/>
              <a:gd name="connsiteY269" fmla="*/ 2023843 h 3086914"/>
              <a:gd name="connsiteX270" fmla="*/ 2197248 w 2964740"/>
              <a:gd name="connsiteY270" fmla="*/ 2031825 h 3086914"/>
              <a:gd name="connsiteX271" fmla="*/ 2250271 w 2964740"/>
              <a:gd name="connsiteY271" fmla="*/ 1939543 h 3086914"/>
              <a:gd name="connsiteX272" fmla="*/ 2114577 w 2964740"/>
              <a:gd name="connsiteY272" fmla="*/ 1920077 h 3086914"/>
              <a:gd name="connsiteX273" fmla="*/ 1038800 w 2964740"/>
              <a:gd name="connsiteY273" fmla="*/ 776941 h 3086914"/>
              <a:gd name="connsiteX274" fmla="*/ 961016 w 2964740"/>
              <a:gd name="connsiteY274" fmla="*/ 759349 h 3086914"/>
              <a:gd name="connsiteX275" fmla="*/ 1015179 w 2964740"/>
              <a:gd name="connsiteY275" fmla="*/ 817910 h 3086914"/>
              <a:gd name="connsiteX276" fmla="*/ 961016 w 2964740"/>
              <a:gd name="connsiteY276" fmla="*/ 876472 h 3086914"/>
              <a:gd name="connsiteX277" fmla="*/ 1038800 w 2964740"/>
              <a:gd name="connsiteY277" fmla="*/ 858879 h 3086914"/>
              <a:gd name="connsiteX278" fmla="*/ 1062420 w 2964740"/>
              <a:gd name="connsiteY278" fmla="*/ 935034 h 3086914"/>
              <a:gd name="connsiteX279" fmla="*/ 1086040 w 2964740"/>
              <a:gd name="connsiteY279" fmla="*/ 858879 h 3086914"/>
              <a:gd name="connsiteX280" fmla="*/ 1163824 w 2964740"/>
              <a:gd name="connsiteY280" fmla="*/ 876472 h 3086914"/>
              <a:gd name="connsiteX281" fmla="*/ 1109660 w 2964740"/>
              <a:gd name="connsiteY281" fmla="*/ 817910 h 3086914"/>
              <a:gd name="connsiteX282" fmla="*/ 1163824 w 2964740"/>
              <a:gd name="connsiteY282" fmla="*/ 759349 h 3086914"/>
              <a:gd name="connsiteX283" fmla="*/ 1086040 w 2964740"/>
              <a:gd name="connsiteY283" fmla="*/ 776941 h 3086914"/>
              <a:gd name="connsiteX284" fmla="*/ 1062420 w 2964740"/>
              <a:gd name="connsiteY284" fmla="*/ 700787 h 3086914"/>
              <a:gd name="connsiteX285" fmla="*/ 1038800 w 2964740"/>
              <a:gd name="connsiteY285" fmla="*/ 776941 h 3086914"/>
              <a:gd name="connsiteX286" fmla="*/ 2027427 w 2964740"/>
              <a:gd name="connsiteY286" fmla="*/ 1425438 h 3086914"/>
              <a:gd name="connsiteX287" fmla="*/ 2052106 w 2964740"/>
              <a:gd name="connsiteY287" fmla="*/ 1425438 h 3086914"/>
              <a:gd name="connsiteX288" fmla="*/ 2052106 w 2964740"/>
              <a:gd name="connsiteY288" fmla="*/ 1389030 h 3086914"/>
              <a:gd name="connsiteX289" fmla="*/ 2020422 w 2964740"/>
              <a:gd name="connsiteY289" fmla="*/ 1349446 h 3086914"/>
              <a:gd name="connsiteX290" fmla="*/ 2020178 w 2964740"/>
              <a:gd name="connsiteY290" fmla="*/ 1349446 h 3086914"/>
              <a:gd name="connsiteX291" fmla="*/ 2018467 w 2964740"/>
              <a:gd name="connsiteY291" fmla="*/ 1317681 h 3086914"/>
              <a:gd name="connsiteX292" fmla="*/ 2049011 w 2964740"/>
              <a:gd name="connsiteY292" fmla="*/ 1292920 h 3086914"/>
              <a:gd name="connsiteX293" fmla="*/ 2055119 w 2964740"/>
              <a:gd name="connsiteY293" fmla="*/ 1227517 h 3086914"/>
              <a:gd name="connsiteX294" fmla="*/ 2010485 w 2964740"/>
              <a:gd name="connsiteY294" fmla="*/ 1227517 h 3086914"/>
              <a:gd name="connsiteX295" fmla="*/ 2004702 w 2964740"/>
              <a:gd name="connsiteY295" fmla="*/ 1273861 h 3086914"/>
              <a:gd name="connsiteX296" fmla="*/ 1961535 w 2964740"/>
              <a:gd name="connsiteY296" fmla="*/ 1273861 h 3086914"/>
              <a:gd name="connsiteX297" fmla="*/ 1955182 w 2964740"/>
              <a:gd name="connsiteY297" fmla="*/ 1227517 h 3086914"/>
              <a:gd name="connsiteX298" fmla="*/ 1930584 w 2964740"/>
              <a:gd name="connsiteY298" fmla="*/ 1227517 h 3086914"/>
              <a:gd name="connsiteX299" fmla="*/ 1905905 w 2964740"/>
              <a:gd name="connsiteY299" fmla="*/ 1227517 h 3086914"/>
              <a:gd name="connsiteX300" fmla="*/ 1899552 w 2964740"/>
              <a:gd name="connsiteY300" fmla="*/ 1273861 h 3086914"/>
              <a:gd name="connsiteX301" fmla="*/ 1856384 w 2964740"/>
              <a:gd name="connsiteY301" fmla="*/ 1273861 h 3086914"/>
              <a:gd name="connsiteX302" fmla="*/ 1850601 w 2964740"/>
              <a:gd name="connsiteY302" fmla="*/ 1227517 h 3086914"/>
              <a:gd name="connsiteX303" fmla="*/ 1805967 w 2964740"/>
              <a:gd name="connsiteY303" fmla="*/ 1227517 h 3086914"/>
              <a:gd name="connsiteX304" fmla="*/ 1812076 w 2964740"/>
              <a:gd name="connsiteY304" fmla="*/ 1292920 h 3086914"/>
              <a:gd name="connsiteX305" fmla="*/ 1842619 w 2964740"/>
              <a:gd name="connsiteY305" fmla="*/ 1317681 h 3086914"/>
              <a:gd name="connsiteX306" fmla="*/ 1840827 w 2964740"/>
              <a:gd name="connsiteY306" fmla="*/ 1349446 h 3086914"/>
              <a:gd name="connsiteX307" fmla="*/ 1840664 w 2964740"/>
              <a:gd name="connsiteY307" fmla="*/ 1349446 h 3086914"/>
              <a:gd name="connsiteX308" fmla="*/ 1808899 w 2964740"/>
              <a:gd name="connsiteY308" fmla="*/ 1389030 h 3086914"/>
              <a:gd name="connsiteX309" fmla="*/ 1808899 w 2964740"/>
              <a:gd name="connsiteY309" fmla="*/ 1425438 h 3086914"/>
              <a:gd name="connsiteX310" fmla="*/ 1833578 w 2964740"/>
              <a:gd name="connsiteY310" fmla="*/ 1425438 h 3086914"/>
              <a:gd name="connsiteX311" fmla="*/ 1771514 w 2964740"/>
              <a:gd name="connsiteY311" fmla="*/ 1859153 h 3086914"/>
              <a:gd name="connsiteX312" fmla="*/ 1930584 w 2964740"/>
              <a:gd name="connsiteY312" fmla="*/ 1859153 h 3086914"/>
              <a:gd name="connsiteX313" fmla="*/ 2089654 w 2964740"/>
              <a:gd name="connsiteY313" fmla="*/ 1859153 h 3086914"/>
              <a:gd name="connsiteX314" fmla="*/ 2027427 w 2964740"/>
              <a:gd name="connsiteY314" fmla="*/ 1425438 h 3086914"/>
              <a:gd name="connsiteX315" fmla="*/ 2029626 w 2964740"/>
              <a:gd name="connsiteY315" fmla="*/ 1184838 h 3086914"/>
              <a:gd name="connsiteX316" fmla="*/ 2029626 w 2964740"/>
              <a:gd name="connsiteY316" fmla="*/ 1163498 h 3086914"/>
              <a:gd name="connsiteX317" fmla="*/ 1930421 w 2964740"/>
              <a:gd name="connsiteY317" fmla="*/ 1063967 h 3086914"/>
              <a:gd name="connsiteX318" fmla="*/ 1831216 w 2964740"/>
              <a:gd name="connsiteY318" fmla="*/ 1163498 h 3086914"/>
              <a:gd name="connsiteX319" fmla="*/ 1831216 w 2964740"/>
              <a:gd name="connsiteY319" fmla="*/ 1184838 h 3086914"/>
              <a:gd name="connsiteX320" fmla="*/ 2029626 w 2964740"/>
              <a:gd name="connsiteY320" fmla="*/ 1184838 h 3086914"/>
              <a:gd name="connsiteX321" fmla="*/ 1030899 w 2964740"/>
              <a:gd name="connsiteY321" fmla="*/ 1425438 h 3086914"/>
              <a:gd name="connsiteX322" fmla="*/ 1055578 w 2964740"/>
              <a:gd name="connsiteY322" fmla="*/ 1425438 h 3086914"/>
              <a:gd name="connsiteX323" fmla="*/ 1055578 w 2964740"/>
              <a:gd name="connsiteY323" fmla="*/ 1389030 h 3086914"/>
              <a:gd name="connsiteX324" fmla="*/ 1023813 w 2964740"/>
              <a:gd name="connsiteY324" fmla="*/ 1349446 h 3086914"/>
              <a:gd name="connsiteX325" fmla="*/ 1023650 w 2964740"/>
              <a:gd name="connsiteY325" fmla="*/ 1349446 h 3086914"/>
              <a:gd name="connsiteX326" fmla="*/ 1021858 w 2964740"/>
              <a:gd name="connsiteY326" fmla="*/ 1317681 h 3086914"/>
              <a:gd name="connsiteX327" fmla="*/ 1052402 w 2964740"/>
              <a:gd name="connsiteY327" fmla="*/ 1292920 h 3086914"/>
              <a:gd name="connsiteX328" fmla="*/ 1058510 w 2964740"/>
              <a:gd name="connsiteY328" fmla="*/ 1227517 h 3086914"/>
              <a:gd name="connsiteX329" fmla="*/ 1013876 w 2964740"/>
              <a:gd name="connsiteY329" fmla="*/ 1227517 h 3086914"/>
              <a:gd name="connsiteX330" fmla="*/ 1008093 w 2964740"/>
              <a:gd name="connsiteY330" fmla="*/ 1273861 h 3086914"/>
              <a:gd name="connsiteX331" fmla="*/ 964925 w 2964740"/>
              <a:gd name="connsiteY331" fmla="*/ 1273861 h 3086914"/>
              <a:gd name="connsiteX332" fmla="*/ 958572 w 2964740"/>
              <a:gd name="connsiteY332" fmla="*/ 1227517 h 3086914"/>
              <a:gd name="connsiteX333" fmla="*/ 933893 w 2964740"/>
              <a:gd name="connsiteY333" fmla="*/ 1227517 h 3086914"/>
              <a:gd name="connsiteX334" fmla="*/ 909296 w 2964740"/>
              <a:gd name="connsiteY334" fmla="*/ 1227517 h 3086914"/>
              <a:gd name="connsiteX335" fmla="*/ 902943 w 2964740"/>
              <a:gd name="connsiteY335" fmla="*/ 1273861 h 3086914"/>
              <a:gd name="connsiteX336" fmla="*/ 859775 w 2964740"/>
              <a:gd name="connsiteY336" fmla="*/ 1273861 h 3086914"/>
              <a:gd name="connsiteX337" fmla="*/ 853992 w 2964740"/>
              <a:gd name="connsiteY337" fmla="*/ 1227517 h 3086914"/>
              <a:gd name="connsiteX338" fmla="*/ 809358 w 2964740"/>
              <a:gd name="connsiteY338" fmla="*/ 1227517 h 3086914"/>
              <a:gd name="connsiteX339" fmla="*/ 815385 w 2964740"/>
              <a:gd name="connsiteY339" fmla="*/ 1292920 h 3086914"/>
              <a:gd name="connsiteX340" fmla="*/ 845929 w 2964740"/>
              <a:gd name="connsiteY340" fmla="*/ 1317681 h 3086914"/>
              <a:gd name="connsiteX341" fmla="*/ 844137 w 2964740"/>
              <a:gd name="connsiteY341" fmla="*/ 1349446 h 3086914"/>
              <a:gd name="connsiteX342" fmla="*/ 843974 w 2964740"/>
              <a:gd name="connsiteY342" fmla="*/ 1349446 h 3086914"/>
              <a:gd name="connsiteX343" fmla="*/ 812209 w 2964740"/>
              <a:gd name="connsiteY343" fmla="*/ 1389030 h 3086914"/>
              <a:gd name="connsiteX344" fmla="*/ 812209 w 2964740"/>
              <a:gd name="connsiteY344" fmla="*/ 1425438 h 3086914"/>
              <a:gd name="connsiteX345" fmla="*/ 836888 w 2964740"/>
              <a:gd name="connsiteY345" fmla="*/ 1425438 h 3086914"/>
              <a:gd name="connsiteX346" fmla="*/ 774824 w 2964740"/>
              <a:gd name="connsiteY346" fmla="*/ 1859153 h 3086914"/>
              <a:gd name="connsiteX347" fmla="*/ 933812 w 2964740"/>
              <a:gd name="connsiteY347" fmla="*/ 1859153 h 3086914"/>
              <a:gd name="connsiteX348" fmla="*/ 1092882 w 2964740"/>
              <a:gd name="connsiteY348" fmla="*/ 1859153 h 3086914"/>
              <a:gd name="connsiteX349" fmla="*/ 1030899 w 2964740"/>
              <a:gd name="connsiteY349" fmla="*/ 1425438 h 3086914"/>
              <a:gd name="connsiteX350" fmla="*/ 1482289 w 2964740"/>
              <a:gd name="connsiteY350" fmla="*/ 622107 h 3086914"/>
              <a:gd name="connsiteX351" fmla="*/ 1432198 w 2964740"/>
              <a:gd name="connsiteY351" fmla="*/ 572016 h 3086914"/>
              <a:gd name="connsiteX352" fmla="*/ 1382107 w 2964740"/>
              <a:gd name="connsiteY352" fmla="*/ 622107 h 3086914"/>
              <a:gd name="connsiteX353" fmla="*/ 1432198 w 2964740"/>
              <a:gd name="connsiteY353" fmla="*/ 672198 h 3086914"/>
              <a:gd name="connsiteX354" fmla="*/ 1482289 w 2964740"/>
              <a:gd name="connsiteY354" fmla="*/ 622107 h 3086914"/>
              <a:gd name="connsiteX355" fmla="*/ 1636879 w 2964740"/>
              <a:gd name="connsiteY355" fmla="*/ 1314016 h 3086914"/>
              <a:gd name="connsiteX356" fmla="*/ 1227517 w 2964740"/>
              <a:gd name="connsiteY356" fmla="*/ 1314016 h 3086914"/>
              <a:gd name="connsiteX357" fmla="*/ 1227517 w 2964740"/>
              <a:gd name="connsiteY357" fmla="*/ 1375836 h 3086914"/>
              <a:gd name="connsiteX358" fmla="*/ 1253010 w 2964740"/>
              <a:gd name="connsiteY358" fmla="*/ 1415501 h 3086914"/>
              <a:gd name="connsiteX359" fmla="*/ 1217336 w 2964740"/>
              <a:gd name="connsiteY359" fmla="*/ 1859072 h 3086914"/>
              <a:gd name="connsiteX360" fmla="*/ 1359871 w 2964740"/>
              <a:gd name="connsiteY360" fmla="*/ 1859072 h 3086914"/>
              <a:gd name="connsiteX361" fmla="*/ 1370623 w 2964740"/>
              <a:gd name="connsiteY361" fmla="*/ 1705133 h 3086914"/>
              <a:gd name="connsiteX362" fmla="*/ 1432117 w 2964740"/>
              <a:gd name="connsiteY362" fmla="*/ 1643558 h 3086914"/>
              <a:gd name="connsiteX363" fmla="*/ 1493610 w 2964740"/>
              <a:gd name="connsiteY363" fmla="*/ 1705133 h 3086914"/>
              <a:gd name="connsiteX364" fmla="*/ 1504362 w 2964740"/>
              <a:gd name="connsiteY364" fmla="*/ 1859072 h 3086914"/>
              <a:gd name="connsiteX365" fmla="*/ 1646897 w 2964740"/>
              <a:gd name="connsiteY365" fmla="*/ 1859072 h 3086914"/>
              <a:gd name="connsiteX366" fmla="*/ 1611223 w 2964740"/>
              <a:gd name="connsiteY366" fmla="*/ 1415501 h 3086914"/>
              <a:gd name="connsiteX367" fmla="*/ 1636716 w 2964740"/>
              <a:gd name="connsiteY367" fmla="*/ 1375836 h 3086914"/>
              <a:gd name="connsiteX368" fmla="*/ 1636879 w 2964740"/>
              <a:gd name="connsiteY368" fmla="*/ 1314016 h 3086914"/>
              <a:gd name="connsiteX369" fmla="*/ 1033180 w 2964740"/>
              <a:gd name="connsiteY369" fmla="*/ 1184838 h 3086914"/>
              <a:gd name="connsiteX370" fmla="*/ 1033180 w 2964740"/>
              <a:gd name="connsiteY370" fmla="*/ 1163498 h 3086914"/>
              <a:gd name="connsiteX371" fmla="*/ 933975 w 2964740"/>
              <a:gd name="connsiteY371" fmla="*/ 1063967 h 3086914"/>
              <a:gd name="connsiteX372" fmla="*/ 834770 w 2964740"/>
              <a:gd name="connsiteY372" fmla="*/ 1163498 h 3086914"/>
              <a:gd name="connsiteX373" fmla="*/ 834770 w 2964740"/>
              <a:gd name="connsiteY373" fmla="*/ 1184838 h 3086914"/>
              <a:gd name="connsiteX374" fmla="*/ 1033180 w 2964740"/>
              <a:gd name="connsiteY374" fmla="*/ 1184838 h 3086914"/>
              <a:gd name="connsiteX375" fmla="*/ 1588254 w 2964740"/>
              <a:gd name="connsiteY375" fmla="*/ 1265146 h 3086914"/>
              <a:gd name="connsiteX376" fmla="*/ 1578236 w 2964740"/>
              <a:gd name="connsiteY376" fmla="*/ 1162846 h 3086914"/>
              <a:gd name="connsiteX377" fmla="*/ 1613585 w 2964740"/>
              <a:gd name="connsiteY377" fmla="*/ 1111860 h 3086914"/>
              <a:gd name="connsiteX378" fmla="*/ 1617983 w 2964740"/>
              <a:gd name="connsiteY378" fmla="*/ 1029840 h 3086914"/>
              <a:gd name="connsiteX379" fmla="*/ 1550950 w 2964740"/>
              <a:gd name="connsiteY379" fmla="*/ 1029840 h 3086914"/>
              <a:gd name="connsiteX380" fmla="*/ 1544027 w 2964740"/>
              <a:gd name="connsiteY380" fmla="*/ 1081316 h 3086914"/>
              <a:gd name="connsiteX381" fmla="*/ 1484814 w 2964740"/>
              <a:gd name="connsiteY381" fmla="*/ 1081316 h 3086914"/>
              <a:gd name="connsiteX382" fmla="*/ 1477972 w 2964740"/>
              <a:gd name="connsiteY382" fmla="*/ 1029840 h 3086914"/>
              <a:gd name="connsiteX383" fmla="*/ 1386505 w 2964740"/>
              <a:gd name="connsiteY383" fmla="*/ 1029840 h 3086914"/>
              <a:gd name="connsiteX384" fmla="*/ 1379663 w 2964740"/>
              <a:gd name="connsiteY384" fmla="*/ 1081316 h 3086914"/>
              <a:gd name="connsiteX385" fmla="*/ 1320450 w 2964740"/>
              <a:gd name="connsiteY385" fmla="*/ 1081316 h 3086914"/>
              <a:gd name="connsiteX386" fmla="*/ 1313608 w 2964740"/>
              <a:gd name="connsiteY386" fmla="*/ 1029840 h 3086914"/>
              <a:gd name="connsiteX387" fmla="*/ 1246494 w 2964740"/>
              <a:gd name="connsiteY387" fmla="*/ 1029840 h 3086914"/>
              <a:gd name="connsiteX388" fmla="*/ 1250893 w 2964740"/>
              <a:gd name="connsiteY388" fmla="*/ 1111860 h 3086914"/>
              <a:gd name="connsiteX389" fmla="*/ 1286241 w 2964740"/>
              <a:gd name="connsiteY389" fmla="*/ 1162846 h 3086914"/>
              <a:gd name="connsiteX390" fmla="*/ 1276223 w 2964740"/>
              <a:gd name="connsiteY390" fmla="*/ 1265146 h 3086914"/>
              <a:gd name="connsiteX391" fmla="*/ 1588254 w 2964740"/>
              <a:gd name="connsiteY391" fmla="*/ 1265146 h 3086914"/>
              <a:gd name="connsiteX392" fmla="*/ 1795705 w 2964740"/>
              <a:gd name="connsiteY392" fmla="*/ 720009 h 3086914"/>
              <a:gd name="connsiteX393" fmla="*/ 1724925 w 2964740"/>
              <a:gd name="connsiteY393" fmla="*/ 744688 h 3086914"/>
              <a:gd name="connsiteX394" fmla="*/ 1726473 w 2964740"/>
              <a:gd name="connsiteY394" fmla="*/ 747376 h 3086914"/>
              <a:gd name="connsiteX395" fmla="*/ 1764184 w 2964740"/>
              <a:gd name="connsiteY395" fmla="*/ 746642 h 3086914"/>
              <a:gd name="connsiteX396" fmla="*/ 1818917 w 2964740"/>
              <a:gd name="connsiteY396" fmla="*/ 805448 h 3086914"/>
              <a:gd name="connsiteX397" fmla="*/ 1746591 w 2964740"/>
              <a:gd name="connsiteY397" fmla="*/ 891133 h 3086914"/>
              <a:gd name="connsiteX398" fmla="*/ 1726392 w 2964740"/>
              <a:gd name="connsiteY398" fmla="*/ 888282 h 3086914"/>
              <a:gd name="connsiteX399" fmla="*/ 1724925 w 2964740"/>
              <a:gd name="connsiteY399" fmla="*/ 891051 h 3086914"/>
              <a:gd name="connsiteX400" fmla="*/ 1790085 w 2964740"/>
              <a:gd name="connsiteY400" fmla="*/ 915893 h 3086914"/>
              <a:gd name="connsiteX401" fmla="*/ 1887986 w 2964740"/>
              <a:gd name="connsiteY401" fmla="*/ 813186 h 3086914"/>
              <a:gd name="connsiteX402" fmla="*/ 1795705 w 2964740"/>
              <a:gd name="connsiteY402" fmla="*/ 720009 h 3086914"/>
              <a:gd name="connsiteX403" fmla="*/ 1583041 w 2964740"/>
              <a:gd name="connsiteY403" fmla="*/ 967450 h 3086914"/>
              <a:gd name="connsiteX404" fmla="*/ 1583041 w 2964740"/>
              <a:gd name="connsiteY404" fmla="*/ 981948 h 3086914"/>
              <a:gd name="connsiteX405" fmla="*/ 1281273 w 2964740"/>
              <a:gd name="connsiteY405" fmla="*/ 981948 h 3086914"/>
              <a:gd name="connsiteX406" fmla="*/ 1281273 w 2964740"/>
              <a:gd name="connsiteY406" fmla="*/ 967450 h 3086914"/>
              <a:gd name="connsiteX407" fmla="*/ 1432198 w 2964740"/>
              <a:gd name="connsiteY407" fmla="*/ 702416 h 3086914"/>
              <a:gd name="connsiteX408" fmla="*/ 1583041 w 2964740"/>
              <a:gd name="connsiteY408" fmla="*/ 967450 h 308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2964740" h="3086914">
                <a:moveTo>
                  <a:pt x="1894258" y="2907646"/>
                </a:moveTo>
                <a:lnTo>
                  <a:pt x="1781451" y="2940795"/>
                </a:lnTo>
                <a:lnTo>
                  <a:pt x="1810447" y="3043421"/>
                </a:lnTo>
                <a:lnTo>
                  <a:pt x="1750745" y="3061014"/>
                </a:lnTo>
                <a:lnTo>
                  <a:pt x="1682328" y="2813898"/>
                </a:lnTo>
                <a:lnTo>
                  <a:pt x="1740727" y="2796712"/>
                </a:lnTo>
                <a:lnTo>
                  <a:pt x="1767767" y="2892170"/>
                </a:lnTo>
                <a:lnTo>
                  <a:pt x="1879515" y="2859347"/>
                </a:lnTo>
                <a:lnTo>
                  <a:pt x="1850357" y="2764458"/>
                </a:lnTo>
                <a:lnTo>
                  <a:pt x="1908430" y="2747354"/>
                </a:lnTo>
                <a:lnTo>
                  <a:pt x="1984992" y="2992108"/>
                </a:lnTo>
                <a:lnTo>
                  <a:pt x="1925616" y="3009619"/>
                </a:lnTo>
                <a:lnTo>
                  <a:pt x="1894258" y="2907646"/>
                </a:lnTo>
                <a:close/>
                <a:moveTo>
                  <a:pt x="2725688" y="960446"/>
                </a:moveTo>
                <a:cubicBezTo>
                  <a:pt x="2684149" y="982193"/>
                  <a:pt x="2635036" y="965903"/>
                  <a:pt x="2614266" y="926237"/>
                </a:cubicBezTo>
                <a:cubicBezTo>
                  <a:pt x="2593252" y="886083"/>
                  <a:pt x="2607913" y="836481"/>
                  <a:pt x="2649452" y="814815"/>
                </a:cubicBezTo>
                <a:cubicBezTo>
                  <a:pt x="2690991" y="793068"/>
                  <a:pt x="2740105" y="809358"/>
                  <a:pt x="2761037" y="849431"/>
                </a:cubicBezTo>
                <a:cubicBezTo>
                  <a:pt x="2781888" y="889097"/>
                  <a:pt x="2767227" y="938699"/>
                  <a:pt x="2725688" y="960446"/>
                </a:cubicBezTo>
                <a:moveTo>
                  <a:pt x="2810558" y="823449"/>
                </a:moveTo>
                <a:cubicBezTo>
                  <a:pt x="2774476" y="754624"/>
                  <a:pt x="2693516" y="724244"/>
                  <a:pt x="2621678" y="761873"/>
                </a:cubicBezTo>
                <a:cubicBezTo>
                  <a:pt x="2549840" y="799421"/>
                  <a:pt x="2528663" y="883395"/>
                  <a:pt x="2564664" y="952220"/>
                </a:cubicBezTo>
                <a:cubicBezTo>
                  <a:pt x="2600746" y="1021044"/>
                  <a:pt x="2681706" y="1051424"/>
                  <a:pt x="2753544" y="1013795"/>
                </a:cubicBezTo>
                <a:cubicBezTo>
                  <a:pt x="2825382" y="976084"/>
                  <a:pt x="2846640" y="892273"/>
                  <a:pt x="2810558" y="823449"/>
                </a:cubicBezTo>
                <a:moveTo>
                  <a:pt x="1727043" y="133332"/>
                </a:moveTo>
                <a:lnTo>
                  <a:pt x="1707169" y="280592"/>
                </a:lnTo>
                <a:lnTo>
                  <a:pt x="1646816" y="272365"/>
                </a:lnTo>
                <a:lnTo>
                  <a:pt x="1663594" y="138300"/>
                </a:lnTo>
                <a:cubicBezTo>
                  <a:pt x="1669133" y="93992"/>
                  <a:pt x="1659522" y="64345"/>
                  <a:pt x="1617006" y="58969"/>
                </a:cubicBezTo>
                <a:cubicBezTo>
                  <a:pt x="1573756" y="53593"/>
                  <a:pt x="1557059" y="80634"/>
                  <a:pt x="1551602" y="124210"/>
                </a:cubicBezTo>
                <a:lnTo>
                  <a:pt x="1534824" y="258274"/>
                </a:lnTo>
                <a:lnTo>
                  <a:pt x="1474389" y="251433"/>
                </a:lnTo>
                <a:lnTo>
                  <a:pt x="1491249" y="104906"/>
                </a:lnTo>
                <a:cubicBezTo>
                  <a:pt x="1500045" y="34371"/>
                  <a:pt x="1547285" y="-6597"/>
                  <a:pt x="1623929" y="3014"/>
                </a:cubicBezTo>
                <a:cubicBezTo>
                  <a:pt x="1700409" y="12543"/>
                  <a:pt x="1735758" y="63449"/>
                  <a:pt x="1727043" y="133332"/>
                </a:cubicBezTo>
                <a:moveTo>
                  <a:pt x="1289662" y="2830106"/>
                </a:moveTo>
                <a:lnTo>
                  <a:pt x="1344477" y="2831165"/>
                </a:lnTo>
                <a:lnTo>
                  <a:pt x="1474226" y="2988687"/>
                </a:lnTo>
                <a:lnTo>
                  <a:pt x="1473574" y="2833038"/>
                </a:lnTo>
                <a:lnTo>
                  <a:pt x="1533357" y="2834016"/>
                </a:lnTo>
                <a:lnTo>
                  <a:pt x="1533439" y="3090336"/>
                </a:lnTo>
                <a:lnTo>
                  <a:pt x="1473981" y="3089440"/>
                </a:lnTo>
                <a:lnTo>
                  <a:pt x="1473900" y="3083250"/>
                </a:lnTo>
                <a:cubicBezTo>
                  <a:pt x="1473981" y="3074453"/>
                  <a:pt x="1468687" y="3062317"/>
                  <a:pt x="1459239" y="3051647"/>
                </a:cubicBezTo>
                <a:lnTo>
                  <a:pt x="1345699" y="2912858"/>
                </a:lnTo>
                <a:lnTo>
                  <a:pt x="1341708" y="3087485"/>
                </a:lnTo>
                <a:lnTo>
                  <a:pt x="1281273" y="3086507"/>
                </a:lnTo>
                <a:lnTo>
                  <a:pt x="1289662" y="2830106"/>
                </a:lnTo>
                <a:close/>
                <a:moveTo>
                  <a:pt x="1926593" y="75177"/>
                </a:moveTo>
                <a:lnTo>
                  <a:pt x="1983281" y="95458"/>
                </a:lnTo>
                <a:lnTo>
                  <a:pt x="1936693" y="258274"/>
                </a:lnTo>
                <a:lnTo>
                  <a:pt x="2065626" y="137975"/>
                </a:lnTo>
                <a:lnTo>
                  <a:pt x="2099916" y="153857"/>
                </a:lnTo>
                <a:lnTo>
                  <a:pt x="2091690" y="329950"/>
                </a:lnTo>
                <a:lnTo>
                  <a:pt x="2184949" y="189369"/>
                </a:lnTo>
                <a:lnTo>
                  <a:pt x="2237565" y="219994"/>
                </a:lnTo>
                <a:lnTo>
                  <a:pt x="2089979" y="428829"/>
                </a:lnTo>
                <a:lnTo>
                  <a:pt x="2035816" y="403742"/>
                </a:lnTo>
                <a:lnTo>
                  <a:pt x="2043065" y="232700"/>
                </a:lnTo>
                <a:lnTo>
                  <a:pt x="1915760" y="348194"/>
                </a:lnTo>
                <a:lnTo>
                  <a:pt x="1860538" y="322701"/>
                </a:lnTo>
                <a:lnTo>
                  <a:pt x="1926593" y="75177"/>
                </a:lnTo>
                <a:close/>
                <a:moveTo>
                  <a:pt x="2387594" y="324085"/>
                </a:moveTo>
                <a:lnTo>
                  <a:pt x="2434183" y="362122"/>
                </a:lnTo>
                <a:lnTo>
                  <a:pt x="2336281" y="498875"/>
                </a:lnTo>
                <a:lnTo>
                  <a:pt x="2498120" y="428910"/>
                </a:lnTo>
                <a:lnTo>
                  <a:pt x="2525080" y="455299"/>
                </a:lnTo>
                <a:lnTo>
                  <a:pt x="2458210" y="618360"/>
                </a:lnTo>
                <a:lnTo>
                  <a:pt x="2592927" y="517527"/>
                </a:lnTo>
                <a:lnTo>
                  <a:pt x="2632348" y="563871"/>
                </a:lnTo>
                <a:lnTo>
                  <a:pt x="2423269" y="710886"/>
                </a:lnTo>
                <a:lnTo>
                  <a:pt x="2380671" y="669021"/>
                </a:lnTo>
                <a:lnTo>
                  <a:pt x="2444934" y="510359"/>
                </a:lnTo>
                <a:lnTo>
                  <a:pt x="2286271" y="576414"/>
                </a:lnTo>
                <a:lnTo>
                  <a:pt x="2242859" y="533816"/>
                </a:lnTo>
                <a:lnTo>
                  <a:pt x="2387594" y="324085"/>
                </a:lnTo>
                <a:close/>
                <a:moveTo>
                  <a:pt x="405208" y="2548456"/>
                </a:moveTo>
                <a:cubicBezTo>
                  <a:pt x="363995" y="2570773"/>
                  <a:pt x="314637" y="2555298"/>
                  <a:pt x="293298" y="2515876"/>
                </a:cubicBezTo>
                <a:cubicBezTo>
                  <a:pt x="290691" y="2511071"/>
                  <a:pt x="288574" y="2506021"/>
                  <a:pt x="287026" y="2500971"/>
                </a:cubicBezTo>
                <a:lnTo>
                  <a:pt x="448458" y="2484355"/>
                </a:lnTo>
                <a:cubicBezTo>
                  <a:pt x="445770" y="2510256"/>
                  <a:pt x="430702" y="2534609"/>
                  <a:pt x="405208" y="2548456"/>
                </a:cubicBezTo>
                <a:moveTo>
                  <a:pt x="326773" y="2403884"/>
                </a:moveTo>
                <a:cubicBezTo>
                  <a:pt x="367986" y="2381567"/>
                  <a:pt x="417263" y="2397042"/>
                  <a:pt x="438847" y="2436870"/>
                </a:cubicBezTo>
                <a:cubicBezTo>
                  <a:pt x="441209" y="2441187"/>
                  <a:pt x="443082" y="2445667"/>
                  <a:pt x="444548" y="2450228"/>
                </a:cubicBezTo>
                <a:lnTo>
                  <a:pt x="283687" y="2466925"/>
                </a:lnTo>
                <a:cubicBezTo>
                  <a:pt x="286782" y="2441351"/>
                  <a:pt x="301687" y="2417486"/>
                  <a:pt x="326773" y="2403884"/>
                </a:cubicBezTo>
                <a:moveTo>
                  <a:pt x="541147" y="2474826"/>
                </a:moveTo>
                <a:lnTo>
                  <a:pt x="537482" y="2440617"/>
                </a:lnTo>
                <a:lnTo>
                  <a:pt x="501563" y="2444364"/>
                </a:lnTo>
                <a:cubicBezTo>
                  <a:pt x="498549" y="2432798"/>
                  <a:pt x="494069" y="2421314"/>
                  <a:pt x="488042" y="2410237"/>
                </a:cubicBezTo>
                <a:cubicBezTo>
                  <a:pt x="450983" y="2341983"/>
                  <a:pt x="369534" y="2312824"/>
                  <a:pt x="298266" y="2351512"/>
                </a:cubicBezTo>
                <a:cubicBezTo>
                  <a:pt x="250211" y="2377576"/>
                  <a:pt x="225451" y="2424409"/>
                  <a:pt x="225858" y="2473034"/>
                </a:cubicBezTo>
                <a:lnTo>
                  <a:pt x="189043" y="2476862"/>
                </a:lnTo>
                <a:lnTo>
                  <a:pt x="193767" y="2510663"/>
                </a:lnTo>
                <a:lnTo>
                  <a:pt x="230175" y="2506917"/>
                </a:lnTo>
                <a:cubicBezTo>
                  <a:pt x="233188" y="2519053"/>
                  <a:pt x="237831" y="2531107"/>
                  <a:pt x="244021" y="2542592"/>
                </a:cubicBezTo>
                <a:cubicBezTo>
                  <a:pt x="281080" y="2610846"/>
                  <a:pt x="362529" y="2640086"/>
                  <a:pt x="433797" y="2601397"/>
                </a:cubicBezTo>
                <a:cubicBezTo>
                  <a:pt x="482341" y="2575090"/>
                  <a:pt x="507020" y="2527605"/>
                  <a:pt x="506205" y="2478491"/>
                </a:cubicBezTo>
                <a:lnTo>
                  <a:pt x="541147" y="2474826"/>
                </a:lnTo>
                <a:close/>
                <a:moveTo>
                  <a:pt x="2267620" y="2527605"/>
                </a:moveTo>
                <a:lnTo>
                  <a:pt x="2316896" y="2483460"/>
                </a:lnTo>
                <a:lnTo>
                  <a:pt x="2507324" y="2557334"/>
                </a:lnTo>
                <a:lnTo>
                  <a:pt x="2423187" y="2370734"/>
                </a:lnTo>
                <a:lnTo>
                  <a:pt x="2463667" y="2319584"/>
                </a:lnTo>
                <a:lnTo>
                  <a:pt x="2581605" y="2583071"/>
                </a:lnTo>
                <a:lnTo>
                  <a:pt x="2537379" y="2629986"/>
                </a:lnTo>
                <a:lnTo>
                  <a:pt x="2267620" y="2527605"/>
                </a:lnTo>
                <a:close/>
                <a:moveTo>
                  <a:pt x="1337229" y="253632"/>
                </a:moveTo>
                <a:lnTo>
                  <a:pt x="1283065" y="262591"/>
                </a:lnTo>
                <a:lnTo>
                  <a:pt x="1126764" y="131377"/>
                </a:lnTo>
                <a:lnTo>
                  <a:pt x="1155842" y="284257"/>
                </a:lnTo>
                <a:lnTo>
                  <a:pt x="1096873" y="294194"/>
                </a:lnTo>
                <a:lnTo>
                  <a:pt x="1049877" y="42190"/>
                </a:lnTo>
                <a:lnTo>
                  <a:pt x="1108520" y="32254"/>
                </a:lnTo>
                <a:lnTo>
                  <a:pt x="1109742" y="38362"/>
                </a:lnTo>
                <a:cubicBezTo>
                  <a:pt x="1111208" y="47077"/>
                  <a:pt x="1118701" y="57992"/>
                  <a:pt x="1129941" y="66788"/>
                </a:cubicBezTo>
                <a:lnTo>
                  <a:pt x="1266938" y="182527"/>
                </a:lnTo>
                <a:lnTo>
                  <a:pt x="1238920" y="10100"/>
                </a:lnTo>
                <a:lnTo>
                  <a:pt x="1298540" y="0"/>
                </a:lnTo>
                <a:lnTo>
                  <a:pt x="1337229" y="253632"/>
                </a:lnTo>
                <a:close/>
                <a:moveTo>
                  <a:pt x="2523858" y="2233086"/>
                </a:moveTo>
                <a:lnTo>
                  <a:pt x="2548700" y="2184135"/>
                </a:lnTo>
                <a:lnTo>
                  <a:pt x="2747028" y="2135998"/>
                </a:lnTo>
                <a:lnTo>
                  <a:pt x="2606691" y="2068803"/>
                </a:lnTo>
                <a:lnTo>
                  <a:pt x="2633651" y="2015454"/>
                </a:lnTo>
                <a:lnTo>
                  <a:pt x="2864477" y="2127039"/>
                </a:lnTo>
                <a:lnTo>
                  <a:pt x="2837762" y="2180144"/>
                </a:lnTo>
                <a:lnTo>
                  <a:pt x="2832142" y="2177456"/>
                </a:lnTo>
                <a:cubicBezTo>
                  <a:pt x="2824323" y="2173546"/>
                  <a:pt x="2811047" y="2172976"/>
                  <a:pt x="2797363" y="2176886"/>
                </a:cubicBezTo>
                <a:lnTo>
                  <a:pt x="2622981" y="2218587"/>
                </a:lnTo>
                <a:lnTo>
                  <a:pt x="2778467" y="2298245"/>
                </a:lnTo>
                <a:lnTo>
                  <a:pt x="2751263" y="2352245"/>
                </a:lnTo>
                <a:lnTo>
                  <a:pt x="2523858" y="2233086"/>
                </a:lnTo>
                <a:close/>
                <a:moveTo>
                  <a:pt x="230989" y="2015454"/>
                </a:moveTo>
                <a:lnTo>
                  <a:pt x="257542" y="2070513"/>
                </a:lnTo>
                <a:lnTo>
                  <a:pt x="168436" y="2113437"/>
                </a:lnTo>
                <a:cubicBezTo>
                  <a:pt x="203297" y="2137709"/>
                  <a:pt x="257786" y="2157012"/>
                  <a:pt x="298755" y="2155953"/>
                </a:cubicBezTo>
                <a:lnTo>
                  <a:pt x="326936" y="2214352"/>
                </a:lnTo>
                <a:cubicBezTo>
                  <a:pt x="278067" y="2218425"/>
                  <a:pt x="213641" y="2195375"/>
                  <a:pt x="173894" y="2171021"/>
                </a:cubicBezTo>
                <a:lnTo>
                  <a:pt x="101404" y="2336933"/>
                </a:lnTo>
                <a:lnTo>
                  <a:pt x="68336" y="2268353"/>
                </a:lnTo>
                <a:lnTo>
                  <a:pt x="128608" y="2132740"/>
                </a:lnTo>
                <a:lnTo>
                  <a:pt x="26634" y="2181935"/>
                </a:lnTo>
                <a:lnTo>
                  <a:pt x="0" y="2126876"/>
                </a:lnTo>
                <a:lnTo>
                  <a:pt x="230989" y="2015454"/>
                </a:lnTo>
                <a:close/>
                <a:moveTo>
                  <a:pt x="682542" y="2722349"/>
                </a:moveTo>
                <a:cubicBezTo>
                  <a:pt x="701275" y="2735137"/>
                  <a:pt x="720090" y="2735544"/>
                  <a:pt x="731248" y="2719173"/>
                </a:cubicBezTo>
                <a:cubicBezTo>
                  <a:pt x="741185" y="2704675"/>
                  <a:pt x="737357" y="2690095"/>
                  <a:pt x="714959" y="2674783"/>
                </a:cubicBezTo>
                <a:lnTo>
                  <a:pt x="681972" y="2652303"/>
                </a:lnTo>
                <a:lnTo>
                  <a:pt x="649555" y="2699869"/>
                </a:lnTo>
                <a:lnTo>
                  <a:pt x="682542" y="2722349"/>
                </a:lnTo>
                <a:close/>
                <a:moveTo>
                  <a:pt x="635465" y="2819273"/>
                </a:moveTo>
                <a:cubicBezTo>
                  <a:pt x="657863" y="2834504"/>
                  <a:pt x="675293" y="2831735"/>
                  <a:pt x="686207" y="2815771"/>
                </a:cubicBezTo>
                <a:cubicBezTo>
                  <a:pt x="695900" y="2801599"/>
                  <a:pt x="693130" y="2784169"/>
                  <a:pt x="670162" y="2768449"/>
                </a:cubicBezTo>
                <a:lnTo>
                  <a:pt x="624225" y="2737092"/>
                </a:lnTo>
                <a:lnTo>
                  <a:pt x="589527" y="2787916"/>
                </a:lnTo>
                <a:lnTo>
                  <a:pt x="635465" y="2819273"/>
                </a:lnTo>
                <a:close/>
                <a:moveTo>
                  <a:pt x="657456" y="2579732"/>
                </a:moveTo>
                <a:lnTo>
                  <a:pt x="741267" y="2636909"/>
                </a:lnTo>
                <a:cubicBezTo>
                  <a:pt x="802109" y="2678367"/>
                  <a:pt x="808706" y="2713553"/>
                  <a:pt x="786226" y="2746458"/>
                </a:cubicBezTo>
                <a:cubicBezTo>
                  <a:pt x="773032" y="2765843"/>
                  <a:pt x="752425" y="2775291"/>
                  <a:pt x="727420" y="2771544"/>
                </a:cubicBezTo>
                <a:cubicBezTo>
                  <a:pt x="750389" y="2798260"/>
                  <a:pt x="752507" y="2826359"/>
                  <a:pt x="735158" y="2851771"/>
                </a:cubicBezTo>
                <a:cubicBezTo>
                  <a:pt x="711375" y="2886550"/>
                  <a:pt x="671139" y="2899419"/>
                  <a:pt x="609727" y="2857554"/>
                </a:cubicBezTo>
                <a:lnTo>
                  <a:pt x="512884" y="2791499"/>
                </a:lnTo>
                <a:lnTo>
                  <a:pt x="657456" y="2579732"/>
                </a:lnTo>
                <a:close/>
                <a:moveTo>
                  <a:pt x="2886469" y="1944105"/>
                </a:moveTo>
                <a:lnTo>
                  <a:pt x="2857961" y="1893688"/>
                </a:lnTo>
                <a:cubicBezTo>
                  <a:pt x="2886061" y="1877968"/>
                  <a:pt x="2902188" y="1859072"/>
                  <a:pt x="2907564" y="1831786"/>
                </a:cubicBezTo>
                <a:cubicBezTo>
                  <a:pt x="2912369" y="1807352"/>
                  <a:pt x="2905772" y="1788130"/>
                  <a:pt x="2887446" y="1784465"/>
                </a:cubicBezTo>
                <a:cubicBezTo>
                  <a:pt x="2866595" y="1780392"/>
                  <a:pt x="2852749" y="1804420"/>
                  <a:pt x="2842568" y="1829262"/>
                </a:cubicBezTo>
                <a:cubicBezTo>
                  <a:pt x="2825382" y="1874791"/>
                  <a:pt x="2797445" y="1915679"/>
                  <a:pt x="2743933" y="1905091"/>
                </a:cubicBezTo>
                <a:cubicBezTo>
                  <a:pt x="2696122" y="1895642"/>
                  <a:pt x="2674131" y="1852067"/>
                  <a:pt x="2685941" y="1792039"/>
                </a:cubicBezTo>
                <a:cubicBezTo>
                  <a:pt x="2694005" y="1751478"/>
                  <a:pt x="2710294" y="1723704"/>
                  <a:pt x="2745318" y="1701468"/>
                </a:cubicBezTo>
                <a:lnTo>
                  <a:pt x="2772603" y="1750501"/>
                </a:lnTo>
                <a:cubicBezTo>
                  <a:pt x="2752648" y="1762636"/>
                  <a:pt x="2740186" y="1780311"/>
                  <a:pt x="2735544" y="1803687"/>
                </a:cubicBezTo>
                <a:cubicBezTo>
                  <a:pt x="2730738" y="1828121"/>
                  <a:pt x="2736603" y="1843515"/>
                  <a:pt x="2751019" y="1846366"/>
                </a:cubicBezTo>
                <a:cubicBezTo>
                  <a:pt x="2768938" y="1849868"/>
                  <a:pt x="2782295" y="1831542"/>
                  <a:pt x="2792558" y="1804094"/>
                </a:cubicBezTo>
                <a:cubicBezTo>
                  <a:pt x="2811617" y="1754817"/>
                  <a:pt x="2837029" y="1714011"/>
                  <a:pt x="2894125" y="1725333"/>
                </a:cubicBezTo>
                <a:cubicBezTo>
                  <a:pt x="2951302" y="1736654"/>
                  <a:pt x="2968732" y="1788211"/>
                  <a:pt x="2957736" y="1843597"/>
                </a:cubicBezTo>
                <a:cubicBezTo>
                  <a:pt x="2948533" y="1891000"/>
                  <a:pt x="2924342" y="1922439"/>
                  <a:pt x="2886469" y="1944105"/>
                </a:cubicBezTo>
                <a:moveTo>
                  <a:pt x="2714367" y="1367120"/>
                </a:moveTo>
                <a:lnTo>
                  <a:pt x="2701417" y="1307337"/>
                </a:lnTo>
                <a:lnTo>
                  <a:pt x="2798096" y="1286323"/>
                </a:lnTo>
                <a:cubicBezTo>
                  <a:pt x="2769834" y="1254558"/>
                  <a:pt x="2721453" y="1223200"/>
                  <a:pt x="2681299" y="1214648"/>
                </a:cubicBezTo>
                <a:lnTo>
                  <a:pt x="2667534" y="1151281"/>
                </a:lnTo>
                <a:cubicBezTo>
                  <a:pt x="2715996" y="1158774"/>
                  <a:pt x="2773255" y="1196159"/>
                  <a:pt x="2806241" y="1229146"/>
                </a:cubicBezTo>
                <a:lnTo>
                  <a:pt x="2915464" y="1084737"/>
                </a:lnTo>
                <a:lnTo>
                  <a:pt x="2931591" y="1159181"/>
                </a:lnTo>
                <a:lnTo>
                  <a:pt x="2841346" y="1276956"/>
                </a:lnTo>
                <a:lnTo>
                  <a:pt x="2951954" y="1252929"/>
                </a:lnTo>
                <a:lnTo>
                  <a:pt x="2964904" y="1312713"/>
                </a:lnTo>
                <a:lnTo>
                  <a:pt x="2714367" y="1367120"/>
                </a:lnTo>
                <a:close/>
                <a:moveTo>
                  <a:pt x="966717" y="338990"/>
                </a:moveTo>
                <a:lnTo>
                  <a:pt x="791521" y="421661"/>
                </a:lnTo>
                <a:lnTo>
                  <a:pt x="769774" y="375642"/>
                </a:lnTo>
                <a:lnTo>
                  <a:pt x="889667" y="319036"/>
                </a:lnTo>
                <a:lnTo>
                  <a:pt x="868409" y="273994"/>
                </a:lnTo>
                <a:lnTo>
                  <a:pt x="768308" y="321235"/>
                </a:lnTo>
                <a:lnTo>
                  <a:pt x="746642" y="275216"/>
                </a:lnTo>
                <a:lnTo>
                  <a:pt x="846662" y="227976"/>
                </a:lnTo>
                <a:lnTo>
                  <a:pt x="823693" y="179269"/>
                </a:lnTo>
                <a:lnTo>
                  <a:pt x="703800" y="235876"/>
                </a:lnTo>
                <a:lnTo>
                  <a:pt x="682053" y="189776"/>
                </a:lnTo>
                <a:lnTo>
                  <a:pt x="857331" y="107105"/>
                </a:lnTo>
                <a:lnTo>
                  <a:pt x="966717" y="338990"/>
                </a:lnTo>
                <a:close/>
                <a:moveTo>
                  <a:pt x="958084" y="2745481"/>
                </a:moveTo>
                <a:lnTo>
                  <a:pt x="1142891" y="2803635"/>
                </a:lnTo>
                <a:lnTo>
                  <a:pt x="1127660" y="2852179"/>
                </a:lnTo>
                <a:lnTo>
                  <a:pt x="1001170" y="2812350"/>
                </a:lnTo>
                <a:lnTo>
                  <a:pt x="986265" y="2859835"/>
                </a:lnTo>
                <a:lnTo>
                  <a:pt x="1091742" y="2893066"/>
                </a:lnTo>
                <a:lnTo>
                  <a:pt x="1076510" y="2941610"/>
                </a:lnTo>
                <a:lnTo>
                  <a:pt x="970953" y="2908460"/>
                </a:lnTo>
                <a:lnTo>
                  <a:pt x="954826" y="2959773"/>
                </a:lnTo>
                <a:lnTo>
                  <a:pt x="1081316" y="2999601"/>
                </a:lnTo>
                <a:lnTo>
                  <a:pt x="1066004" y="3048226"/>
                </a:lnTo>
                <a:lnTo>
                  <a:pt x="881196" y="2990072"/>
                </a:lnTo>
                <a:lnTo>
                  <a:pt x="958084" y="2745481"/>
                </a:lnTo>
                <a:close/>
                <a:moveTo>
                  <a:pt x="2163772" y="2789545"/>
                </a:moveTo>
                <a:lnTo>
                  <a:pt x="2148541" y="2687489"/>
                </a:lnTo>
                <a:lnTo>
                  <a:pt x="2234307" y="2745562"/>
                </a:lnTo>
                <a:lnTo>
                  <a:pt x="2163772" y="2789545"/>
                </a:lnTo>
                <a:close/>
                <a:moveTo>
                  <a:pt x="2327729" y="2808767"/>
                </a:moveTo>
                <a:lnTo>
                  <a:pt x="2379531" y="2770322"/>
                </a:lnTo>
                <a:lnTo>
                  <a:pt x="2144876" y="2619479"/>
                </a:lnTo>
                <a:lnTo>
                  <a:pt x="2090305" y="2653851"/>
                </a:lnTo>
                <a:lnTo>
                  <a:pt x="2125247" y="2930370"/>
                </a:lnTo>
                <a:lnTo>
                  <a:pt x="2180469" y="2901455"/>
                </a:lnTo>
                <a:lnTo>
                  <a:pt x="2171999" y="2844523"/>
                </a:lnTo>
                <a:lnTo>
                  <a:pt x="2280570" y="2776839"/>
                </a:lnTo>
                <a:lnTo>
                  <a:pt x="2327729" y="2808767"/>
                </a:lnTo>
                <a:close/>
                <a:moveTo>
                  <a:pt x="1432198" y="2344752"/>
                </a:moveTo>
                <a:cubicBezTo>
                  <a:pt x="1337880" y="2344752"/>
                  <a:pt x="1297563" y="2415450"/>
                  <a:pt x="1173028" y="2415450"/>
                </a:cubicBezTo>
                <a:cubicBezTo>
                  <a:pt x="1221001" y="2429622"/>
                  <a:pt x="1324930" y="2452591"/>
                  <a:pt x="1432198" y="2452591"/>
                </a:cubicBezTo>
                <a:cubicBezTo>
                  <a:pt x="1539548" y="2452591"/>
                  <a:pt x="1643395" y="2429622"/>
                  <a:pt x="1691368" y="2415450"/>
                </a:cubicBezTo>
                <a:cubicBezTo>
                  <a:pt x="1566833" y="2415450"/>
                  <a:pt x="1526516" y="2344752"/>
                  <a:pt x="1432198" y="2344752"/>
                </a:cubicBezTo>
                <a:moveTo>
                  <a:pt x="1917878" y="2191872"/>
                </a:moveTo>
                <a:cubicBezTo>
                  <a:pt x="1878782" y="2213538"/>
                  <a:pt x="1839605" y="2227873"/>
                  <a:pt x="1768338" y="2227873"/>
                </a:cubicBezTo>
                <a:cubicBezTo>
                  <a:pt x="1697070" y="2227873"/>
                  <a:pt x="1658300" y="2211420"/>
                  <a:pt x="1619205" y="2189755"/>
                </a:cubicBezTo>
                <a:cubicBezTo>
                  <a:pt x="1575711" y="2165646"/>
                  <a:pt x="1525294" y="2135021"/>
                  <a:pt x="1432117" y="2134288"/>
                </a:cubicBezTo>
                <a:cubicBezTo>
                  <a:pt x="1338939" y="2135102"/>
                  <a:pt x="1288522" y="2165646"/>
                  <a:pt x="1245028" y="2189755"/>
                </a:cubicBezTo>
                <a:cubicBezTo>
                  <a:pt x="1205933" y="2211420"/>
                  <a:pt x="1167163" y="2227873"/>
                  <a:pt x="1095895" y="2227873"/>
                </a:cubicBezTo>
                <a:cubicBezTo>
                  <a:pt x="1024628" y="2227873"/>
                  <a:pt x="985451" y="2213538"/>
                  <a:pt x="946355" y="2191872"/>
                </a:cubicBezTo>
                <a:cubicBezTo>
                  <a:pt x="902373" y="2167438"/>
                  <a:pt x="843485" y="2127446"/>
                  <a:pt x="745013" y="2138442"/>
                </a:cubicBezTo>
                <a:cubicBezTo>
                  <a:pt x="893984" y="2330010"/>
                  <a:pt x="1098502" y="2327077"/>
                  <a:pt x="1098502" y="2327077"/>
                </a:cubicBezTo>
                <a:cubicBezTo>
                  <a:pt x="1188747" y="2327077"/>
                  <a:pt x="1239979" y="2308670"/>
                  <a:pt x="1283961" y="2284235"/>
                </a:cubicBezTo>
                <a:cubicBezTo>
                  <a:pt x="1322486" y="2262814"/>
                  <a:pt x="1362559" y="2236995"/>
                  <a:pt x="1432117" y="2236343"/>
                </a:cubicBezTo>
                <a:cubicBezTo>
                  <a:pt x="1501674" y="2236995"/>
                  <a:pt x="1541665" y="2262733"/>
                  <a:pt x="1580272" y="2284235"/>
                </a:cubicBezTo>
                <a:cubicBezTo>
                  <a:pt x="1624336" y="2308670"/>
                  <a:pt x="1675486" y="2327077"/>
                  <a:pt x="1765731" y="2327077"/>
                </a:cubicBezTo>
                <a:cubicBezTo>
                  <a:pt x="1765731" y="2327077"/>
                  <a:pt x="1970250" y="2330010"/>
                  <a:pt x="2119220" y="2138442"/>
                </a:cubicBezTo>
                <a:cubicBezTo>
                  <a:pt x="2020829" y="2127446"/>
                  <a:pt x="1961942" y="2167356"/>
                  <a:pt x="1917878" y="2191872"/>
                </a:cubicBezTo>
                <a:moveTo>
                  <a:pt x="2114577" y="1920077"/>
                </a:moveTo>
                <a:cubicBezTo>
                  <a:pt x="2016757" y="1920077"/>
                  <a:pt x="1965607" y="1957951"/>
                  <a:pt x="1920403" y="1983037"/>
                </a:cubicBezTo>
                <a:cubicBezTo>
                  <a:pt x="1880330" y="2005273"/>
                  <a:pt x="1845796" y="2026857"/>
                  <a:pt x="1772736" y="2026857"/>
                </a:cubicBezTo>
                <a:cubicBezTo>
                  <a:pt x="1699676" y="2026857"/>
                  <a:pt x="1665060" y="2005273"/>
                  <a:pt x="1624988" y="1983037"/>
                </a:cubicBezTo>
                <a:cubicBezTo>
                  <a:pt x="1580109" y="1958114"/>
                  <a:pt x="1528878" y="1929933"/>
                  <a:pt x="1432198" y="1929525"/>
                </a:cubicBezTo>
                <a:cubicBezTo>
                  <a:pt x="1335437" y="1929851"/>
                  <a:pt x="1284287" y="1958114"/>
                  <a:pt x="1239408" y="1983037"/>
                </a:cubicBezTo>
                <a:cubicBezTo>
                  <a:pt x="1199336" y="2005273"/>
                  <a:pt x="1164801" y="2026857"/>
                  <a:pt x="1091660" y="2026857"/>
                </a:cubicBezTo>
                <a:cubicBezTo>
                  <a:pt x="1018600" y="2026857"/>
                  <a:pt x="983984" y="2005273"/>
                  <a:pt x="943993" y="1983037"/>
                </a:cubicBezTo>
                <a:cubicBezTo>
                  <a:pt x="898870" y="1957951"/>
                  <a:pt x="847639" y="1920077"/>
                  <a:pt x="749819" y="1920077"/>
                </a:cubicBezTo>
                <a:cubicBezTo>
                  <a:pt x="687999" y="1920077"/>
                  <a:pt x="614125" y="1939543"/>
                  <a:pt x="614125" y="1939543"/>
                </a:cubicBezTo>
                <a:lnTo>
                  <a:pt x="667148" y="2031825"/>
                </a:lnTo>
                <a:cubicBezTo>
                  <a:pt x="667148" y="2031825"/>
                  <a:pt x="711538" y="2023843"/>
                  <a:pt x="749737" y="2023843"/>
                </a:cubicBezTo>
                <a:cubicBezTo>
                  <a:pt x="822797" y="2023843"/>
                  <a:pt x="862218" y="2045346"/>
                  <a:pt x="902291" y="2067581"/>
                </a:cubicBezTo>
                <a:cubicBezTo>
                  <a:pt x="947414" y="2092667"/>
                  <a:pt x="985043" y="2127283"/>
                  <a:pt x="1082945" y="2127283"/>
                </a:cubicBezTo>
                <a:cubicBezTo>
                  <a:pt x="1180847" y="2127283"/>
                  <a:pt x="1234196" y="2095600"/>
                  <a:pt x="1279237" y="2070513"/>
                </a:cubicBezTo>
                <a:cubicBezTo>
                  <a:pt x="1319065" y="2048441"/>
                  <a:pt x="1360034" y="2029300"/>
                  <a:pt x="1432198" y="2029056"/>
                </a:cubicBezTo>
                <a:cubicBezTo>
                  <a:pt x="1504280" y="2029300"/>
                  <a:pt x="1545330" y="2048359"/>
                  <a:pt x="1585159" y="2070513"/>
                </a:cubicBezTo>
                <a:cubicBezTo>
                  <a:pt x="1630282" y="2095600"/>
                  <a:pt x="1683631" y="2127283"/>
                  <a:pt x="1781451" y="2127283"/>
                </a:cubicBezTo>
                <a:cubicBezTo>
                  <a:pt x="1879353" y="2127283"/>
                  <a:pt x="1916982" y="2092749"/>
                  <a:pt x="1962105" y="2067581"/>
                </a:cubicBezTo>
                <a:cubicBezTo>
                  <a:pt x="2002177" y="2045346"/>
                  <a:pt x="2041517" y="2023843"/>
                  <a:pt x="2114658" y="2023843"/>
                </a:cubicBezTo>
                <a:cubicBezTo>
                  <a:pt x="2152858" y="2023843"/>
                  <a:pt x="2197248" y="2031825"/>
                  <a:pt x="2197248" y="2031825"/>
                </a:cubicBezTo>
                <a:lnTo>
                  <a:pt x="2250271" y="1939543"/>
                </a:lnTo>
                <a:cubicBezTo>
                  <a:pt x="2250271" y="1939625"/>
                  <a:pt x="2176397" y="1920077"/>
                  <a:pt x="2114577" y="1920077"/>
                </a:cubicBezTo>
                <a:moveTo>
                  <a:pt x="1038800" y="776941"/>
                </a:moveTo>
                <a:lnTo>
                  <a:pt x="961016" y="759349"/>
                </a:lnTo>
                <a:lnTo>
                  <a:pt x="1015179" y="817910"/>
                </a:lnTo>
                <a:lnTo>
                  <a:pt x="961016" y="876472"/>
                </a:lnTo>
                <a:lnTo>
                  <a:pt x="1038800" y="858879"/>
                </a:lnTo>
                <a:lnTo>
                  <a:pt x="1062420" y="935034"/>
                </a:lnTo>
                <a:lnTo>
                  <a:pt x="1086040" y="858879"/>
                </a:lnTo>
                <a:lnTo>
                  <a:pt x="1163824" y="876472"/>
                </a:lnTo>
                <a:lnTo>
                  <a:pt x="1109660" y="817910"/>
                </a:lnTo>
                <a:lnTo>
                  <a:pt x="1163824" y="759349"/>
                </a:lnTo>
                <a:lnTo>
                  <a:pt x="1086040" y="776941"/>
                </a:lnTo>
                <a:lnTo>
                  <a:pt x="1062420" y="700787"/>
                </a:lnTo>
                <a:lnTo>
                  <a:pt x="1038800" y="776941"/>
                </a:lnTo>
                <a:close/>
                <a:moveTo>
                  <a:pt x="2027427" y="1425438"/>
                </a:moveTo>
                <a:lnTo>
                  <a:pt x="2052106" y="1425438"/>
                </a:lnTo>
                <a:lnTo>
                  <a:pt x="2052106" y="1389030"/>
                </a:lnTo>
                <a:cubicBezTo>
                  <a:pt x="2052106" y="1389030"/>
                  <a:pt x="2020422" y="1382514"/>
                  <a:pt x="2020422" y="1349446"/>
                </a:cubicBezTo>
                <a:lnTo>
                  <a:pt x="2020178" y="1349446"/>
                </a:lnTo>
                <a:lnTo>
                  <a:pt x="2018467" y="1317681"/>
                </a:lnTo>
                <a:lnTo>
                  <a:pt x="2049011" y="1292920"/>
                </a:lnTo>
                <a:lnTo>
                  <a:pt x="2055119" y="1227517"/>
                </a:lnTo>
                <a:lnTo>
                  <a:pt x="2010485" y="1227517"/>
                </a:lnTo>
                <a:lnTo>
                  <a:pt x="2004702" y="1273861"/>
                </a:lnTo>
                <a:lnTo>
                  <a:pt x="1961535" y="1273861"/>
                </a:lnTo>
                <a:lnTo>
                  <a:pt x="1955182" y="1227517"/>
                </a:lnTo>
                <a:lnTo>
                  <a:pt x="1930584" y="1227517"/>
                </a:lnTo>
                <a:lnTo>
                  <a:pt x="1905905" y="1227517"/>
                </a:lnTo>
                <a:lnTo>
                  <a:pt x="1899552" y="1273861"/>
                </a:lnTo>
                <a:lnTo>
                  <a:pt x="1856384" y="1273861"/>
                </a:lnTo>
                <a:lnTo>
                  <a:pt x="1850601" y="1227517"/>
                </a:lnTo>
                <a:lnTo>
                  <a:pt x="1805967" y="1227517"/>
                </a:lnTo>
                <a:lnTo>
                  <a:pt x="1812076" y="1292920"/>
                </a:lnTo>
                <a:lnTo>
                  <a:pt x="1842619" y="1317681"/>
                </a:lnTo>
                <a:lnTo>
                  <a:pt x="1840827" y="1349446"/>
                </a:lnTo>
                <a:lnTo>
                  <a:pt x="1840664" y="1349446"/>
                </a:lnTo>
                <a:cubicBezTo>
                  <a:pt x="1840664" y="1382514"/>
                  <a:pt x="1808899" y="1389030"/>
                  <a:pt x="1808899" y="1389030"/>
                </a:cubicBezTo>
                <a:lnTo>
                  <a:pt x="1808899" y="1425438"/>
                </a:lnTo>
                <a:lnTo>
                  <a:pt x="1833578" y="1425438"/>
                </a:lnTo>
                <a:cubicBezTo>
                  <a:pt x="1832519" y="1548263"/>
                  <a:pt x="1771514" y="1725821"/>
                  <a:pt x="1771514" y="1859153"/>
                </a:cubicBezTo>
                <a:lnTo>
                  <a:pt x="1930584" y="1859153"/>
                </a:lnTo>
                <a:lnTo>
                  <a:pt x="2089654" y="1859153"/>
                </a:lnTo>
                <a:cubicBezTo>
                  <a:pt x="2089491" y="1725740"/>
                  <a:pt x="2028486" y="1548263"/>
                  <a:pt x="2027427" y="1425438"/>
                </a:cubicBezTo>
                <a:moveTo>
                  <a:pt x="2029626" y="1184838"/>
                </a:moveTo>
                <a:lnTo>
                  <a:pt x="2029626" y="1163498"/>
                </a:lnTo>
                <a:cubicBezTo>
                  <a:pt x="2029626" y="1102248"/>
                  <a:pt x="1984584" y="1063967"/>
                  <a:pt x="1930421" y="1063967"/>
                </a:cubicBezTo>
                <a:cubicBezTo>
                  <a:pt x="1876257" y="1063967"/>
                  <a:pt x="1831216" y="1102248"/>
                  <a:pt x="1831216" y="1163498"/>
                </a:cubicBezTo>
                <a:lnTo>
                  <a:pt x="1831216" y="1184838"/>
                </a:lnTo>
                <a:lnTo>
                  <a:pt x="2029626" y="1184838"/>
                </a:lnTo>
                <a:close/>
                <a:moveTo>
                  <a:pt x="1030899" y="1425438"/>
                </a:moveTo>
                <a:lnTo>
                  <a:pt x="1055578" y="1425438"/>
                </a:lnTo>
                <a:lnTo>
                  <a:pt x="1055578" y="1389030"/>
                </a:lnTo>
                <a:cubicBezTo>
                  <a:pt x="1055578" y="1389030"/>
                  <a:pt x="1023813" y="1382514"/>
                  <a:pt x="1023813" y="1349446"/>
                </a:cubicBezTo>
                <a:lnTo>
                  <a:pt x="1023650" y="1349446"/>
                </a:lnTo>
                <a:lnTo>
                  <a:pt x="1021858" y="1317681"/>
                </a:lnTo>
                <a:lnTo>
                  <a:pt x="1052402" y="1292920"/>
                </a:lnTo>
                <a:lnTo>
                  <a:pt x="1058510" y="1227517"/>
                </a:lnTo>
                <a:lnTo>
                  <a:pt x="1013876" y="1227517"/>
                </a:lnTo>
                <a:lnTo>
                  <a:pt x="1008093" y="1273861"/>
                </a:lnTo>
                <a:lnTo>
                  <a:pt x="964925" y="1273861"/>
                </a:lnTo>
                <a:lnTo>
                  <a:pt x="958572" y="1227517"/>
                </a:lnTo>
                <a:lnTo>
                  <a:pt x="933893" y="1227517"/>
                </a:lnTo>
                <a:lnTo>
                  <a:pt x="909296" y="1227517"/>
                </a:lnTo>
                <a:lnTo>
                  <a:pt x="902943" y="1273861"/>
                </a:lnTo>
                <a:lnTo>
                  <a:pt x="859775" y="1273861"/>
                </a:lnTo>
                <a:lnTo>
                  <a:pt x="853992" y="1227517"/>
                </a:lnTo>
                <a:lnTo>
                  <a:pt x="809358" y="1227517"/>
                </a:lnTo>
                <a:lnTo>
                  <a:pt x="815385" y="1292920"/>
                </a:lnTo>
                <a:lnTo>
                  <a:pt x="845929" y="1317681"/>
                </a:lnTo>
                <a:lnTo>
                  <a:pt x="844137" y="1349446"/>
                </a:lnTo>
                <a:lnTo>
                  <a:pt x="843974" y="1349446"/>
                </a:lnTo>
                <a:cubicBezTo>
                  <a:pt x="843974" y="1382514"/>
                  <a:pt x="812209" y="1389030"/>
                  <a:pt x="812209" y="1389030"/>
                </a:cubicBezTo>
                <a:lnTo>
                  <a:pt x="812209" y="1425438"/>
                </a:lnTo>
                <a:lnTo>
                  <a:pt x="836888" y="1425438"/>
                </a:lnTo>
                <a:cubicBezTo>
                  <a:pt x="835829" y="1548263"/>
                  <a:pt x="774824" y="1725821"/>
                  <a:pt x="774824" y="1859153"/>
                </a:cubicBezTo>
                <a:lnTo>
                  <a:pt x="933812" y="1859153"/>
                </a:lnTo>
                <a:lnTo>
                  <a:pt x="1092882" y="1859153"/>
                </a:lnTo>
                <a:cubicBezTo>
                  <a:pt x="1092963" y="1725740"/>
                  <a:pt x="1031958" y="1548263"/>
                  <a:pt x="1030899" y="1425438"/>
                </a:cubicBezTo>
                <a:moveTo>
                  <a:pt x="1482289" y="622107"/>
                </a:moveTo>
                <a:cubicBezTo>
                  <a:pt x="1482289" y="594414"/>
                  <a:pt x="1459891" y="572016"/>
                  <a:pt x="1432198" y="572016"/>
                </a:cubicBezTo>
                <a:cubicBezTo>
                  <a:pt x="1404505" y="572016"/>
                  <a:pt x="1382107" y="594414"/>
                  <a:pt x="1382107" y="622107"/>
                </a:cubicBezTo>
                <a:cubicBezTo>
                  <a:pt x="1382107" y="649800"/>
                  <a:pt x="1404505" y="672198"/>
                  <a:pt x="1432198" y="672198"/>
                </a:cubicBezTo>
                <a:cubicBezTo>
                  <a:pt x="1459809" y="672198"/>
                  <a:pt x="1482289" y="649718"/>
                  <a:pt x="1482289" y="622107"/>
                </a:cubicBezTo>
                <a:moveTo>
                  <a:pt x="1636879" y="1314016"/>
                </a:moveTo>
                <a:lnTo>
                  <a:pt x="1227517" y="1314016"/>
                </a:lnTo>
                <a:lnTo>
                  <a:pt x="1227517" y="1375836"/>
                </a:lnTo>
                <a:cubicBezTo>
                  <a:pt x="1227517" y="1375836"/>
                  <a:pt x="1253010" y="1387157"/>
                  <a:pt x="1253010" y="1415501"/>
                </a:cubicBezTo>
                <a:cubicBezTo>
                  <a:pt x="1253010" y="1472189"/>
                  <a:pt x="1208865" y="1696907"/>
                  <a:pt x="1217336" y="1859072"/>
                </a:cubicBezTo>
                <a:lnTo>
                  <a:pt x="1359871" y="1859072"/>
                </a:lnTo>
                <a:lnTo>
                  <a:pt x="1370623" y="1705133"/>
                </a:lnTo>
                <a:cubicBezTo>
                  <a:pt x="1375347" y="1666282"/>
                  <a:pt x="1400351" y="1643558"/>
                  <a:pt x="1432117" y="1643558"/>
                </a:cubicBezTo>
                <a:cubicBezTo>
                  <a:pt x="1463963" y="1643558"/>
                  <a:pt x="1488886" y="1666201"/>
                  <a:pt x="1493610" y="1705133"/>
                </a:cubicBezTo>
                <a:lnTo>
                  <a:pt x="1504362" y="1859072"/>
                </a:lnTo>
                <a:lnTo>
                  <a:pt x="1646897" y="1859072"/>
                </a:lnTo>
                <a:cubicBezTo>
                  <a:pt x="1655368" y="1696907"/>
                  <a:pt x="1611223" y="1472271"/>
                  <a:pt x="1611223" y="1415501"/>
                </a:cubicBezTo>
                <a:cubicBezTo>
                  <a:pt x="1611223" y="1387157"/>
                  <a:pt x="1636716" y="1375836"/>
                  <a:pt x="1636716" y="1375836"/>
                </a:cubicBezTo>
                <a:lnTo>
                  <a:pt x="1636879" y="1314016"/>
                </a:lnTo>
                <a:moveTo>
                  <a:pt x="1033180" y="1184838"/>
                </a:moveTo>
                <a:lnTo>
                  <a:pt x="1033180" y="1163498"/>
                </a:lnTo>
                <a:cubicBezTo>
                  <a:pt x="1033180" y="1102248"/>
                  <a:pt x="988138" y="1063967"/>
                  <a:pt x="933975" y="1063967"/>
                </a:cubicBezTo>
                <a:cubicBezTo>
                  <a:pt x="879811" y="1063967"/>
                  <a:pt x="834770" y="1102248"/>
                  <a:pt x="834770" y="1163498"/>
                </a:cubicBezTo>
                <a:lnTo>
                  <a:pt x="834770" y="1184838"/>
                </a:lnTo>
                <a:lnTo>
                  <a:pt x="1033180" y="1184838"/>
                </a:lnTo>
                <a:close/>
                <a:moveTo>
                  <a:pt x="1588254" y="1265146"/>
                </a:moveTo>
                <a:cubicBezTo>
                  <a:pt x="1588254" y="1265146"/>
                  <a:pt x="1578236" y="1188340"/>
                  <a:pt x="1578236" y="1162846"/>
                </a:cubicBezTo>
                <a:cubicBezTo>
                  <a:pt x="1578236" y="1126032"/>
                  <a:pt x="1613585" y="1111860"/>
                  <a:pt x="1613585" y="1111860"/>
                </a:cubicBezTo>
                <a:lnTo>
                  <a:pt x="1617983" y="1029840"/>
                </a:lnTo>
                <a:lnTo>
                  <a:pt x="1550950" y="1029840"/>
                </a:lnTo>
                <a:lnTo>
                  <a:pt x="1544027" y="1081316"/>
                </a:lnTo>
                <a:lnTo>
                  <a:pt x="1484814" y="1081316"/>
                </a:lnTo>
                <a:lnTo>
                  <a:pt x="1477972" y="1029840"/>
                </a:lnTo>
                <a:lnTo>
                  <a:pt x="1386505" y="1029840"/>
                </a:lnTo>
                <a:lnTo>
                  <a:pt x="1379663" y="1081316"/>
                </a:lnTo>
                <a:lnTo>
                  <a:pt x="1320450" y="1081316"/>
                </a:lnTo>
                <a:lnTo>
                  <a:pt x="1313608" y="1029840"/>
                </a:lnTo>
                <a:lnTo>
                  <a:pt x="1246494" y="1029840"/>
                </a:lnTo>
                <a:lnTo>
                  <a:pt x="1250893" y="1111860"/>
                </a:lnTo>
                <a:cubicBezTo>
                  <a:pt x="1250893" y="1111860"/>
                  <a:pt x="1286241" y="1126032"/>
                  <a:pt x="1286241" y="1162846"/>
                </a:cubicBezTo>
                <a:cubicBezTo>
                  <a:pt x="1286241" y="1188340"/>
                  <a:pt x="1276223" y="1265146"/>
                  <a:pt x="1276223" y="1265146"/>
                </a:cubicBezTo>
                <a:lnTo>
                  <a:pt x="1588254" y="1265146"/>
                </a:lnTo>
                <a:close/>
                <a:moveTo>
                  <a:pt x="1795705" y="720009"/>
                </a:moveTo>
                <a:cubicBezTo>
                  <a:pt x="1768500" y="718543"/>
                  <a:pt x="1743577" y="728153"/>
                  <a:pt x="1724925" y="744688"/>
                </a:cubicBezTo>
                <a:cubicBezTo>
                  <a:pt x="1723622" y="745828"/>
                  <a:pt x="1724762" y="747945"/>
                  <a:pt x="1726473" y="747376"/>
                </a:cubicBezTo>
                <a:cubicBezTo>
                  <a:pt x="1738120" y="744036"/>
                  <a:pt x="1750908" y="743466"/>
                  <a:pt x="1764184" y="746642"/>
                </a:cubicBezTo>
                <a:cubicBezTo>
                  <a:pt x="1792284" y="753403"/>
                  <a:pt x="1814275" y="776941"/>
                  <a:pt x="1818917" y="805448"/>
                </a:cubicBezTo>
                <a:cubicBezTo>
                  <a:pt x="1826411" y="851386"/>
                  <a:pt x="1791143" y="891133"/>
                  <a:pt x="1746591" y="891133"/>
                </a:cubicBezTo>
                <a:cubicBezTo>
                  <a:pt x="1739586" y="891133"/>
                  <a:pt x="1732826" y="890155"/>
                  <a:pt x="1726392" y="888282"/>
                </a:cubicBezTo>
                <a:cubicBezTo>
                  <a:pt x="1724762" y="887793"/>
                  <a:pt x="1723704" y="889911"/>
                  <a:pt x="1724925" y="891051"/>
                </a:cubicBezTo>
                <a:cubicBezTo>
                  <a:pt x="1742274" y="906527"/>
                  <a:pt x="1765080" y="915893"/>
                  <a:pt x="1790085" y="915893"/>
                </a:cubicBezTo>
                <a:cubicBezTo>
                  <a:pt x="1845796" y="915893"/>
                  <a:pt x="1890593" y="869467"/>
                  <a:pt x="1887986" y="813186"/>
                </a:cubicBezTo>
                <a:cubicBezTo>
                  <a:pt x="1885787" y="763665"/>
                  <a:pt x="1845225" y="722778"/>
                  <a:pt x="1795705" y="720009"/>
                </a:cubicBezTo>
                <a:moveTo>
                  <a:pt x="1583041" y="967450"/>
                </a:moveTo>
                <a:lnTo>
                  <a:pt x="1583041" y="981948"/>
                </a:lnTo>
                <a:lnTo>
                  <a:pt x="1281273" y="981948"/>
                </a:lnTo>
                <a:lnTo>
                  <a:pt x="1281273" y="967450"/>
                </a:lnTo>
                <a:cubicBezTo>
                  <a:pt x="1281273" y="932509"/>
                  <a:pt x="1432198" y="702416"/>
                  <a:pt x="1432198" y="702416"/>
                </a:cubicBezTo>
                <a:cubicBezTo>
                  <a:pt x="1432198" y="702416"/>
                  <a:pt x="1583041" y="932509"/>
                  <a:pt x="1583041" y="967450"/>
                </a:cubicBezTo>
                <a:close/>
              </a:path>
            </a:pathLst>
          </a:custGeom>
          <a:solidFill>
            <a:schemeClr val="bg1"/>
          </a:solidFill>
          <a:ln w="8132" cap="flat">
            <a:noFill/>
            <a:prstDash val="solid"/>
            <a:miter/>
          </a:ln>
        </p:spPr>
        <p:txBody>
          <a:bodyPr rtlCol="0" anchor="ctr"/>
          <a:lstStyle/>
          <a:p>
            <a:endParaRPr lang="da-DK" sz="570" dirty="0"/>
          </a:p>
        </p:txBody>
      </p:sp>
      <p:sp>
        <p:nvSpPr>
          <p:cNvPr id="12" name="Date_GeneralDate">
            <a:extLst>
              <a:ext uri="{FF2B5EF4-FFF2-40B4-BE49-F238E27FC236}">
                <a16:creationId xmlns:a16="http://schemas.microsoft.com/office/drawing/2014/main" id="{B98C9C42-90FD-450B-BFF8-46B74DF1894A}"/>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96082EB3-5080-42D3-A152-5B8B1FC97786}"/>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FD5A722A-DCEE-49E6-BB44-6F3079BE66FB}"/>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22" name="Text Placeholder 7">
            <a:extLst>
              <a:ext uri="{FF2B5EF4-FFF2-40B4-BE49-F238E27FC236}">
                <a16:creationId xmlns:a16="http://schemas.microsoft.com/office/drawing/2014/main" id="{DCE89EFC-8997-4F51-A888-D563A6C36C44}"/>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C08E5ED6-3D56-4788-93B6-332204188DC2}"/>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77657689-90E8-4FD6-8984-F6AB4680D26D}"/>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Tree>
    <p:extLst>
      <p:ext uri="{BB962C8B-B14F-4D97-AF65-F5344CB8AC3E}">
        <p14:creationId xmlns:p14="http://schemas.microsoft.com/office/powerpoint/2010/main" val="3397395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baggrundsbille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1E5C199-BB2E-44F0-AD6D-7D9220B576B0}"/>
              </a:ext>
            </a:extLst>
          </p:cNvPr>
          <p:cNvSpPr>
            <a:spLocks noGrp="1"/>
          </p:cNvSpPr>
          <p:nvPr>
            <p:ph type="pic" sz="quarter" idx="17" hasCustomPrompt="1"/>
          </p:nvPr>
        </p:nvSpPr>
        <p:spPr>
          <a:xfrm>
            <a:off x="0" y="0"/>
            <a:ext cx="12192000" cy="6858000"/>
          </a:xfrm>
        </p:spPr>
        <p:txBody>
          <a:bodyPr tIns="36000"/>
          <a:lstStyle>
            <a:lvl1pPr marL="0" indent="0" algn="ctr">
              <a:buNone/>
              <a:defRPr sz="506"/>
            </a:lvl1pPr>
          </a:lstStyle>
          <a:p>
            <a:r>
              <a:rPr lang="da-DK" dirty="0"/>
              <a:t>Klik her og indsæt lyst billede, via fanen Indsæt, Billeder</a:t>
            </a:r>
          </a:p>
        </p:txBody>
      </p:sp>
      <p:sp>
        <p:nvSpPr>
          <p:cNvPr id="2" name="Title 1"/>
          <p:cNvSpPr>
            <a:spLocks noGrp="1"/>
          </p:cNvSpPr>
          <p:nvPr>
            <p:ph type="ctrTitle" hasCustomPrompt="1"/>
          </p:nvPr>
        </p:nvSpPr>
        <p:spPr>
          <a:xfrm>
            <a:off x="710843" y="1021080"/>
            <a:ext cx="10752002" cy="3634676"/>
          </a:xfrm>
        </p:spPr>
        <p:txBody>
          <a:bodyPr anchor="b" anchorCtr="0">
            <a:normAutofit/>
          </a:bodyPr>
          <a:lstStyle>
            <a:lvl1pPr algn="l">
              <a:defRPr sz="4114"/>
            </a:lvl1pPr>
          </a:lstStyle>
          <a:p>
            <a:r>
              <a:rPr lang="da-DK" dirty="0"/>
              <a:t>Indsæt titel</a:t>
            </a:r>
          </a:p>
        </p:txBody>
      </p:sp>
      <p:sp>
        <p:nvSpPr>
          <p:cNvPr id="14" name="Subtitle 2">
            <a:extLst>
              <a:ext uri="{FF2B5EF4-FFF2-40B4-BE49-F238E27FC236}">
                <a16:creationId xmlns:a16="http://schemas.microsoft.com/office/drawing/2014/main" id="{12CF0303-FAD9-4C99-AED3-D04BAD578B3B}"/>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12" name="Date_GeneralDate">
            <a:extLst>
              <a:ext uri="{FF2B5EF4-FFF2-40B4-BE49-F238E27FC236}">
                <a16:creationId xmlns:a16="http://schemas.microsoft.com/office/drawing/2014/main" id="{ED397024-840C-483C-9221-D7196DFC9407}"/>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5" name="FLD_PresentationTitle">
            <a:extLst>
              <a:ext uri="{FF2B5EF4-FFF2-40B4-BE49-F238E27FC236}">
                <a16:creationId xmlns:a16="http://schemas.microsoft.com/office/drawing/2014/main" id="{E3294628-B382-4444-8C1E-34B1C37B8D45}"/>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6" name="Slide Number Placeholder 5">
            <a:extLst>
              <a:ext uri="{FF2B5EF4-FFF2-40B4-BE49-F238E27FC236}">
                <a16:creationId xmlns:a16="http://schemas.microsoft.com/office/drawing/2014/main" id="{08A2E041-3E38-4FB1-98E1-405CB20FA201}"/>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7" name="Text Placeholder 7">
            <a:extLst>
              <a:ext uri="{FF2B5EF4-FFF2-40B4-BE49-F238E27FC236}">
                <a16:creationId xmlns:a16="http://schemas.microsoft.com/office/drawing/2014/main" id="{BFFBCE6F-028A-4617-B072-71A0FA0A4748}"/>
              </a:ext>
            </a:extLst>
          </p:cNvPr>
          <p:cNvSpPr>
            <a:spLocks noGrp="1"/>
          </p:cNvSpPr>
          <p:nvPr>
            <p:ph type="body" sz="quarter" idx="19" hasCustomPrompt="1"/>
          </p:nvPr>
        </p:nvSpPr>
        <p:spPr>
          <a:xfrm>
            <a:off x="724879" y="310326"/>
            <a:ext cx="3419554"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19" name="Text Placeholder 9">
            <a:extLst>
              <a:ext uri="{FF2B5EF4-FFF2-40B4-BE49-F238E27FC236}">
                <a16:creationId xmlns:a16="http://schemas.microsoft.com/office/drawing/2014/main" id="{9075BC39-D207-4CA1-857E-6EA19E26C9FB}"/>
              </a:ext>
            </a:extLst>
          </p:cNvPr>
          <p:cNvSpPr>
            <a:spLocks noGrp="1"/>
          </p:cNvSpPr>
          <p:nvPr>
            <p:ph type="body" sz="quarter" idx="20" hasCustomPrompt="1"/>
          </p:nvPr>
        </p:nvSpPr>
        <p:spPr>
          <a:xfrm>
            <a:off x="4423998" y="310326"/>
            <a:ext cx="4097593"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0" name="Text Placeholder 17">
            <a:extLst>
              <a:ext uri="{FF2B5EF4-FFF2-40B4-BE49-F238E27FC236}">
                <a16:creationId xmlns:a16="http://schemas.microsoft.com/office/drawing/2014/main" id="{DAD6F774-1095-47B8-92F2-C3F93E18A6AD}"/>
              </a:ext>
            </a:extLst>
          </p:cNvPr>
          <p:cNvSpPr>
            <a:spLocks noGrp="1"/>
          </p:cNvSpPr>
          <p:nvPr>
            <p:ph type="body" sz="quarter" idx="21" hasCustomPrompt="1"/>
          </p:nvPr>
        </p:nvSpPr>
        <p:spPr>
          <a:xfrm>
            <a:off x="4423998" y="531101"/>
            <a:ext cx="4097593"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23" name="Text Placeholder 22">
            <a:extLst>
              <a:ext uri="{FF2B5EF4-FFF2-40B4-BE49-F238E27FC236}">
                <a16:creationId xmlns:a16="http://schemas.microsoft.com/office/drawing/2014/main" id="{114CE8CE-0AFB-48E8-822A-C0D496286A8F}"/>
              </a:ext>
            </a:extLst>
          </p:cNvPr>
          <p:cNvSpPr>
            <a:spLocks noGrp="1"/>
          </p:cNvSpPr>
          <p:nvPr>
            <p:ph type="body" sz="quarter" idx="22" hasCustomPrompt="1"/>
          </p:nvPr>
        </p:nvSpPr>
        <p:spPr>
          <a:xfrm>
            <a:off x="10443601" y="5068884"/>
            <a:ext cx="1025918" cy="1069117"/>
          </a:xfrm>
          <a:custGeom>
            <a:avLst/>
            <a:gdLst>
              <a:gd name="connsiteX0" fmla="*/ 445718 w 1025918"/>
              <a:gd name="connsiteY0" fmla="*/ 980173 h 1069117"/>
              <a:gd name="connsiteX1" fmla="*/ 464702 w 1025918"/>
              <a:gd name="connsiteY1" fmla="*/ 980540 h 1069117"/>
              <a:gd name="connsiteX2" fmla="*/ 509639 w 1025918"/>
              <a:gd name="connsiteY2" fmla="*/ 1035095 h 1069117"/>
              <a:gd name="connsiteX3" fmla="*/ 509414 w 1025918"/>
              <a:gd name="connsiteY3" fmla="*/ 981188 h 1069117"/>
              <a:gd name="connsiteX4" fmla="*/ 530119 w 1025918"/>
              <a:gd name="connsiteY4" fmla="*/ 981527 h 1069117"/>
              <a:gd name="connsiteX5" fmla="*/ 530147 w 1025918"/>
              <a:gd name="connsiteY5" fmla="*/ 1069117 h 1069117"/>
              <a:gd name="connsiteX6" fmla="*/ 509544 w 1025918"/>
              <a:gd name="connsiteY6" fmla="*/ 1069117 h 1069117"/>
              <a:gd name="connsiteX7" fmla="*/ 509527 w 1025918"/>
              <a:gd name="connsiteY7" fmla="*/ 1067846 h 1069117"/>
              <a:gd name="connsiteX8" fmla="*/ 504449 w 1025918"/>
              <a:gd name="connsiteY8" fmla="*/ 1056901 h 1069117"/>
              <a:gd name="connsiteX9" fmla="*/ 465126 w 1025918"/>
              <a:gd name="connsiteY9" fmla="*/ 1008833 h 1069117"/>
              <a:gd name="connsiteX10" fmla="*/ 463748 w 1025918"/>
              <a:gd name="connsiteY10" fmla="*/ 1069117 h 1069117"/>
              <a:gd name="connsiteX11" fmla="*/ 451642 w 1025918"/>
              <a:gd name="connsiteY11" fmla="*/ 1069117 h 1069117"/>
              <a:gd name="connsiteX12" fmla="*/ 442812 w 1025918"/>
              <a:gd name="connsiteY12" fmla="*/ 1068974 h 1069117"/>
              <a:gd name="connsiteX13" fmla="*/ 660021 w 1025918"/>
              <a:gd name="connsiteY13" fmla="*/ 951513 h 1069117"/>
              <a:gd name="connsiteX14" fmla="*/ 686537 w 1025918"/>
              <a:gd name="connsiteY14" fmla="*/ 1036280 h 1069117"/>
              <a:gd name="connsiteX15" fmla="*/ 665973 w 1025918"/>
              <a:gd name="connsiteY15" fmla="*/ 1042345 h 1069117"/>
              <a:gd name="connsiteX16" fmla="*/ 655112 w 1025918"/>
              <a:gd name="connsiteY16" fmla="*/ 1007028 h 1069117"/>
              <a:gd name="connsiteX17" fmla="*/ 616043 w 1025918"/>
              <a:gd name="connsiteY17" fmla="*/ 1018509 h 1069117"/>
              <a:gd name="connsiteX18" fmla="*/ 626086 w 1025918"/>
              <a:gd name="connsiteY18" fmla="*/ 1054052 h 1069117"/>
              <a:gd name="connsiteX19" fmla="*/ 605408 w 1025918"/>
              <a:gd name="connsiteY19" fmla="*/ 1060145 h 1069117"/>
              <a:gd name="connsiteX20" fmla="*/ 581713 w 1025918"/>
              <a:gd name="connsiteY20" fmla="*/ 974559 h 1069117"/>
              <a:gd name="connsiteX21" fmla="*/ 601939 w 1025918"/>
              <a:gd name="connsiteY21" fmla="*/ 968607 h 1069117"/>
              <a:gd name="connsiteX22" fmla="*/ 611304 w 1025918"/>
              <a:gd name="connsiteY22" fmla="*/ 1001668 h 1069117"/>
              <a:gd name="connsiteX23" fmla="*/ 650006 w 1025918"/>
              <a:gd name="connsiteY23" fmla="*/ 990300 h 1069117"/>
              <a:gd name="connsiteX24" fmla="*/ 639908 w 1025918"/>
              <a:gd name="connsiteY24" fmla="*/ 957437 h 1069117"/>
              <a:gd name="connsiteX25" fmla="*/ 330880 w 1025918"/>
              <a:gd name="connsiteY25" fmla="*/ 950864 h 1069117"/>
              <a:gd name="connsiteX26" fmla="*/ 394886 w 1025918"/>
              <a:gd name="connsiteY26" fmla="*/ 971005 h 1069117"/>
              <a:gd name="connsiteX27" fmla="*/ 389610 w 1025918"/>
              <a:gd name="connsiteY27" fmla="*/ 987818 h 1069117"/>
              <a:gd name="connsiteX28" fmla="*/ 345802 w 1025918"/>
              <a:gd name="connsiteY28" fmla="*/ 974023 h 1069117"/>
              <a:gd name="connsiteX29" fmla="*/ 340640 w 1025918"/>
              <a:gd name="connsiteY29" fmla="*/ 990469 h 1069117"/>
              <a:gd name="connsiteX30" fmla="*/ 377171 w 1025918"/>
              <a:gd name="connsiteY30" fmla="*/ 1001978 h 1069117"/>
              <a:gd name="connsiteX31" fmla="*/ 371895 w 1025918"/>
              <a:gd name="connsiteY31" fmla="*/ 1018791 h 1069117"/>
              <a:gd name="connsiteX32" fmla="*/ 335337 w 1025918"/>
              <a:gd name="connsiteY32" fmla="*/ 1007310 h 1069117"/>
              <a:gd name="connsiteX33" fmla="*/ 329752 w 1025918"/>
              <a:gd name="connsiteY33" fmla="*/ 1025081 h 1069117"/>
              <a:gd name="connsiteX34" fmla="*/ 373560 w 1025918"/>
              <a:gd name="connsiteY34" fmla="*/ 1038875 h 1069117"/>
              <a:gd name="connsiteX35" fmla="*/ 368257 w 1025918"/>
              <a:gd name="connsiteY35" fmla="*/ 1055716 h 1069117"/>
              <a:gd name="connsiteX36" fmla="*/ 304251 w 1025918"/>
              <a:gd name="connsiteY36" fmla="*/ 1035575 h 1069117"/>
              <a:gd name="connsiteX37" fmla="*/ 215252 w 1025918"/>
              <a:gd name="connsiteY37" fmla="*/ 947959 h 1069117"/>
              <a:gd name="connsiteX38" fmla="*/ 203235 w 1025918"/>
              <a:gd name="connsiteY38" fmla="*/ 965561 h 1069117"/>
              <a:gd name="connsiteX39" fmla="*/ 219145 w 1025918"/>
              <a:gd name="connsiteY39" fmla="*/ 976421 h 1069117"/>
              <a:gd name="connsiteX40" fmla="*/ 236719 w 1025918"/>
              <a:gd name="connsiteY40" fmla="*/ 975208 h 1069117"/>
              <a:gd name="connsiteX41" fmla="*/ 231162 w 1025918"/>
              <a:gd name="connsiteY41" fmla="*/ 958819 h 1069117"/>
              <a:gd name="connsiteX42" fmla="*/ 743180 w 1025918"/>
              <a:gd name="connsiteY42" fmla="*/ 930779 h 1069117"/>
              <a:gd name="connsiteX43" fmla="*/ 748455 w 1025918"/>
              <a:gd name="connsiteY43" fmla="*/ 966125 h 1069117"/>
              <a:gd name="connsiteX44" fmla="*/ 772884 w 1025918"/>
              <a:gd name="connsiteY44" fmla="*/ 950892 h 1069117"/>
              <a:gd name="connsiteX45" fmla="*/ 235252 w 1025918"/>
              <a:gd name="connsiteY45" fmla="*/ 918593 h 1069117"/>
              <a:gd name="connsiteX46" fmla="*/ 224025 w 1025918"/>
              <a:gd name="connsiteY46" fmla="*/ 935067 h 1069117"/>
              <a:gd name="connsiteX47" fmla="*/ 235449 w 1025918"/>
              <a:gd name="connsiteY47" fmla="*/ 942853 h 1069117"/>
              <a:gd name="connsiteX48" fmla="*/ 252318 w 1025918"/>
              <a:gd name="connsiteY48" fmla="*/ 941753 h 1069117"/>
              <a:gd name="connsiteX49" fmla="*/ 246676 w 1025918"/>
              <a:gd name="connsiteY49" fmla="*/ 926379 h 1069117"/>
              <a:gd name="connsiteX50" fmla="*/ 741911 w 1025918"/>
              <a:gd name="connsiteY50" fmla="*/ 907225 h 1069117"/>
              <a:gd name="connsiteX51" fmla="*/ 823181 w 1025918"/>
              <a:gd name="connsiteY51" fmla="*/ 959467 h 1069117"/>
              <a:gd name="connsiteX52" fmla="*/ 805240 w 1025918"/>
              <a:gd name="connsiteY52" fmla="*/ 972782 h 1069117"/>
              <a:gd name="connsiteX53" fmla="*/ 788907 w 1025918"/>
              <a:gd name="connsiteY53" fmla="*/ 961725 h 1069117"/>
              <a:gd name="connsiteX54" fmla="*/ 751305 w 1025918"/>
              <a:gd name="connsiteY54" fmla="*/ 985166 h 1069117"/>
              <a:gd name="connsiteX55" fmla="*/ 754238 w 1025918"/>
              <a:gd name="connsiteY55" fmla="*/ 1004884 h 1069117"/>
              <a:gd name="connsiteX56" fmla="*/ 735113 w 1025918"/>
              <a:gd name="connsiteY56" fmla="*/ 1014898 h 1069117"/>
              <a:gd name="connsiteX57" fmla="*/ 723011 w 1025918"/>
              <a:gd name="connsiteY57" fmla="*/ 919129 h 1069117"/>
              <a:gd name="connsiteX58" fmla="*/ 226761 w 1025918"/>
              <a:gd name="connsiteY58" fmla="*/ 893459 h 1069117"/>
              <a:gd name="connsiteX59" fmla="*/ 255788 w 1025918"/>
              <a:gd name="connsiteY59" fmla="*/ 913261 h 1069117"/>
              <a:gd name="connsiteX60" fmla="*/ 271359 w 1025918"/>
              <a:gd name="connsiteY60" fmla="*/ 951202 h 1069117"/>
              <a:gd name="connsiteX61" fmla="*/ 250992 w 1025918"/>
              <a:gd name="connsiteY61" fmla="*/ 959891 h 1069117"/>
              <a:gd name="connsiteX62" fmla="*/ 253672 w 1025918"/>
              <a:gd name="connsiteY62" fmla="*/ 987676 h 1069117"/>
              <a:gd name="connsiteX63" fmla="*/ 210231 w 1025918"/>
              <a:gd name="connsiteY63" fmla="*/ 989679 h 1069117"/>
              <a:gd name="connsiteX64" fmla="*/ 176690 w 1025918"/>
              <a:gd name="connsiteY64" fmla="*/ 966802 h 1069117"/>
              <a:gd name="connsiteX65" fmla="*/ 154377 w 1025918"/>
              <a:gd name="connsiteY65" fmla="*/ 860426 h 1069117"/>
              <a:gd name="connsiteX66" fmla="*/ 98467 w 1025918"/>
              <a:gd name="connsiteY66" fmla="*/ 866181 h 1069117"/>
              <a:gd name="connsiteX67" fmla="*/ 100639 w 1025918"/>
              <a:gd name="connsiteY67" fmla="*/ 871343 h 1069117"/>
              <a:gd name="connsiteX68" fmla="*/ 139398 w 1025918"/>
              <a:gd name="connsiteY68" fmla="*/ 882627 h 1069117"/>
              <a:gd name="connsiteX69" fmla="*/ 154377 w 1025918"/>
              <a:gd name="connsiteY69" fmla="*/ 860426 h 1069117"/>
              <a:gd name="connsiteX70" fmla="*/ 134190 w 1025918"/>
              <a:gd name="connsiteY70" fmla="*/ 830197 h 1069117"/>
              <a:gd name="connsiteX71" fmla="*/ 112233 w 1025918"/>
              <a:gd name="connsiteY71" fmla="*/ 832556 h 1069117"/>
              <a:gd name="connsiteX72" fmla="*/ 97311 w 1025918"/>
              <a:gd name="connsiteY72" fmla="*/ 854390 h 1069117"/>
              <a:gd name="connsiteX73" fmla="*/ 153023 w 1025918"/>
              <a:gd name="connsiteY73" fmla="*/ 848607 h 1069117"/>
              <a:gd name="connsiteX74" fmla="*/ 151048 w 1025918"/>
              <a:gd name="connsiteY74" fmla="*/ 843980 h 1069117"/>
              <a:gd name="connsiteX75" fmla="*/ 134190 w 1025918"/>
              <a:gd name="connsiteY75" fmla="*/ 830197 h 1069117"/>
              <a:gd name="connsiteX76" fmla="*/ 495084 w 1025918"/>
              <a:gd name="connsiteY76" fmla="*/ 812076 h 1069117"/>
              <a:gd name="connsiteX77" fmla="*/ 584844 w 1025918"/>
              <a:gd name="connsiteY77" fmla="*/ 836562 h 1069117"/>
              <a:gd name="connsiteX78" fmla="*/ 495084 w 1025918"/>
              <a:gd name="connsiteY78" fmla="*/ 849425 h 1069117"/>
              <a:gd name="connsiteX79" fmla="*/ 405323 w 1025918"/>
              <a:gd name="connsiteY79" fmla="*/ 836562 h 1069117"/>
              <a:gd name="connsiteX80" fmla="*/ 495084 w 1025918"/>
              <a:gd name="connsiteY80" fmla="*/ 812076 h 1069117"/>
              <a:gd name="connsiteX81" fmla="*/ 121238 w 1025918"/>
              <a:gd name="connsiteY81" fmla="*/ 808619 h 1069117"/>
              <a:gd name="connsiteX82" fmla="*/ 168086 w 1025918"/>
              <a:gd name="connsiteY82" fmla="*/ 834756 h 1069117"/>
              <a:gd name="connsiteX83" fmla="*/ 172769 w 1025918"/>
              <a:gd name="connsiteY83" fmla="*/ 846576 h 1069117"/>
              <a:gd name="connsiteX84" fmla="*/ 185209 w 1025918"/>
              <a:gd name="connsiteY84" fmla="*/ 845278 h 1069117"/>
              <a:gd name="connsiteX85" fmla="*/ 186479 w 1025918"/>
              <a:gd name="connsiteY85" fmla="*/ 857126 h 1069117"/>
              <a:gd name="connsiteX86" fmla="*/ 174377 w 1025918"/>
              <a:gd name="connsiteY86" fmla="*/ 858395 h 1069117"/>
              <a:gd name="connsiteX87" fmla="*/ 149299 w 1025918"/>
              <a:gd name="connsiteY87" fmla="*/ 900962 h 1069117"/>
              <a:gd name="connsiteX88" fmla="*/ 83573 w 1025918"/>
              <a:gd name="connsiteY88" fmla="*/ 880596 h 1069117"/>
              <a:gd name="connsiteX89" fmla="*/ 78777 w 1025918"/>
              <a:gd name="connsiteY89" fmla="*/ 868240 h 1069117"/>
              <a:gd name="connsiteX90" fmla="*/ 66168 w 1025918"/>
              <a:gd name="connsiteY90" fmla="*/ 869538 h 1069117"/>
              <a:gd name="connsiteX91" fmla="*/ 64532 w 1025918"/>
              <a:gd name="connsiteY91" fmla="*/ 857831 h 1069117"/>
              <a:gd name="connsiteX92" fmla="*/ 77282 w 1025918"/>
              <a:gd name="connsiteY92" fmla="*/ 856505 h 1069117"/>
              <a:gd name="connsiteX93" fmla="*/ 102360 w 1025918"/>
              <a:gd name="connsiteY93" fmla="*/ 814418 h 1069117"/>
              <a:gd name="connsiteX94" fmla="*/ 121238 w 1025918"/>
              <a:gd name="connsiteY94" fmla="*/ 808619 h 1069117"/>
              <a:gd name="connsiteX95" fmla="*/ 852320 w 1025918"/>
              <a:gd name="connsiteY95" fmla="*/ 803360 h 1069117"/>
              <a:gd name="connsiteX96" fmla="*/ 893167 w 1025918"/>
              <a:gd name="connsiteY96" fmla="*/ 894615 h 1069117"/>
              <a:gd name="connsiteX97" fmla="*/ 877850 w 1025918"/>
              <a:gd name="connsiteY97" fmla="*/ 910864 h 1069117"/>
              <a:gd name="connsiteX98" fmla="*/ 784422 w 1025918"/>
              <a:gd name="connsiteY98" fmla="*/ 875405 h 1069117"/>
              <a:gd name="connsiteX99" fmla="*/ 801488 w 1025918"/>
              <a:gd name="connsiteY99" fmla="*/ 860116 h 1069117"/>
              <a:gd name="connsiteX100" fmla="*/ 867440 w 1025918"/>
              <a:gd name="connsiteY100" fmla="*/ 885702 h 1069117"/>
              <a:gd name="connsiteX101" fmla="*/ 838301 w 1025918"/>
              <a:gd name="connsiteY101" fmla="*/ 821075 h 1069117"/>
              <a:gd name="connsiteX102" fmla="*/ 495055 w 1025918"/>
              <a:gd name="connsiteY102" fmla="*/ 739185 h 1069117"/>
              <a:gd name="connsiteX103" fmla="*/ 559851 w 1025918"/>
              <a:gd name="connsiteY103" fmla="*/ 758395 h 1069117"/>
              <a:gd name="connsiteX104" fmla="*/ 611502 w 1025918"/>
              <a:gd name="connsiteY104" fmla="*/ 771597 h 1069117"/>
              <a:gd name="connsiteX105" fmla="*/ 663293 w 1025918"/>
              <a:gd name="connsiteY105" fmla="*/ 759128 h 1069117"/>
              <a:gd name="connsiteX106" fmla="*/ 733025 w 1025918"/>
              <a:gd name="connsiteY106" fmla="*/ 740624 h 1069117"/>
              <a:gd name="connsiteX107" fmla="*/ 610599 w 1025918"/>
              <a:gd name="connsiteY107" fmla="*/ 805955 h 1069117"/>
              <a:gd name="connsiteX108" fmla="*/ 546367 w 1025918"/>
              <a:gd name="connsiteY108" fmla="*/ 791117 h 1069117"/>
              <a:gd name="connsiteX109" fmla="*/ 495055 w 1025918"/>
              <a:gd name="connsiteY109" fmla="*/ 774530 h 1069117"/>
              <a:gd name="connsiteX110" fmla="*/ 443743 w 1025918"/>
              <a:gd name="connsiteY110" fmla="*/ 791117 h 1069117"/>
              <a:gd name="connsiteX111" fmla="*/ 379512 w 1025918"/>
              <a:gd name="connsiteY111" fmla="*/ 805955 h 1069117"/>
              <a:gd name="connsiteX112" fmla="*/ 257085 w 1025918"/>
              <a:gd name="connsiteY112" fmla="*/ 740624 h 1069117"/>
              <a:gd name="connsiteX113" fmla="*/ 326818 w 1025918"/>
              <a:gd name="connsiteY113" fmla="*/ 759128 h 1069117"/>
              <a:gd name="connsiteX114" fmla="*/ 378609 w 1025918"/>
              <a:gd name="connsiteY114" fmla="*/ 771597 h 1069117"/>
              <a:gd name="connsiteX115" fmla="*/ 430259 w 1025918"/>
              <a:gd name="connsiteY115" fmla="*/ 758395 h 1069117"/>
              <a:gd name="connsiteX116" fmla="*/ 495055 w 1025918"/>
              <a:gd name="connsiteY116" fmla="*/ 739185 h 1069117"/>
              <a:gd name="connsiteX117" fmla="*/ 911192 w 1025918"/>
              <a:gd name="connsiteY117" fmla="*/ 698028 h 1069117"/>
              <a:gd name="connsiteX118" fmla="*/ 991136 w 1025918"/>
              <a:gd name="connsiteY118" fmla="*/ 736674 h 1069117"/>
              <a:gd name="connsiteX119" fmla="*/ 981884 w 1025918"/>
              <a:gd name="connsiteY119" fmla="*/ 755066 h 1069117"/>
              <a:gd name="connsiteX120" fmla="*/ 979937 w 1025918"/>
              <a:gd name="connsiteY120" fmla="*/ 754136 h 1069117"/>
              <a:gd name="connsiteX121" fmla="*/ 967892 w 1025918"/>
              <a:gd name="connsiteY121" fmla="*/ 753938 h 1069117"/>
              <a:gd name="connsiteX122" fmla="*/ 907497 w 1025918"/>
              <a:gd name="connsiteY122" fmla="*/ 768381 h 1069117"/>
              <a:gd name="connsiteX123" fmla="*/ 961348 w 1025918"/>
              <a:gd name="connsiteY123" fmla="*/ 795969 h 1069117"/>
              <a:gd name="connsiteX124" fmla="*/ 951926 w 1025918"/>
              <a:gd name="connsiteY124" fmla="*/ 814672 h 1069117"/>
              <a:gd name="connsiteX125" fmla="*/ 873167 w 1025918"/>
              <a:gd name="connsiteY125" fmla="*/ 773402 h 1069117"/>
              <a:gd name="connsiteX126" fmla="*/ 881771 w 1025918"/>
              <a:gd name="connsiteY126" fmla="*/ 756449 h 1069117"/>
              <a:gd name="connsiteX127" fmla="*/ 950459 w 1025918"/>
              <a:gd name="connsiteY127" fmla="*/ 739777 h 1069117"/>
              <a:gd name="connsiteX128" fmla="*/ 901855 w 1025918"/>
              <a:gd name="connsiteY128" fmla="*/ 716505 h 1069117"/>
              <a:gd name="connsiteX129" fmla="*/ 79059 w 1025918"/>
              <a:gd name="connsiteY129" fmla="*/ 698028 h 1069117"/>
              <a:gd name="connsiteX130" fmla="*/ 88256 w 1025918"/>
              <a:gd name="connsiteY130" fmla="*/ 717097 h 1069117"/>
              <a:gd name="connsiteX131" fmla="*/ 57395 w 1025918"/>
              <a:gd name="connsiteY131" fmla="*/ 731963 h 1069117"/>
              <a:gd name="connsiteX132" fmla="*/ 102529 w 1025918"/>
              <a:gd name="connsiteY132" fmla="*/ 746688 h 1069117"/>
              <a:gd name="connsiteX133" fmla="*/ 112289 w 1025918"/>
              <a:gd name="connsiteY133" fmla="*/ 766914 h 1069117"/>
              <a:gd name="connsiteX134" fmla="*/ 59285 w 1025918"/>
              <a:gd name="connsiteY134" fmla="*/ 751907 h 1069117"/>
              <a:gd name="connsiteX135" fmla="*/ 34179 w 1025918"/>
              <a:gd name="connsiteY135" fmla="*/ 809368 h 1069117"/>
              <a:gd name="connsiteX136" fmla="*/ 22726 w 1025918"/>
              <a:gd name="connsiteY136" fmla="*/ 785617 h 1069117"/>
              <a:gd name="connsiteX137" fmla="*/ 43601 w 1025918"/>
              <a:gd name="connsiteY137" fmla="*/ 738649 h 1069117"/>
              <a:gd name="connsiteX138" fmla="*/ 8283 w 1025918"/>
              <a:gd name="connsiteY138" fmla="*/ 755687 h 1069117"/>
              <a:gd name="connsiteX139" fmla="*/ 0 w 1025918"/>
              <a:gd name="connsiteY139" fmla="*/ 738563 h 1069117"/>
              <a:gd name="connsiteX140" fmla="*/ 0 w 1025918"/>
              <a:gd name="connsiteY140" fmla="*/ 736164 h 1069117"/>
              <a:gd name="connsiteX141" fmla="*/ 258750 w 1025918"/>
              <a:gd name="connsiteY141" fmla="*/ 664995 h 1069117"/>
              <a:gd name="connsiteX142" fmla="*/ 326000 w 1025918"/>
              <a:gd name="connsiteY142" fmla="*/ 686801 h 1069117"/>
              <a:gd name="connsiteX143" fmla="*/ 377142 w 1025918"/>
              <a:gd name="connsiteY143" fmla="*/ 701977 h 1069117"/>
              <a:gd name="connsiteX144" fmla="*/ 428313 w 1025918"/>
              <a:gd name="connsiteY144" fmla="*/ 686801 h 1069117"/>
              <a:gd name="connsiteX145" fmla="*/ 495084 w 1025918"/>
              <a:gd name="connsiteY145" fmla="*/ 668268 h 1069117"/>
              <a:gd name="connsiteX146" fmla="*/ 561854 w 1025918"/>
              <a:gd name="connsiteY146" fmla="*/ 686801 h 1069117"/>
              <a:gd name="connsiteX147" fmla="*/ 613025 w 1025918"/>
              <a:gd name="connsiteY147" fmla="*/ 701977 h 1069117"/>
              <a:gd name="connsiteX148" fmla="*/ 664167 w 1025918"/>
              <a:gd name="connsiteY148" fmla="*/ 686801 h 1069117"/>
              <a:gd name="connsiteX149" fmla="*/ 731417 w 1025918"/>
              <a:gd name="connsiteY149" fmla="*/ 664995 h 1069117"/>
              <a:gd name="connsiteX150" fmla="*/ 778413 w 1025918"/>
              <a:gd name="connsiteY150" fmla="*/ 671737 h 1069117"/>
              <a:gd name="connsiteX151" fmla="*/ 760049 w 1025918"/>
              <a:gd name="connsiteY151" fmla="*/ 703698 h 1069117"/>
              <a:gd name="connsiteX152" fmla="*/ 731445 w 1025918"/>
              <a:gd name="connsiteY152" fmla="*/ 700934 h 1069117"/>
              <a:gd name="connsiteX153" fmla="*/ 678610 w 1025918"/>
              <a:gd name="connsiteY153" fmla="*/ 716082 h 1069117"/>
              <a:gd name="connsiteX154" fmla="*/ 616043 w 1025918"/>
              <a:gd name="connsiteY154" fmla="*/ 736759 h 1069117"/>
              <a:gd name="connsiteX155" fmla="*/ 548060 w 1025918"/>
              <a:gd name="connsiteY155" fmla="*/ 717097 h 1069117"/>
              <a:gd name="connsiteX156" fmla="*/ 495084 w 1025918"/>
              <a:gd name="connsiteY156" fmla="*/ 702739 h 1069117"/>
              <a:gd name="connsiteX157" fmla="*/ 442107 w 1025918"/>
              <a:gd name="connsiteY157" fmla="*/ 717097 h 1069117"/>
              <a:gd name="connsiteX158" fmla="*/ 374124 w 1025918"/>
              <a:gd name="connsiteY158" fmla="*/ 736759 h 1069117"/>
              <a:gd name="connsiteX159" fmla="*/ 311557 w 1025918"/>
              <a:gd name="connsiteY159" fmla="*/ 716082 h 1069117"/>
              <a:gd name="connsiteX160" fmla="*/ 258721 w 1025918"/>
              <a:gd name="connsiteY160" fmla="*/ 700934 h 1069117"/>
              <a:gd name="connsiteX161" fmla="*/ 230118 w 1025918"/>
              <a:gd name="connsiteY161" fmla="*/ 703698 h 1069117"/>
              <a:gd name="connsiteX162" fmla="*/ 211754 w 1025918"/>
              <a:gd name="connsiteY162" fmla="*/ 671737 h 1069117"/>
              <a:gd name="connsiteX163" fmla="*/ 258750 w 1025918"/>
              <a:gd name="connsiteY163" fmla="*/ 664995 h 1069117"/>
              <a:gd name="connsiteX164" fmla="*/ 949867 w 1025918"/>
              <a:gd name="connsiteY164" fmla="*/ 589283 h 1069117"/>
              <a:gd name="connsiteX165" fmla="*/ 959317 w 1025918"/>
              <a:gd name="connsiteY165" fmla="*/ 606265 h 1069117"/>
              <a:gd name="connsiteX166" fmla="*/ 946482 w 1025918"/>
              <a:gd name="connsiteY166" fmla="*/ 624685 h 1069117"/>
              <a:gd name="connsiteX167" fmla="*/ 951841 w 1025918"/>
              <a:gd name="connsiteY167" fmla="*/ 639467 h 1069117"/>
              <a:gd name="connsiteX168" fmla="*/ 966228 w 1025918"/>
              <a:gd name="connsiteY168" fmla="*/ 624826 h 1069117"/>
              <a:gd name="connsiteX169" fmla="*/ 1001404 w 1025918"/>
              <a:gd name="connsiteY169" fmla="*/ 597548 h 1069117"/>
              <a:gd name="connsiteX170" fmla="*/ 1023435 w 1025918"/>
              <a:gd name="connsiteY170" fmla="*/ 638508 h 1069117"/>
              <a:gd name="connsiteX171" fmla="*/ 998753 w 1025918"/>
              <a:gd name="connsiteY171" fmla="*/ 673317 h 1069117"/>
              <a:gd name="connsiteX172" fmla="*/ 988879 w 1025918"/>
              <a:gd name="connsiteY172" fmla="*/ 655856 h 1069117"/>
              <a:gd name="connsiteX173" fmla="*/ 1006059 w 1025918"/>
              <a:gd name="connsiteY173" fmla="*/ 634417 h 1069117"/>
              <a:gd name="connsiteX174" fmla="*/ 999091 w 1025918"/>
              <a:gd name="connsiteY174" fmla="*/ 618028 h 1069117"/>
              <a:gd name="connsiteX175" fmla="*/ 983548 w 1025918"/>
              <a:gd name="connsiteY175" fmla="*/ 633543 h 1069117"/>
              <a:gd name="connsiteX176" fmla="*/ 949387 w 1025918"/>
              <a:gd name="connsiteY176" fmla="*/ 659805 h 1069117"/>
              <a:gd name="connsiteX177" fmla="*/ 929302 w 1025918"/>
              <a:gd name="connsiteY177" fmla="*/ 620651 h 1069117"/>
              <a:gd name="connsiteX178" fmla="*/ 949867 w 1025918"/>
              <a:gd name="connsiteY178" fmla="*/ 589283 h 1069117"/>
              <a:gd name="connsiteX179" fmla="*/ 424195 w 1025918"/>
              <a:gd name="connsiteY179" fmla="*/ 455094 h 1069117"/>
              <a:gd name="connsiteX180" fmla="*/ 565972 w 1025918"/>
              <a:gd name="connsiteY180" fmla="*/ 455094 h 1069117"/>
              <a:gd name="connsiteX181" fmla="*/ 565916 w 1025918"/>
              <a:gd name="connsiteY181" fmla="*/ 476504 h 1069117"/>
              <a:gd name="connsiteX182" fmla="*/ 557087 w 1025918"/>
              <a:gd name="connsiteY182" fmla="*/ 490242 h 1069117"/>
              <a:gd name="connsiteX183" fmla="*/ 569442 w 1025918"/>
              <a:gd name="connsiteY183" fmla="*/ 643867 h 1069117"/>
              <a:gd name="connsiteX184" fmla="*/ 520077 w 1025918"/>
              <a:gd name="connsiteY184" fmla="*/ 643867 h 1069117"/>
              <a:gd name="connsiteX185" fmla="*/ 516353 w 1025918"/>
              <a:gd name="connsiteY185" fmla="*/ 590552 h 1069117"/>
              <a:gd name="connsiteX186" fmla="*/ 495055 w 1025918"/>
              <a:gd name="connsiteY186" fmla="*/ 569226 h 1069117"/>
              <a:gd name="connsiteX187" fmla="*/ 473758 w 1025918"/>
              <a:gd name="connsiteY187" fmla="*/ 590552 h 1069117"/>
              <a:gd name="connsiteX188" fmla="*/ 470034 w 1025918"/>
              <a:gd name="connsiteY188" fmla="*/ 643867 h 1069117"/>
              <a:gd name="connsiteX189" fmla="*/ 420669 w 1025918"/>
              <a:gd name="connsiteY189" fmla="*/ 643867 h 1069117"/>
              <a:gd name="connsiteX190" fmla="*/ 433024 w 1025918"/>
              <a:gd name="connsiteY190" fmla="*/ 490242 h 1069117"/>
              <a:gd name="connsiteX191" fmla="*/ 424195 w 1025918"/>
              <a:gd name="connsiteY191" fmla="*/ 476504 h 1069117"/>
              <a:gd name="connsiteX192" fmla="*/ 624534 w 1025918"/>
              <a:gd name="connsiteY192" fmla="*/ 425136 h 1069117"/>
              <a:gd name="connsiteX193" fmla="*/ 639992 w 1025918"/>
              <a:gd name="connsiteY193" fmla="*/ 425136 h 1069117"/>
              <a:gd name="connsiteX194" fmla="*/ 641995 w 1025918"/>
              <a:gd name="connsiteY194" fmla="*/ 441186 h 1069117"/>
              <a:gd name="connsiteX195" fmla="*/ 656946 w 1025918"/>
              <a:gd name="connsiteY195" fmla="*/ 441186 h 1069117"/>
              <a:gd name="connsiteX196" fmla="*/ 659146 w 1025918"/>
              <a:gd name="connsiteY196" fmla="*/ 425136 h 1069117"/>
              <a:gd name="connsiteX197" fmla="*/ 667694 w 1025918"/>
              <a:gd name="connsiteY197" fmla="*/ 425136 h 1069117"/>
              <a:gd name="connsiteX198" fmla="*/ 676213 w 1025918"/>
              <a:gd name="connsiteY198" fmla="*/ 425136 h 1069117"/>
              <a:gd name="connsiteX199" fmla="*/ 678413 w 1025918"/>
              <a:gd name="connsiteY199" fmla="*/ 441186 h 1069117"/>
              <a:gd name="connsiteX200" fmla="*/ 693363 w 1025918"/>
              <a:gd name="connsiteY200" fmla="*/ 441186 h 1069117"/>
              <a:gd name="connsiteX201" fmla="*/ 695366 w 1025918"/>
              <a:gd name="connsiteY201" fmla="*/ 425136 h 1069117"/>
              <a:gd name="connsiteX202" fmla="*/ 710825 w 1025918"/>
              <a:gd name="connsiteY202" fmla="*/ 425136 h 1069117"/>
              <a:gd name="connsiteX203" fmla="*/ 708709 w 1025918"/>
              <a:gd name="connsiteY203" fmla="*/ 447787 h 1069117"/>
              <a:gd name="connsiteX204" fmla="*/ 698131 w 1025918"/>
              <a:gd name="connsiteY204" fmla="*/ 456363 h 1069117"/>
              <a:gd name="connsiteX205" fmla="*/ 698723 w 1025918"/>
              <a:gd name="connsiteY205" fmla="*/ 467364 h 1069117"/>
              <a:gd name="connsiteX206" fmla="*/ 698808 w 1025918"/>
              <a:gd name="connsiteY206" fmla="*/ 467364 h 1069117"/>
              <a:gd name="connsiteX207" fmla="*/ 709781 w 1025918"/>
              <a:gd name="connsiteY207" fmla="*/ 481074 h 1069117"/>
              <a:gd name="connsiteX208" fmla="*/ 709781 w 1025918"/>
              <a:gd name="connsiteY208" fmla="*/ 493683 h 1069117"/>
              <a:gd name="connsiteX209" fmla="*/ 701234 w 1025918"/>
              <a:gd name="connsiteY209" fmla="*/ 493683 h 1069117"/>
              <a:gd name="connsiteX210" fmla="*/ 722786 w 1025918"/>
              <a:gd name="connsiteY210" fmla="*/ 643895 h 1069117"/>
              <a:gd name="connsiteX211" fmla="*/ 667694 w 1025918"/>
              <a:gd name="connsiteY211" fmla="*/ 643895 h 1069117"/>
              <a:gd name="connsiteX212" fmla="*/ 612602 w 1025918"/>
              <a:gd name="connsiteY212" fmla="*/ 643895 h 1069117"/>
              <a:gd name="connsiteX213" fmla="*/ 634097 w 1025918"/>
              <a:gd name="connsiteY213" fmla="*/ 493683 h 1069117"/>
              <a:gd name="connsiteX214" fmla="*/ 625549 w 1025918"/>
              <a:gd name="connsiteY214" fmla="*/ 493683 h 1069117"/>
              <a:gd name="connsiteX215" fmla="*/ 625549 w 1025918"/>
              <a:gd name="connsiteY215" fmla="*/ 481074 h 1069117"/>
              <a:gd name="connsiteX216" fmla="*/ 636551 w 1025918"/>
              <a:gd name="connsiteY216" fmla="*/ 467364 h 1069117"/>
              <a:gd name="connsiteX217" fmla="*/ 636607 w 1025918"/>
              <a:gd name="connsiteY217" fmla="*/ 467364 h 1069117"/>
              <a:gd name="connsiteX218" fmla="*/ 637228 w 1025918"/>
              <a:gd name="connsiteY218" fmla="*/ 456363 h 1069117"/>
              <a:gd name="connsiteX219" fmla="*/ 626650 w 1025918"/>
              <a:gd name="connsiteY219" fmla="*/ 447787 h 1069117"/>
              <a:gd name="connsiteX220" fmla="*/ 279370 w 1025918"/>
              <a:gd name="connsiteY220" fmla="*/ 425136 h 1069117"/>
              <a:gd name="connsiteX221" fmla="*/ 294829 w 1025918"/>
              <a:gd name="connsiteY221" fmla="*/ 425136 h 1069117"/>
              <a:gd name="connsiteX222" fmla="*/ 296832 w 1025918"/>
              <a:gd name="connsiteY222" fmla="*/ 441186 h 1069117"/>
              <a:gd name="connsiteX223" fmla="*/ 311782 w 1025918"/>
              <a:gd name="connsiteY223" fmla="*/ 441186 h 1069117"/>
              <a:gd name="connsiteX224" fmla="*/ 313983 w 1025918"/>
              <a:gd name="connsiteY224" fmla="*/ 425136 h 1069117"/>
              <a:gd name="connsiteX225" fmla="*/ 322502 w 1025918"/>
              <a:gd name="connsiteY225" fmla="*/ 425136 h 1069117"/>
              <a:gd name="connsiteX226" fmla="*/ 331049 w 1025918"/>
              <a:gd name="connsiteY226" fmla="*/ 425136 h 1069117"/>
              <a:gd name="connsiteX227" fmla="*/ 333249 w 1025918"/>
              <a:gd name="connsiteY227" fmla="*/ 441186 h 1069117"/>
              <a:gd name="connsiteX228" fmla="*/ 348200 w 1025918"/>
              <a:gd name="connsiteY228" fmla="*/ 441186 h 1069117"/>
              <a:gd name="connsiteX229" fmla="*/ 350203 w 1025918"/>
              <a:gd name="connsiteY229" fmla="*/ 425136 h 1069117"/>
              <a:gd name="connsiteX230" fmla="*/ 365661 w 1025918"/>
              <a:gd name="connsiteY230" fmla="*/ 425136 h 1069117"/>
              <a:gd name="connsiteX231" fmla="*/ 363546 w 1025918"/>
              <a:gd name="connsiteY231" fmla="*/ 447787 h 1069117"/>
              <a:gd name="connsiteX232" fmla="*/ 352967 w 1025918"/>
              <a:gd name="connsiteY232" fmla="*/ 456363 h 1069117"/>
              <a:gd name="connsiteX233" fmla="*/ 353588 w 1025918"/>
              <a:gd name="connsiteY233" fmla="*/ 467364 h 1069117"/>
              <a:gd name="connsiteX234" fmla="*/ 353644 w 1025918"/>
              <a:gd name="connsiteY234" fmla="*/ 467364 h 1069117"/>
              <a:gd name="connsiteX235" fmla="*/ 364646 w 1025918"/>
              <a:gd name="connsiteY235" fmla="*/ 481074 h 1069117"/>
              <a:gd name="connsiteX236" fmla="*/ 364646 w 1025918"/>
              <a:gd name="connsiteY236" fmla="*/ 493683 h 1069117"/>
              <a:gd name="connsiteX237" fmla="*/ 356098 w 1025918"/>
              <a:gd name="connsiteY237" fmla="*/ 493683 h 1069117"/>
              <a:gd name="connsiteX238" fmla="*/ 377566 w 1025918"/>
              <a:gd name="connsiteY238" fmla="*/ 643895 h 1069117"/>
              <a:gd name="connsiteX239" fmla="*/ 322474 w 1025918"/>
              <a:gd name="connsiteY239" fmla="*/ 643895 h 1069117"/>
              <a:gd name="connsiteX240" fmla="*/ 267410 w 1025918"/>
              <a:gd name="connsiteY240" fmla="*/ 643895 h 1069117"/>
              <a:gd name="connsiteX241" fmla="*/ 288905 w 1025918"/>
              <a:gd name="connsiteY241" fmla="*/ 493683 h 1069117"/>
              <a:gd name="connsiteX242" fmla="*/ 280358 w 1025918"/>
              <a:gd name="connsiteY242" fmla="*/ 493683 h 1069117"/>
              <a:gd name="connsiteX243" fmla="*/ 280358 w 1025918"/>
              <a:gd name="connsiteY243" fmla="*/ 481074 h 1069117"/>
              <a:gd name="connsiteX244" fmla="*/ 291359 w 1025918"/>
              <a:gd name="connsiteY244" fmla="*/ 467364 h 1069117"/>
              <a:gd name="connsiteX245" fmla="*/ 291416 w 1025918"/>
              <a:gd name="connsiteY245" fmla="*/ 467364 h 1069117"/>
              <a:gd name="connsiteX246" fmla="*/ 292036 w 1025918"/>
              <a:gd name="connsiteY246" fmla="*/ 456363 h 1069117"/>
              <a:gd name="connsiteX247" fmla="*/ 281458 w 1025918"/>
              <a:gd name="connsiteY247" fmla="*/ 447787 h 1069117"/>
              <a:gd name="connsiteX248" fmla="*/ 1008795 w 1025918"/>
              <a:gd name="connsiteY248" fmla="*/ 375686 h 1069117"/>
              <a:gd name="connsiteX249" fmla="*/ 1014380 w 1025918"/>
              <a:gd name="connsiteY249" fmla="*/ 401468 h 1069117"/>
              <a:gd name="connsiteX250" fmla="*/ 983125 w 1025918"/>
              <a:gd name="connsiteY250" fmla="*/ 442258 h 1069117"/>
              <a:gd name="connsiteX251" fmla="*/ 1021433 w 1025918"/>
              <a:gd name="connsiteY251" fmla="*/ 433937 h 1069117"/>
              <a:gd name="connsiteX252" fmla="*/ 1025918 w 1025918"/>
              <a:gd name="connsiteY252" fmla="*/ 454642 h 1069117"/>
              <a:gd name="connsiteX253" fmla="*/ 939147 w 1025918"/>
              <a:gd name="connsiteY253" fmla="*/ 473486 h 1069117"/>
              <a:gd name="connsiteX254" fmla="*/ 934662 w 1025918"/>
              <a:gd name="connsiteY254" fmla="*/ 452780 h 1069117"/>
              <a:gd name="connsiteX255" fmla="*/ 968146 w 1025918"/>
              <a:gd name="connsiteY255" fmla="*/ 445503 h 1069117"/>
              <a:gd name="connsiteX256" fmla="*/ 927695 w 1025918"/>
              <a:gd name="connsiteY256" fmla="*/ 420679 h 1069117"/>
              <a:gd name="connsiteX257" fmla="*/ 922927 w 1025918"/>
              <a:gd name="connsiteY257" fmla="*/ 398732 h 1069117"/>
              <a:gd name="connsiteX258" fmla="*/ 970967 w 1025918"/>
              <a:gd name="connsiteY258" fmla="*/ 425700 h 1069117"/>
              <a:gd name="connsiteX259" fmla="*/ 667637 w 1025918"/>
              <a:gd name="connsiteY259" fmla="*/ 368492 h 1069117"/>
              <a:gd name="connsiteX260" fmla="*/ 701996 w 1025918"/>
              <a:gd name="connsiteY260" fmla="*/ 402964 h 1069117"/>
              <a:gd name="connsiteX261" fmla="*/ 701996 w 1025918"/>
              <a:gd name="connsiteY261" fmla="*/ 410354 h 1069117"/>
              <a:gd name="connsiteX262" fmla="*/ 633279 w 1025918"/>
              <a:gd name="connsiteY262" fmla="*/ 410354 h 1069117"/>
              <a:gd name="connsiteX263" fmla="*/ 633279 w 1025918"/>
              <a:gd name="connsiteY263" fmla="*/ 402964 h 1069117"/>
              <a:gd name="connsiteX264" fmla="*/ 667637 w 1025918"/>
              <a:gd name="connsiteY264" fmla="*/ 368492 h 1069117"/>
              <a:gd name="connsiteX265" fmla="*/ 322530 w 1025918"/>
              <a:gd name="connsiteY265" fmla="*/ 368492 h 1069117"/>
              <a:gd name="connsiteX266" fmla="*/ 356888 w 1025918"/>
              <a:gd name="connsiteY266" fmla="*/ 402964 h 1069117"/>
              <a:gd name="connsiteX267" fmla="*/ 356888 w 1025918"/>
              <a:gd name="connsiteY267" fmla="*/ 410354 h 1069117"/>
              <a:gd name="connsiteX268" fmla="*/ 288172 w 1025918"/>
              <a:gd name="connsiteY268" fmla="*/ 410354 h 1069117"/>
              <a:gd name="connsiteX269" fmla="*/ 288172 w 1025918"/>
              <a:gd name="connsiteY269" fmla="*/ 402964 h 1069117"/>
              <a:gd name="connsiteX270" fmla="*/ 322530 w 1025918"/>
              <a:gd name="connsiteY270" fmla="*/ 368492 h 1069117"/>
              <a:gd name="connsiteX271" fmla="*/ 430767 w 1025918"/>
              <a:gd name="connsiteY271" fmla="*/ 356673 h 1069117"/>
              <a:gd name="connsiteX272" fmla="*/ 454011 w 1025918"/>
              <a:gd name="connsiteY272" fmla="*/ 356673 h 1069117"/>
              <a:gd name="connsiteX273" fmla="*/ 456381 w 1025918"/>
              <a:gd name="connsiteY273" fmla="*/ 374501 h 1069117"/>
              <a:gd name="connsiteX274" fmla="*/ 476889 w 1025918"/>
              <a:gd name="connsiteY274" fmla="*/ 374501 h 1069117"/>
              <a:gd name="connsiteX275" fmla="*/ 479258 w 1025918"/>
              <a:gd name="connsiteY275" fmla="*/ 356673 h 1069117"/>
              <a:gd name="connsiteX276" fmla="*/ 510937 w 1025918"/>
              <a:gd name="connsiteY276" fmla="*/ 356673 h 1069117"/>
              <a:gd name="connsiteX277" fmla="*/ 513306 w 1025918"/>
              <a:gd name="connsiteY277" fmla="*/ 374501 h 1069117"/>
              <a:gd name="connsiteX278" fmla="*/ 533814 w 1025918"/>
              <a:gd name="connsiteY278" fmla="*/ 374501 h 1069117"/>
              <a:gd name="connsiteX279" fmla="*/ 536212 w 1025918"/>
              <a:gd name="connsiteY279" fmla="*/ 356673 h 1069117"/>
              <a:gd name="connsiteX280" fmla="*/ 559428 w 1025918"/>
              <a:gd name="connsiteY280" fmla="*/ 356673 h 1069117"/>
              <a:gd name="connsiteX281" fmla="*/ 557905 w 1025918"/>
              <a:gd name="connsiteY281" fmla="*/ 385079 h 1069117"/>
              <a:gd name="connsiteX282" fmla="*/ 545662 w 1025918"/>
              <a:gd name="connsiteY282" fmla="*/ 402738 h 1069117"/>
              <a:gd name="connsiteX283" fmla="*/ 549132 w 1025918"/>
              <a:gd name="connsiteY283" fmla="*/ 438168 h 1069117"/>
              <a:gd name="connsiteX284" fmla="*/ 441063 w 1025918"/>
              <a:gd name="connsiteY284" fmla="*/ 438168 h 1069117"/>
              <a:gd name="connsiteX285" fmla="*/ 444533 w 1025918"/>
              <a:gd name="connsiteY285" fmla="*/ 402738 h 1069117"/>
              <a:gd name="connsiteX286" fmla="*/ 432291 w 1025918"/>
              <a:gd name="connsiteY286" fmla="*/ 385079 h 1069117"/>
              <a:gd name="connsiteX287" fmla="*/ 938664 w 1025918"/>
              <a:gd name="connsiteY287" fmla="*/ 280167 h 1069117"/>
              <a:gd name="connsiteX288" fmla="*/ 916665 w 1025918"/>
              <a:gd name="connsiteY288" fmla="*/ 282201 h 1069117"/>
              <a:gd name="connsiteX289" fmla="*/ 904479 w 1025918"/>
              <a:gd name="connsiteY289" fmla="*/ 320791 h 1069117"/>
              <a:gd name="connsiteX290" fmla="*/ 943068 w 1025918"/>
              <a:gd name="connsiteY290" fmla="*/ 332639 h 1069117"/>
              <a:gd name="connsiteX291" fmla="*/ 955311 w 1025918"/>
              <a:gd name="connsiteY291" fmla="*/ 294190 h 1069117"/>
              <a:gd name="connsiteX292" fmla="*/ 938664 w 1025918"/>
              <a:gd name="connsiteY292" fmla="*/ 280167 h 1069117"/>
              <a:gd name="connsiteX293" fmla="*/ 926006 w 1025918"/>
              <a:gd name="connsiteY293" fmla="*/ 258348 h 1069117"/>
              <a:gd name="connsiteX294" fmla="*/ 972462 w 1025918"/>
              <a:gd name="connsiteY294" fmla="*/ 285192 h 1069117"/>
              <a:gd name="connsiteX295" fmla="*/ 952716 w 1025918"/>
              <a:gd name="connsiteY295" fmla="*/ 351116 h 1069117"/>
              <a:gd name="connsiteX296" fmla="*/ 887300 w 1025918"/>
              <a:gd name="connsiteY296" fmla="*/ 329790 h 1069117"/>
              <a:gd name="connsiteX297" fmla="*/ 907046 w 1025918"/>
              <a:gd name="connsiteY297" fmla="*/ 263866 h 1069117"/>
              <a:gd name="connsiteX298" fmla="*/ 926006 w 1025918"/>
              <a:gd name="connsiteY298" fmla="*/ 258348 h 1069117"/>
              <a:gd name="connsiteX299" fmla="*/ 620980 w 1025918"/>
              <a:gd name="connsiteY299" fmla="*/ 249367 h 1069117"/>
              <a:gd name="connsiteX300" fmla="*/ 652940 w 1025918"/>
              <a:gd name="connsiteY300" fmla="*/ 281637 h 1069117"/>
              <a:gd name="connsiteX301" fmla="*/ 619033 w 1025918"/>
              <a:gd name="connsiteY301" fmla="*/ 317209 h 1069117"/>
              <a:gd name="connsiteX302" fmla="*/ 596466 w 1025918"/>
              <a:gd name="connsiteY302" fmla="*/ 308605 h 1069117"/>
              <a:gd name="connsiteX303" fmla="*/ 596974 w 1025918"/>
              <a:gd name="connsiteY303" fmla="*/ 307646 h 1069117"/>
              <a:gd name="connsiteX304" fmla="*/ 603970 w 1025918"/>
              <a:gd name="connsiteY304" fmla="*/ 308633 h 1069117"/>
              <a:gd name="connsiteX305" fmla="*/ 629019 w 1025918"/>
              <a:gd name="connsiteY305" fmla="*/ 278957 h 1069117"/>
              <a:gd name="connsiteX306" fmla="*/ 610063 w 1025918"/>
              <a:gd name="connsiteY306" fmla="*/ 258591 h 1069117"/>
              <a:gd name="connsiteX307" fmla="*/ 597002 w 1025918"/>
              <a:gd name="connsiteY307" fmla="*/ 258845 h 1069117"/>
              <a:gd name="connsiteX308" fmla="*/ 596466 w 1025918"/>
              <a:gd name="connsiteY308" fmla="*/ 257914 h 1069117"/>
              <a:gd name="connsiteX309" fmla="*/ 620980 w 1025918"/>
              <a:gd name="connsiteY309" fmla="*/ 249367 h 1069117"/>
              <a:gd name="connsiteX310" fmla="*/ 495084 w 1025918"/>
              <a:gd name="connsiteY310" fmla="*/ 243273 h 1069117"/>
              <a:gd name="connsiteX311" fmla="*/ 547326 w 1025918"/>
              <a:gd name="connsiteY311" fmla="*/ 335065 h 1069117"/>
              <a:gd name="connsiteX312" fmla="*/ 547326 w 1025918"/>
              <a:gd name="connsiteY312" fmla="*/ 340086 h 1069117"/>
              <a:gd name="connsiteX313" fmla="*/ 442812 w 1025918"/>
              <a:gd name="connsiteY313" fmla="*/ 340086 h 1069117"/>
              <a:gd name="connsiteX314" fmla="*/ 442812 w 1025918"/>
              <a:gd name="connsiteY314" fmla="*/ 335065 h 1069117"/>
              <a:gd name="connsiteX315" fmla="*/ 495084 w 1025918"/>
              <a:gd name="connsiteY315" fmla="*/ 243273 h 1069117"/>
              <a:gd name="connsiteX316" fmla="*/ 367015 w 1025918"/>
              <a:gd name="connsiteY316" fmla="*/ 242709 h 1069117"/>
              <a:gd name="connsiteX317" fmla="*/ 375196 w 1025918"/>
              <a:gd name="connsiteY317" fmla="*/ 269084 h 1069117"/>
              <a:gd name="connsiteX318" fmla="*/ 402135 w 1025918"/>
              <a:gd name="connsiteY318" fmla="*/ 262991 h 1069117"/>
              <a:gd name="connsiteX319" fmla="*/ 383376 w 1025918"/>
              <a:gd name="connsiteY319" fmla="*/ 283273 h 1069117"/>
              <a:gd name="connsiteX320" fmla="*/ 402135 w 1025918"/>
              <a:gd name="connsiteY320" fmla="*/ 303556 h 1069117"/>
              <a:gd name="connsiteX321" fmla="*/ 375196 w 1025918"/>
              <a:gd name="connsiteY321" fmla="*/ 297462 h 1069117"/>
              <a:gd name="connsiteX322" fmla="*/ 367015 w 1025918"/>
              <a:gd name="connsiteY322" fmla="*/ 323838 h 1069117"/>
              <a:gd name="connsiteX323" fmla="*/ 358835 w 1025918"/>
              <a:gd name="connsiteY323" fmla="*/ 297462 h 1069117"/>
              <a:gd name="connsiteX324" fmla="*/ 331895 w 1025918"/>
              <a:gd name="connsiteY324" fmla="*/ 303556 h 1069117"/>
              <a:gd name="connsiteX325" fmla="*/ 350654 w 1025918"/>
              <a:gd name="connsiteY325" fmla="*/ 283273 h 1069117"/>
              <a:gd name="connsiteX326" fmla="*/ 331895 w 1025918"/>
              <a:gd name="connsiteY326" fmla="*/ 262991 h 1069117"/>
              <a:gd name="connsiteX327" fmla="*/ 358835 w 1025918"/>
              <a:gd name="connsiteY327" fmla="*/ 269084 h 1069117"/>
              <a:gd name="connsiteX328" fmla="*/ 495084 w 1025918"/>
              <a:gd name="connsiteY328" fmla="*/ 198111 h 1069117"/>
              <a:gd name="connsiteX329" fmla="*/ 512432 w 1025918"/>
              <a:gd name="connsiteY329" fmla="*/ 215459 h 1069117"/>
              <a:gd name="connsiteX330" fmla="*/ 495084 w 1025918"/>
              <a:gd name="connsiteY330" fmla="*/ 232808 h 1069117"/>
              <a:gd name="connsiteX331" fmla="*/ 477735 w 1025918"/>
              <a:gd name="connsiteY331" fmla="*/ 215459 h 1069117"/>
              <a:gd name="connsiteX332" fmla="*/ 495084 w 1025918"/>
              <a:gd name="connsiteY332" fmla="*/ 198111 h 1069117"/>
              <a:gd name="connsiteX333" fmla="*/ 825973 w 1025918"/>
              <a:gd name="connsiteY333" fmla="*/ 112243 h 1069117"/>
              <a:gd name="connsiteX334" fmla="*/ 842109 w 1025918"/>
              <a:gd name="connsiteY334" fmla="*/ 125417 h 1069117"/>
              <a:gd name="connsiteX335" fmla="*/ 808202 w 1025918"/>
              <a:gd name="connsiteY335" fmla="*/ 172780 h 1069117"/>
              <a:gd name="connsiteX336" fmla="*/ 864253 w 1025918"/>
              <a:gd name="connsiteY336" fmla="*/ 148548 h 1069117"/>
              <a:gd name="connsiteX337" fmla="*/ 873590 w 1025918"/>
              <a:gd name="connsiteY337" fmla="*/ 157687 h 1069117"/>
              <a:gd name="connsiteX338" fmla="*/ 850430 w 1025918"/>
              <a:gd name="connsiteY338" fmla="*/ 214162 h 1069117"/>
              <a:gd name="connsiteX339" fmla="*/ 897088 w 1025918"/>
              <a:gd name="connsiteY339" fmla="*/ 179239 h 1069117"/>
              <a:gd name="connsiteX340" fmla="*/ 910741 w 1025918"/>
              <a:gd name="connsiteY340" fmla="*/ 195290 h 1069117"/>
              <a:gd name="connsiteX341" fmla="*/ 838329 w 1025918"/>
              <a:gd name="connsiteY341" fmla="*/ 246207 h 1069117"/>
              <a:gd name="connsiteX342" fmla="*/ 823576 w 1025918"/>
              <a:gd name="connsiteY342" fmla="*/ 231708 h 1069117"/>
              <a:gd name="connsiteX343" fmla="*/ 845832 w 1025918"/>
              <a:gd name="connsiteY343" fmla="*/ 176757 h 1069117"/>
              <a:gd name="connsiteX344" fmla="*/ 790881 w 1025918"/>
              <a:gd name="connsiteY344" fmla="*/ 199634 h 1069117"/>
              <a:gd name="connsiteX345" fmla="*/ 775846 w 1025918"/>
              <a:gd name="connsiteY345" fmla="*/ 184881 h 1069117"/>
              <a:gd name="connsiteX346" fmla="*/ 295985 w 1025918"/>
              <a:gd name="connsiteY346" fmla="*/ 37095 h 1069117"/>
              <a:gd name="connsiteX347" fmla="*/ 333870 w 1025918"/>
              <a:gd name="connsiteY347" fmla="*/ 117405 h 1069117"/>
              <a:gd name="connsiteX348" fmla="*/ 273193 w 1025918"/>
              <a:gd name="connsiteY348" fmla="*/ 146037 h 1069117"/>
              <a:gd name="connsiteX349" fmla="*/ 265661 w 1025918"/>
              <a:gd name="connsiteY349" fmla="*/ 130099 h 1069117"/>
              <a:gd name="connsiteX350" fmla="*/ 307184 w 1025918"/>
              <a:gd name="connsiteY350" fmla="*/ 110494 h 1069117"/>
              <a:gd name="connsiteX351" fmla="*/ 299822 w 1025918"/>
              <a:gd name="connsiteY351" fmla="*/ 94895 h 1069117"/>
              <a:gd name="connsiteX352" fmla="*/ 265153 w 1025918"/>
              <a:gd name="connsiteY352" fmla="*/ 111256 h 1069117"/>
              <a:gd name="connsiteX353" fmla="*/ 257649 w 1025918"/>
              <a:gd name="connsiteY353" fmla="*/ 95318 h 1069117"/>
              <a:gd name="connsiteX354" fmla="*/ 292290 w 1025918"/>
              <a:gd name="connsiteY354" fmla="*/ 78957 h 1069117"/>
              <a:gd name="connsiteX355" fmla="*/ 284335 w 1025918"/>
              <a:gd name="connsiteY355" fmla="*/ 62088 h 1069117"/>
              <a:gd name="connsiteX356" fmla="*/ 242812 w 1025918"/>
              <a:gd name="connsiteY356" fmla="*/ 81693 h 1069117"/>
              <a:gd name="connsiteX357" fmla="*/ 235280 w 1025918"/>
              <a:gd name="connsiteY357" fmla="*/ 65727 h 1069117"/>
              <a:gd name="connsiteX358" fmla="*/ 666311 w 1025918"/>
              <a:gd name="connsiteY358" fmla="*/ 26037 h 1069117"/>
              <a:gd name="connsiteX359" fmla="*/ 685944 w 1025918"/>
              <a:gd name="connsiteY359" fmla="*/ 33061 h 1069117"/>
              <a:gd name="connsiteX360" fmla="*/ 669809 w 1025918"/>
              <a:gd name="connsiteY360" fmla="*/ 89450 h 1069117"/>
              <a:gd name="connsiteX361" fmla="*/ 714464 w 1025918"/>
              <a:gd name="connsiteY361" fmla="*/ 47786 h 1069117"/>
              <a:gd name="connsiteX362" fmla="*/ 726340 w 1025918"/>
              <a:gd name="connsiteY362" fmla="*/ 53287 h 1069117"/>
              <a:gd name="connsiteX363" fmla="*/ 723491 w 1025918"/>
              <a:gd name="connsiteY363" fmla="*/ 114274 h 1069117"/>
              <a:gd name="connsiteX364" fmla="*/ 755790 w 1025918"/>
              <a:gd name="connsiteY364" fmla="*/ 65586 h 1069117"/>
              <a:gd name="connsiteX365" fmla="*/ 774013 w 1025918"/>
              <a:gd name="connsiteY365" fmla="*/ 76192 h 1069117"/>
              <a:gd name="connsiteX366" fmla="*/ 722898 w 1025918"/>
              <a:gd name="connsiteY366" fmla="*/ 148520 h 1069117"/>
              <a:gd name="connsiteX367" fmla="*/ 704139 w 1025918"/>
              <a:gd name="connsiteY367" fmla="*/ 139831 h 1069117"/>
              <a:gd name="connsiteX368" fmla="*/ 706650 w 1025918"/>
              <a:gd name="connsiteY368" fmla="*/ 80593 h 1069117"/>
              <a:gd name="connsiteX369" fmla="*/ 662559 w 1025918"/>
              <a:gd name="connsiteY369" fmla="*/ 120593 h 1069117"/>
              <a:gd name="connsiteX370" fmla="*/ 643434 w 1025918"/>
              <a:gd name="connsiteY370" fmla="*/ 111764 h 1069117"/>
              <a:gd name="connsiteX371" fmla="*/ 561487 w 1025918"/>
              <a:gd name="connsiteY371" fmla="*/ 1044 h 1069117"/>
              <a:gd name="connsiteX372" fmla="*/ 597200 w 1025918"/>
              <a:gd name="connsiteY372" fmla="*/ 46178 h 1069117"/>
              <a:gd name="connsiteX373" fmla="*/ 590316 w 1025918"/>
              <a:gd name="connsiteY373" fmla="*/ 97180 h 1069117"/>
              <a:gd name="connsiteX374" fmla="*/ 569414 w 1025918"/>
              <a:gd name="connsiteY374" fmla="*/ 94331 h 1069117"/>
              <a:gd name="connsiteX375" fmla="*/ 575225 w 1025918"/>
              <a:gd name="connsiteY375" fmla="*/ 47899 h 1069117"/>
              <a:gd name="connsiteX376" fmla="*/ 559090 w 1025918"/>
              <a:gd name="connsiteY376" fmla="*/ 20423 h 1069117"/>
              <a:gd name="connsiteX377" fmla="*/ 536438 w 1025918"/>
              <a:gd name="connsiteY377" fmla="*/ 43019 h 1069117"/>
              <a:gd name="connsiteX378" fmla="*/ 530627 w 1025918"/>
              <a:gd name="connsiteY378" fmla="*/ 89450 h 1069117"/>
              <a:gd name="connsiteX379" fmla="*/ 509696 w 1025918"/>
              <a:gd name="connsiteY379" fmla="*/ 87081 h 1069117"/>
              <a:gd name="connsiteX380" fmla="*/ 515535 w 1025918"/>
              <a:gd name="connsiteY380" fmla="*/ 36333 h 1069117"/>
              <a:gd name="connsiteX381" fmla="*/ 561487 w 1025918"/>
              <a:gd name="connsiteY381" fmla="*/ 1044 h 1069117"/>
              <a:gd name="connsiteX382" fmla="*/ 448793 w 1025918"/>
              <a:gd name="connsiteY382" fmla="*/ 0 h 1069117"/>
              <a:gd name="connsiteX383" fmla="*/ 462192 w 1025918"/>
              <a:gd name="connsiteY383" fmla="*/ 87843 h 1069117"/>
              <a:gd name="connsiteX384" fmla="*/ 443433 w 1025918"/>
              <a:gd name="connsiteY384" fmla="*/ 90945 h 1069117"/>
              <a:gd name="connsiteX385" fmla="*/ 389300 w 1025918"/>
              <a:gd name="connsiteY385" fmla="*/ 45501 h 1069117"/>
              <a:gd name="connsiteX386" fmla="*/ 399371 w 1025918"/>
              <a:gd name="connsiteY386" fmla="*/ 98449 h 1069117"/>
              <a:gd name="connsiteX387" fmla="*/ 378948 w 1025918"/>
              <a:gd name="connsiteY387" fmla="*/ 101891 h 1069117"/>
              <a:gd name="connsiteX388" fmla="*/ 362671 w 1025918"/>
              <a:gd name="connsiteY388" fmla="*/ 14612 h 1069117"/>
              <a:gd name="connsiteX389" fmla="*/ 382982 w 1025918"/>
              <a:gd name="connsiteY389" fmla="*/ 11171 h 1069117"/>
              <a:gd name="connsiteX390" fmla="*/ 383405 w 1025918"/>
              <a:gd name="connsiteY390" fmla="*/ 13286 h 1069117"/>
              <a:gd name="connsiteX391" fmla="*/ 390400 w 1025918"/>
              <a:gd name="connsiteY391" fmla="*/ 23131 h 1069117"/>
              <a:gd name="connsiteX392" fmla="*/ 437848 w 1025918"/>
              <a:gd name="connsiteY392" fmla="*/ 63216 h 1069117"/>
              <a:gd name="connsiteX393" fmla="*/ 428144 w 1025918"/>
              <a:gd name="connsiteY393" fmla="*/ 3498 h 106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1025918" h="1069117">
                <a:moveTo>
                  <a:pt x="445718" y="980173"/>
                </a:moveTo>
                <a:lnTo>
                  <a:pt x="464702" y="980540"/>
                </a:lnTo>
                <a:lnTo>
                  <a:pt x="509639" y="1035095"/>
                </a:lnTo>
                <a:lnTo>
                  <a:pt x="509414" y="981188"/>
                </a:lnTo>
                <a:lnTo>
                  <a:pt x="530119" y="981527"/>
                </a:lnTo>
                <a:lnTo>
                  <a:pt x="530147" y="1069117"/>
                </a:lnTo>
                <a:lnTo>
                  <a:pt x="509544" y="1069117"/>
                </a:lnTo>
                <a:lnTo>
                  <a:pt x="509527" y="1067846"/>
                </a:lnTo>
                <a:cubicBezTo>
                  <a:pt x="509555" y="1064799"/>
                  <a:pt x="507721" y="1060596"/>
                  <a:pt x="504449" y="1056901"/>
                </a:cubicBezTo>
                <a:lnTo>
                  <a:pt x="465126" y="1008833"/>
                </a:lnTo>
                <a:lnTo>
                  <a:pt x="463748" y="1069117"/>
                </a:lnTo>
                <a:lnTo>
                  <a:pt x="451642" y="1069117"/>
                </a:lnTo>
                <a:lnTo>
                  <a:pt x="442812" y="1068974"/>
                </a:lnTo>
                <a:close/>
                <a:moveTo>
                  <a:pt x="660021" y="951513"/>
                </a:moveTo>
                <a:lnTo>
                  <a:pt x="686537" y="1036280"/>
                </a:lnTo>
                <a:lnTo>
                  <a:pt x="665973" y="1042345"/>
                </a:lnTo>
                <a:lnTo>
                  <a:pt x="655112" y="1007028"/>
                </a:lnTo>
                <a:lnTo>
                  <a:pt x="616043" y="1018509"/>
                </a:lnTo>
                <a:lnTo>
                  <a:pt x="626086" y="1054052"/>
                </a:lnTo>
                <a:lnTo>
                  <a:pt x="605408" y="1060145"/>
                </a:lnTo>
                <a:lnTo>
                  <a:pt x="581713" y="974559"/>
                </a:lnTo>
                <a:lnTo>
                  <a:pt x="601939" y="968607"/>
                </a:lnTo>
                <a:lnTo>
                  <a:pt x="611304" y="1001668"/>
                </a:lnTo>
                <a:lnTo>
                  <a:pt x="650006" y="990300"/>
                </a:lnTo>
                <a:lnTo>
                  <a:pt x="639908" y="957437"/>
                </a:lnTo>
                <a:close/>
                <a:moveTo>
                  <a:pt x="330880" y="950864"/>
                </a:moveTo>
                <a:lnTo>
                  <a:pt x="394886" y="971005"/>
                </a:lnTo>
                <a:lnTo>
                  <a:pt x="389610" y="987818"/>
                </a:lnTo>
                <a:lnTo>
                  <a:pt x="345802" y="974023"/>
                </a:lnTo>
                <a:lnTo>
                  <a:pt x="340640" y="990469"/>
                </a:lnTo>
                <a:lnTo>
                  <a:pt x="377171" y="1001978"/>
                </a:lnTo>
                <a:lnTo>
                  <a:pt x="371895" y="1018791"/>
                </a:lnTo>
                <a:lnTo>
                  <a:pt x="335337" y="1007310"/>
                </a:lnTo>
                <a:lnTo>
                  <a:pt x="329752" y="1025081"/>
                </a:lnTo>
                <a:lnTo>
                  <a:pt x="373560" y="1038875"/>
                </a:lnTo>
                <a:lnTo>
                  <a:pt x="368257" y="1055716"/>
                </a:lnTo>
                <a:lnTo>
                  <a:pt x="304251" y="1035575"/>
                </a:lnTo>
                <a:close/>
                <a:moveTo>
                  <a:pt x="215252" y="947959"/>
                </a:moveTo>
                <a:lnTo>
                  <a:pt x="203235" y="965561"/>
                </a:lnTo>
                <a:lnTo>
                  <a:pt x="219145" y="976421"/>
                </a:lnTo>
                <a:cubicBezTo>
                  <a:pt x="226902" y="981696"/>
                  <a:pt x="232939" y="980737"/>
                  <a:pt x="236719" y="975208"/>
                </a:cubicBezTo>
                <a:cubicBezTo>
                  <a:pt x="240076" y="970300"/>
                  <a:pt x="239116" y="964263"/>
                  <a:pt x="231162" y="958819"/>
                </a:cubicBezTo>
                <a:close/>
                <a:moveTo>
                  <a:pt x="743180" y="930779"/>
                </a:moveTo>
                <a:lnTo>
                  <a:pt x="748455" y="966125"/>
                </a:lnTo>
                <a:lnTo>
                  <a:pt x="772884" y="950892"/>
                </a:lnTo>
                <a:close/>
                <a:moveTo>
                  <a:pt x="235252" y="918593"/>
                </a:moveTo>
                <a:lnTo>
                  <a:pt x="224025" y="935067"/>
                </a:lnTo>
                <a:lnTo>
                  <a:pt x="235449" y="942853"/>
                </a:lnTo>
                <a:cubicBezTo>
                  <a:pt x="241937" y="947282"/>
                  <a:pt x="248454" y="947423"/>
                  <a:pt x="252318" y="941753"/>
                </a:cubicBezTo>
                <a:cubicBezTo>
                  <a:pt x="255760" y="936731"/>
                  <a:pt x="254434" y="931682"/>
                  <a:pt x="246676" y="926379"/>
                </a:cubicBezTo>
                <a:close/>
                <a:moveTo>
                  <a:pt x="741911" y="907225"/>
                </a:moveTo>
                <a:lnTo>
                  <a:pt x="823181" y="959467"/>
                </a:lnTo>
                <a:lnTo>
                  <a:pt x="805240" y="972782"/>
                </a:lnTo>
                <a:lnTo>
                  <a:pt x="788907" y="961725"/>
                </a:lnTo>
                <a:lnTo>
                  <a:pt x="751305" y="985166"/>
                </a:lnTo>
                <a:lnTo>
                  <a:pt x="754238" y="1004884"/>
                </a:lnTo>
                <a:lnTo>
                  <a:pt x="735113" y="1014898"/>
                </a:lnTo>
                <a:lnTo>
                  <a:pt x="723011" y="919129"/>
                </a:lnTo>
                <a:close/>
                <a:moveTo>
                  <a:pt x="226761" y="893459"/>
                </a:moveTo>
                <a:lnTo>
                  <a:pt x="255788" y="913261"/>
                </a:lnTo>
                <a:cubicBezTo>
                  <a:pt x="276860" y="927620"/>
                  <a:pt x="279145" y="939806"/>
                  <a:pt x="271359" y="951202"/>
                </a:cubicBezTo>
                <a:cubicBezTo>
                  <a:pt x="266789" y="957916"/>
                  <a:pt x="259652" y="961188"/>
                  <a:pt x="250992" y="959891"/>
                </a:cubicBezTo>
                <a:cubicBezTo>
                  <a:pt x="258947" y="969143"/>
                  <a:pt x="259681" y="978875"/>
                  <a:pt x="253672" y="987676"/>
                </a:cubicBezTo>
                <a:cubicBezTo>
                  <a:pt x="245435" y="999722"/>
                  <a:pt x="231500" y="1004179"/>
                  <a:pt x="210231" y="989679"/>
                </a:cubicBezTo>
                <a:lnTo>
                  <a:pt x="176690" y="966802"/>
                </a:lnTo>
                <a:close/>
                <a:moveTo>
                  <a:pt x="154377" y="860426"/>
                </a:moveTo>
                <a:lnTo>
                  <a:pt x="98467" y="866181"/>
                </a:lnTo>
                <a:cubicBezTo>
                  <a:pt x="99003" y="867930"/>
                  <a:pt x="99736" y="869679"/>
                  <a:pt x="100639" y="871343"/>
                </a:cubicBezTo>
                <a:cubicBezTo>
                  <a:pt x="108030" y="884997"/>
                  <a:pt x="125124" y="890356"/>
                  <a:pt x="139398" y="882627"/>
                </a:cubicBezTo>
                <a:cubicBezTo>
                  <a:pt x="148227" y="877831"/>
                  <a:pt x="153446" y="869397"/>
                  <a:pt x="154377" y="860426"/>
                </a:cubicBezTo>
                <a:close/>
                <a:moveTo>
                  <a:pt x="134190" y="830197"/>
                </a:moveTo>
                <a:cubicBezTo>
                  <a:pt x="127205" y="828099"/>
                  <a:pt x="119370" y="828691"/>
                  <a:pt x="112233" y="832556"/>
                </a:cubicBezTo>
                <a:cubicBezTo>
                  <a:pt x="103545" y="837267"/>
                  <a:pt x="98382" y="845532"/>
                  <a:pt x="97311" y="854390"/>
                </a:cubicBezTo>
                <a:lnTo>
                  <a:pt x="153023" y="848607"/>
                </a:lnTo>
                <a:cubicBezTo>
                  <a:pt x="152515" y="847027"/>
                  <a:pt x="151866" y="845476"/>
                  <a:pt x="151048" y="843980"/>
                </a:cubicBezTo>
                <a:cubicBezTo>
                  <a:pt x="147311" y="837083"/>
                  <a:pt x="141175" y="832295"/>
                  <a:pt x="134190" y="830197"/>
                </a:cubicBezTo>
                <a:close/>
                <a:moveTo>
                  <a:pt x="495084" y="812076"/>
                </a:moveTo>
                <a:cubicBezTo>
                  <a:pt x="527749" y="812076"/>
                  <a:pt x="541713" y="836562"/>
                  <a:pt x="584844" y="836562"/>
                </a:cubicBezTo>
                <a:cubicBezTo>
                  <a:pt x="568229" y="841470"/>
                  <a:pt x="532263" y="849425"/>
                  <a:pt x="495084" y="849425"/>
                </a:cubicBezTo>
                <a:cubicBezTo>
                  <a:pt x="457933" y="849425"/>
                  <a:pt x="421938" y="841470"/>
                  <a:pt x="405323" y="836562"/>
                </a:cubicBezTo>
                <a:cubicBezTo>
                  <a:pt x="448454" y="836562"/>
                  <a:pt x="462418" y="812076"/>
                  <a:pt x="495084" y="812076"/>
                </a:cubicBezTo>
                <a:close/>
                <a:moveTo>
                  <a:pt x="121238" y="808619"/>
                </a:moveTo>
                <a:cubicBezTo>
                  <a:pt x="140187" y="806914"/>
                  <a:pt x="158461" y="817027"/>
                  <a:pt x="168086" y="834756"/>
                </a:cubicBezTo>
                <a:cubicBezTo>
                  <a:pt x="170174" y="838593"/>
                  <a:pt x="171725" y="842570"/>
                  <a:pt x="172769" y="846576"/>
                </a:cubicBezTo>
                <a:lnTo>
                  <a:pt x="185209" y="845278"/>
                </a:lnTo>
                <a:lnTo>
                  <a:pt x="186479" y="857126"/>
                </a:lnTo>
                <a:lnTo>
                  <a:pt x="174377" y="858395"/>
                </a:lnTo>
                <a:cubicBezTo>
                  <a:pt x="174659" y="875405"/>
                  <a:pt x="166112" y="891851"/>
                  <a:pt x="149299" y="900962"/>
                </a:cubicBezTo>
                <a:cubicBezTo>
                  <a:pt x="124617" y="914362"/>
                  <a:pt x="96408" y="904235"/>
                  <a:pt x="83573" y="880596"/>
                </a:cubicBezTo>
                <a:cubicBezTo>
                  <a:pt x="81429" y="876618"/>
                  <a:pt x="79821" y="872443"/>
                  <a:pt x="78777" y="868240"/>
                </a:cubicBezTo>
                <a:lnTo>
                  <a:pt x="66168" y="869538"/>
                </a:lnTo>
                <a:lnTo>
                  <a:pt x="64532" y="857831"/>
                </a:lnTo>
                <a:lnTo>
                  <a:pt x="77282" y="856505"/>
                </a:lnTo>
                <a:cubicBezTo>
                  <a:pt x="77141" y="839665"/>
                  <a:pt x="85717" y="823445"/>
                  <a:pt x="102360" y="814418"/>
                </a:cubicBezTo>
                <a:cubicBezTo>
                  <a:pt x="108531" y="811068"/>
                  <a:pt x="114922" y="809187"/>
                  <a:pt x="121238" y="808619"/>
                </a:cubicBezTo>
                <a:close/>
                <a:moveTo>
                  <a:pt x="852320" y="803360"/>
                </a:moveTo>
                <a:lnTo>
                  <a:pt x="893167" y="894615"/>
                </a:lnTo>
                <a:lnTo>
                  <a:pt x="877850" y="910864"/>
                </a:lnTo>
                <a:lnTo>
                  <a:pt x="784422" y="875405"/>
                </a:lnTo>
                <a:lnTo>
                  <a:pt x="801488" y="860116"/>
                </a:lnTo>
                <a:lnTo>
                  <a:pt x="867440" y="885702"/>
                </a:lnTo>
                <a:lnTo>
                  <a:pt x="838301" y="821075"/>
                </a:lnTo>
                <a:close/>
                <a:moveTo>
                  <a:pt x="495055" y="739185"/>
                </a:moveTo>
                <a:cubicBezTo>
                  <a:pt x="527326" y="739439"/>
                  <a:pt x="544788" y="750045"/>
                  <a:pt x="559851" y="758395"/>
                </a:cubicBezTo>
                <a:cubicBezTo>
                  <a:pt x="573391" y="765899"/>
                  <a:pt x="586819" y="771597"/>
                  <a:pt x="611502" y="771597"/>
                </a:cubicBezTo>
                <a:cubicBezTo>
                  <a:pt x="636184" y="771597"/>
                  <a:pt x="649752" y="766632"/>
                  <a:pt x="663293" y="759128"/>
                </a:cubicBezTo>
                <a:cubicBezTo>
                  <a:pt x="678554" y="750638"/>
                  <a:pt x="698949" y="736815"/>
                  <a:pt x="733025" y="740624"/>
                </a:cubicBezTo>
                <a:cubicBezTo>
                  <a:pt x="681431" y="806971"/>
                  <a:pt x="610599" y="805955"/>
                  <a:pt x="610599" y="805955"/>
                </a:cubicBezTo>
                <a:cubicBezTo>
                  <a:pt x="579343" y="805955"/>
                  <a:pt x="561628" y="799580"/>
                  <a:pt x="546367" y="791117"/>
                </a:cubicBezTo>
                <a:cubicBezTo>
                  <a:pt x="532996" y="783670"/>
                  <a:pt x="519146" y="774756"/>
                  <a:pt x="495055" y="774530"/>
                </a:cubicBezTo>
                <a:cubicBezTo>
                  <a:pt x="470965" y="774756"/>
                  <a:pt x="457086" y="783698"/>
                  <a:pt x="443743" y="791117"/>
                </a:cubicBezTo>
                <a:cubicBezTo>
                  <a:pt x="428511" y="799580"/>
                  <a:pt x="410767" y="805955"/>
                  <a:pt x="379512" y="805955"/>
                </a:cubicBezTo>
                <a:cubicBezTo>
                  <a:pt x="379512" y="805955"/>
                  <a:pt x="308680" y="806971"/>
                  <a:pt x="257085" y="740624"/>
                </a:cubicBezTo>
                <a:cubicBezTo>
                  <a:pt x="291190" y="736815"/>
                  <a:pt x="311585" y="750666"/>
                  <a:pt x="326818" y="759128"/>
                </a:cubicBezTo>
                <a:cubicBezTo>
                  <a:pt x="340358" y="766632"/>
                  <a:pt x="353927" y="771597"/>
                  <a:pt x="378609" y="771597"/>
                </a:cubicBezTo>
                <a:cubicBezTo>
                  <a:pt x="403292" y="771597"/>
                  <a:pt x="416719" y="765899"/>
                  <a:pt x="430259" y="758395"/>
                </a:cubicBezTo>
                <a:cubicBezTo>
                  <a:pt x="445323" y="750045"/>
                  <a:pt x="462784" y="739467"/>
                  <a:pt x="495055" y="739185"/>
                </a:cubicBezTo>
                <a:close/>
                <a:moveTo>
                  <a:pt x="911192" y="698028"/>
                </a:moveTo>
                <a:lnTo>
                  <a:pt x="991136" y="736674"/>
                </a:lnTo>
                <a:lnTo>
                  <a:pt x="981884" y="755066"/>
                </a:lnTo>
                <a:lnTo>
                  <a:pt x="979937" y="754136"/>
                </a:lnTo>
                <a:cubicBezTo>
                  <a:pt x="977229" y="752781"/>
                  <a:pt x="972631" y="752584"/>
                  <a:pt x="967892" y="753938"/>
                </a:cubicBezTo>
                <a:lnTo>
                  <a:pt x="907497" y="768381"/>
                </a:lnTo>
                <a:lnTo>
                  <a:pt x="961348" y="795969"/>
                </a:lnTo>
                <a:lnTo>
                  <a:pt x="951926" y="814672"/>
                </a:lnTo>
                <a:lnTo>
                  <a:pt x="873167" y="773402"/>
                </a:lnTo>
                <a:lnTo>
                  <a:pt x="881771" y="756449"/>
                </a:lnTo>
                <a:lnTo>
                  <a:pt x="950459" y="739777"/>
                </a:lnTo>
                <a:lnTo>
                  <a:pt x="901855" y="716505"/>
                </a:lnTo>
                <a:close/>
                <a:moveTo>
                  <a:pt x="79059" y="698028"/>
                </a:moveTo>
                <a:lnTo>
                  <a:pt x="88256" y="717097"/>
                </a:lnTo>
                <a:lnTo>
                  <a:pt x="57395" y="731963"/>
                </a:lnTo>
                <a:cubicBezTo>
                  <a:pt x="69468" y="740370"/>
                  <a:pt x="88340" y="747055"/>
                  <a:pt x="102529" y="746688"/>
                </a:cubicBezTo>
                <a:lnTo>
                  <a:pt x="112289" y="766914"/>
                </a:lnTo>
                <a:cubicBezTo>
                  <a:pt x="95364" y="768325"/>
                  <a:pt x="73051" y="760342"/>
                  <a:pt x="59285" y="751907"/>
                </a:cubicBezTo>
                <a:lnTo>
                  <a:pt x="34179" y="809368"/>
                </a:lnTo>
                <a:lnTo>
                  <a:pt x="22726" y="785617"/>
                </a:lnTo>
                <a:lnTo>
                  <a:pt x="43601" y="738649"/>
                </a:lnTo>
                <a:lnTo>
                  <a:pt x="8283" y="755687"/>
                </a:lnTo>
                <a:lnTo>
                  <a:pt x="0" y="738563"/>
                </a:lnTo>
                <a:lnTo>
                  <a:pt x="0" y="736164"/>
                </a:lnTo>
                <a:close/>
                <a:moveTo>
                  <a:pt x="258750" y="664995"/>
                </a:moveTo>
                <a:cubicBezTo>
                  <a:pt x="292629" y="664995"/>
                  <a:pt x="310372" y="678113"/>
                  <a:pt x="326000" y="686801"/>
                </a:cubicBezTo>
                <a:cubicBezTo>
                  <a:pt x="339850" y="694502"/>
                  <a:pt x="351839" y="701977"/>
                  <a:pt x="377142" y="701977"/>
                </a:cubicBezTo>
                <a:cubicBezTo>
                  <a:pt x="402474" y="701977"/>
                  <a:pt x="414435" y="694502"/>
                  <a:pt x="428313" y="686801"/>
                </a:cubicBezTo>
                <a:cubicBezTo>
                  <a:pt x="443856" y="678169"/>
                  <a:pt x="461572" y="668381"/>
                  <a:pt x="495084" y="668268"/>
                </a:cubicBezTo>
                <a:cubicBezTo>
                  <a:pt x="528568" y="668409"/>
                  <a:pt x="546311" y="678169"/>
                  <a:pt x="561854" y="686801"/>
                </a:cubicBezTo>
                <a:cubicBezTo>
                  <a:pt x="575732" y="694502"/>
                  <a:pt x="587721" y="701977"/>
                  <a:pt x="613025" y="701977"/>
                </a:cubicBezTo>
                <a:cubicBezTo>
                  <a:pt x="638328" y="701977"/>
                  <a:pt x="650289" y="694502"/>
                  <a:pt x="664167" y="686801"/>
                </a:cubicBezTo>
                <a:cubicBezTo>
                  <a:pt x="679823" y="678113"/>
                  <a:pt x="697538" y="664995"/>
                  <a:pt x="731417" y="664995"/>
                </a:cubicBezTo>
                <a:cubicBezTo>
                  <a:pt x="752828" y="664995"/>
                  <a:pt x="778413" y="671766"/>
                  <a:pt x="778413" y="671737"/>
                </a:cubicBezTo>
                <a:lnTo>
                  <a:pt x="760049" y="703698"/>
                </a:lnTo>
                <a:cubicBezTo>
                  <a:pt x="760049" y="703698"/>
                  <a:pt x="744675" y="700934"/>
                  <a:pt x="731445" y="700934"/>
                </a:cubicBezTo>
                <a:cubicBezTo>
                  <a:pt x="706114" y="700934"/>
                  <a:pt x="692489" y="708381"/>
                  <a:pt x="678610" y="716082"/>
                </a:cubicBezTo>
                <a:cubicBezTo>
                  <a:pt x="662983" y="724798"/>
                  <a:pt x="649950" y="736759"/>
                  <a:pt x="616043" y="736759"/>
                </a:cubicBezTo>
                <a:cubicBezTo>
                  <a:pt x="582164" y="736759"/>
                  <a:pt x="563688" y="725786"/>
                  <a:pt x="548060" y="717097"/>
                </a:cubicBezTo>
                <a:cubicBezTo>
                  <a:pt x="534265" y="709424"/>
                  <a:pt x="520048" y="702824"/>
                  <a:pt x="495084" y="702739"/>
                </a:cubicBezTo>
                <a:cubicBezTo>
                  <a:pt x="470090" y="702824"/>
                  <a:pt x="455901" y="709453"/>
                  <a:pt x="442107" y="717097"/>
                </a:cubicBezTo>
                <a:cubicBezTo>
                  <a:pt x="426508" y="725786"/>
                  <a:pt x="408031" y="736759"/>
                  <a:pt x="374124" y="736759"/>
                </a:cubicBezTo>
                <a:cubicBezTo>
                  <a:pt x="340217" y="736759"/>
                  <a:pt x="327184" y="724770"/>
                  <a:pt x="311557" y="716082"/>
                </a:cubicBezTo>
                <a:cubicBezTo>
                  <a:pt x="297678" y="708381"/>
                  <a:pt x="284025" y="700934"/>
                  <a:pt x="258721" y="700934"/>
                </a:cubicBezTo>
                <a:cubicBezTo>
                  <a:pt x="245492" y="700934"/>
                  <a:pt x="230118" y="703698"/>
                  <a:pt x="230118" y="703698"/>
                </a:cubicBezTo>
                <a:lnTo>
                  <a:pt x="211754" y="671737"/>
                </a:lnTo>
                <a:cubicBezTo>
                  <a:pt x="211754" y="671737"/>
                  <a:pt x="237339" y="664995"/>
                  <a:pt x="258750" y="664995"/>
                </a:cubicBezTo>
                <a:close/>
                <a:moveTo>
                  <a:pt x="949867" y="589283"/>
                </a:moveTo>
                <a:lnTo>
                  <a:pt x="959317" y="606265"/>
                </a:lnTo>
                <a:cubicBezTo>
                  <a:pt x="952406" y="610468"/>
                  <a:pt x="948089" y="616589"/>
                  <a:pt x="946482" y="624685"/>
                </a:cubicBezTo>
                <a:cubicBezTo>
                  <a:pt x="944817" y="633148"/>
                  <a:pt x="946848" y="638479"/>
                  <a:pt x="951841" y="639467"/>
                </a:cubicBezTo>
                <a:cubicBezTo>
                  <a:pt x="958047" y="640679"/>
                  <a:pt x="962673" y="634332"/>
                  <a:pt x="966228" y="624826"/>
                </a:cubicBezTo>
                <a:cubicBezTo>
                  <a:pt x="972829" y="607760"/>
                  <a:pt x="981630" y="593627"/>
                  <a:pt x="1001404" y="597548"/>
                </a:cubicBezTo>
                <a:cubicBezTo>
                  <a:pt x="1021207" y="601469"/>
                  <a:pt x="1027244" y="619325"/>
                  <a:pt x="1023435" y="638508"/>
                </a:cubicBezTo>
                <a:cubicBezTo>
                  <a:pt x="1020248" y="654925"/>
                  <a:pt x="1011870" y="665814"/>
                  <a:pt x="998753" y="673317"/>
                </a:cubicBezTo>
                <a:lnTo>
                  <a:pt x="988879" y="655856"/>
                </a:lnTo>
                <a:cubicBezTo>
                  <a:pt x="998612" y="650412"/>
                  <a:pt x="1004197" y="643867"/>
                  <a:pt x="1006059" y="634417"/>
                </a:cubicBezTo>
                <a:cubicBezTo>
                  <a:pt x="1007723" y="625955"/>
                  <a:pt x="1005438" y="619297"/>
                  <a:pt x="999091" y="618028"/>
                </a:cubicBezTo>
                <a:cubicBezTo>
                  <a:pt x="991870" y="616617"/>
                  <a:pt x="987074" y="624939"/>
                  <a:pt x="983548" y="633543"/>
                </a:cubicBezTo>
                <a:cubicBezTo>
                  <a:pt x="977596" y="649311"/>
                  <a:pt x="967920" y="663472"/>
                  <a:pt x="949387" y="659805"/>
                </a:cubicBezTo>
                <a:cubicBezTo>
                  <a:pt x="932828" y="656533"/>
                  <a:pt x="925212" y="641441"/>
                  <a:pt x="929302" y="620651"/>
                </a:cubicBezTo>
                <a:cubicBezTo>
                  <a:pt x="932095" y="606603"/>
                  <a:pt x="937737" y="596984"/>
                  <a:pt x="949867" y="589283"/>
                </a:cubicBezTo>
                <a:close/>
                <a:moveTo>
                  <a:pt x="424195" y="455094"/>
                </a:moveTo>
                <a:lnTo>
                  <a:pt x="565972" y="455094"/>
                </a:lnTo>
                <a:lnTo>
                  <a:pt x="565916" y="476504"/>
                </a:lnTo>
                <a:cubicBezTo>
                  <a:pt x="565916" y="476504"/>
                  <a:pt x="557087" y="480425"/>
                  <a:pt x="557087" y="490242"/>
                </a:cubicBezTo>
                <a:cubicBezTo>
                  <a:pt x="557087" y="509903"/>
                  <a:pt x="572376" y="587703"/>
                  <a:pt x="569442" y="643867"/>
                </a:cubicBezTo>
                <a:lnTo>
                  <a:pt x="520077" y="643867"/>
                </a:lnTo>
                <a:lnTo>
                  <a:pt x="516353" y="590552"/>
                </a:lnTo>
                <a:cubicBezTo>
                  <a:pt x="514717" y="577069"/>
                  <a:pt x="506085" y="569226"/>
                  <a:pt x="495055" y="569226"/>
                </a:cubicBezTo>
                <a:cubicBezTo>
                  <a:pt x="484054" y="569226"/>
                  <a:pt x="475394" y="577097"/>
                  <a:pt x="473758" y="590552"/>
                </a:cubicBezTo>
                <a:lnTo>
                  <a:pt x="470034" y="643867"/>
                </a:lnTo>
                <a:lnTo>
                  <a:pt x="420669" y="643867"/>
                </a:lnTo>
                <a:cubicBezTo>
                  <a:pt x="417735" y="587703"/>
                  <a:pt x="433024" y="509875"/>
                  <a:pt x="433024" y="490242"/>
                </a:cubicBezTo>
                <a:cubicBezTo>
                  <a:pt x="433024" y="480425"/>
                  <a:pt x="424195" y="476504"/>
                  <a:pt x="424195" y="476504"/>
                </a:cubicBezTo>
                <a:close/>
                <a:moveTo>
                  <a:pt x="624534" y="425136"/>
                </a:moveTo>
                <a:lnTo>
                  <a:pt x="639992" y="425136"/>
                </a:lnTo>
                <a:lnTo>
                  <a:pt x="641995" y="441186"/>
                </a:lnTo>
                <a:lnTo>
                  <a:pt x="656946" y="441186"/>
                </a:lnTo>
                <a:lnTo>
                  <a:pt x="659146" y="425136"/>
                </a:lnTo>
                <a:lnTo>
                  <a:pt x="667694" y="425136"/>
                </a:lnTo>
                <a:lnTo>
                  <a:pt x="676213" y="425136"/>
                </a:lnTo>
                <a:lnTo>
                  <a:pt x="678413" y="441186"/>
                </a:lnTo>
                <a:lnTo>
                  <a:pt x="693363" y="441186"/>
                </a:lnTo>
                <a:lnTo>
                  <a:pt x="695366" y="425136"/>
                </a:lnTo>
                <a:lnTo>
                  <a:pt x="710825" y="425136"/>
                </a:lnTo>
                <a:lnTo>
                  <a:pt x="708709" y="447787"/>
                </a:lnTo>
                <a:lnTo>
                  <a:pt x="698131" y="456363"/>
                </a:lnTo>
                <a:lnTo>
                  <a:pt x="698723" y="467364"/>
                </a:lnTo>
                <a:lnTo>
                  <a:pt x="698808" y="467364"/>
                </a:lnTo>
                <a:cubicBezTo>
                  <a:pt x="698808" y="478817"/>
                  <a:pt x="709781" y="481074"/>
                  <a:pt x="709781" y="481074"/>
                </a:cubicBezTo>
                <a:lnTo>
                  <a:pt x="709781" y="493683"/>
                </a:lnTo>
                <a:lnTo>
                  <a:pt x="701234" y="493683"/>
                </a:lnTo>
                <a:cubicBezTo>
                  <a:pt x="701601" y="536222"/>
                  <a:pt x="722729" y="597689"/>
                  <a:pt x="722786" y="643895"/>
                </a:cubicBezTo>
                <a:lnTo>
                  <a:pt x="667694" y="643895"/>
                </a:lnTo>
                <a:lnTo>
                  <a:pt x="612602" y="643895"/>
                </a:lnTo>
                <a:cubicBezTo>
                  <a:pt x="612602" y="597717"/>
                  <a:pt x="633730" y="536222"/>
                  <a:pt x="634097" y="493683"/>
                </a:cubicBezTo>
                <a:lnTo>
                  <a:pt x="625549" y="493683"/>
                </a:lnTo>
                <a:lnTo>
                  <a:pt x="625549" y="481074"/>
                </a:lnTo>
                <a:cubicBezTo>
                  <a:pt x="625549" y="481074"/>
                  <a:pt x="636551" y="478817"/>
                  <a:pt x="636551" y="467364"/>
                </a:cubicBezTo>
                <a:lnTo>
                  <a:pt x="636607" y="467364"/>
                </a:lnTo>
                <a:lnTo>
                  <a:pt x="637228" y="456363"/>
                </a:lnTo>
                <a:lnTo>
                  <a:pt x="626650" y="447787"/>
                </a:lnTo>
                <a:close/>
                <a:moveTo>
                  <a:pt x="279370" y="425136"/>
                </a:moveTo>
                <a:lnTo>
                  <a:pt x="294829" y="425136"/>
                </a:lnTo>
                <a:lnTo>
                  <a:pt x="296832" y="441186"/>
                </a:lnTo>
                <a:lnTo>
                  <a:pt x="311782" y="441186"/>
                </a:lnTo>
                <a:lnTo>
                  <a:pt x="313983" y="425136"/>
                </a:lnTo>
                <a:lnTo>
                  <a:pt x="322502" y="425136"/>
                </a:lnTo>
                <a:lnTo>
                  <a:pt x="331049" y="425136"/>
                </a:lnTo>
                <a:lnTo>
                  <a:pt x="333249" y="441186"/>
                </a:lnTo>
                <a:lnTo>
                  <a:pt x="348200" y="441186"/>
                </a:lnTo>
                <a:lnTo>
                  <a:pt x="350203" y="425136"/>
                </a:lnTo>
                <a:lnTo>
                  <a:pt x="365661" y="425136"/>
                </a:lnTo>
                <a:lnTo>
                  <a:pt x="363546" y="447787"/>
                </a:lnTo>
                <a:lnTo>
                  <a:pt x="352967" y="456363"/>
                </a:lnTo>
                <a:lnTo>
                  <a:pt x="353588" y="467364"/>
                </a:lnTo>
                <a:lnTo>
                  <a:pt x="353644" y="467364"/>
                </a:lnTo>
                <a:cubicBezTo>
                  <a:pt x="353644" y="478817"/>
                  <a:pt x="364646" y="481074"/>
                  <a:pt x="364646" y="481074"/>
                </a:cubicBezTo>
                <a:lnTo>
                  <a:pt x="364646" y="493683"/>
                </a:lnTo>
                <a:lnTo>
                  <a:pt x="356098" y="493683"/>
                </a:lnTo>
                <a:cubicBezTo>
                  <a:pt x="356465" y="536222"/>
                  <a:pt x="377594" y="597689"/>
                  <a:pt x="377566" y="643895"/>
                </a:cubicBezTo>
                <a:lnTo>
                  <a:pt x="322474" y="643895"/>
                </a:lnTo>
                <a:lnTo>
                  <a:pt x="267410" y="643895"/>
                </a:lnTo>
                <a:cubicBezTo>
                  <a:pt x="267410" y="597717"/>
                  <a:pt x="288538" y="536222"/>
                  <a:pt x="288905" y="493683"/>
                </a:cubicBezTo>
                <a:lnTo>
                  <a:pt x="280358" y="493683"/>
                </a:lnTo>
                <a:lnTo>
                  <a:pt x="280358" y="481074"/>
                </a:lnTo>
                <a:cubicBezTo>
                  <a:pt x="280358" y="481074"/>
                  <a:pt x="291359" y="478817"/>
                  <a:pt x="291359" y="467364"/>
                </a:cubicBezTo>
                <a:lnTo>
                  <a:pt x="291416" y="467364"/>
                </a:lnTo>
                <a:lnTo>
                  <a:pt x="292036" y="456363"/>
                </a:lnTo>
                <a:lnTo>
                  <a:pt x="281458" y="447787"/>
                </a:lnTo>
                <a:close/>
                <a:moveTo>
                  <a:pt x="1008795" y="375686"/>
                </a:moveTo>
                <a:lnTo>
                  <a:pt x="1014380" y="401468"/>
                </a:lnTo>
                <a:lnTo>
                  <a:pt x="983125" y="442258"/>
                </a:lnTo>
                <a:lnTo>
                  <a:pt x="1021433" y="433937"/>
                </a:lnTo>
                <a:lnTo>
                  <a:pt x="1025918" y="454642"/>
                </a:lnTo>
                <a:lnTo>
                  <a:pt x="939147" y="473486"/>
                </a:lnTo>
                <a:lnTo>
                  <a:pt x="934662" y="452780"/>
                </a:lnTo>
                <a:lnTo>
                  <a:pt x="968146" y="445503"/>
                </a:lnTo>
                <a:cubicBezTo>
                  <a:pt x="958358" y="434501"/>
                  <a:pt x="941602" y="423641"/>
                  <a:pt x="927695" y="420679"/>
                </a:cubicBezTo>
                <a:lnTo>
                  <a:pt x="922927" y="398732"/>
                </a:lnTo>
                <a:cubicBezTo>
                  <a:pt x="939712" y="401327"/>
                  <a:pt x="959542" y="414275"/>
                  <a:pt x="970967" y="425700"/>
                </a:cubicBezTo>
                <a:close/>
                <a:moveTo>
                  <a:pt x="667637" y="368492"/>
                </a:moveTo>
                <a:cubicBezTo>
                  <a:pt x="686396" y="368492"/>
                  <a:pt x="701996" y="381750"/>
                  <a:pt x="701996" y="402964"/>
                </a:cubicBezTo>
                <a:lnTo>
                  <a:pt x="701996" y="410354"/>
                </a:lnTo>
                <a:lnTo>
                  <a:pt x="633279" y="410354"/>
                </a:lnTo>
                <a:lnTo>
                  <a:pt x="633279" y="402964"/>
                </a:lnTo>
                <a:cubicBezTo>
                  <a:pt x="633279" y="381750"/>
                  <a:pt x="648878" y="368492"/>
                  <a:pt x="667637" y="368492"/>
                </a:cubicBezTo>
                <a:close/>
                <a:moveTo>
                  <a:pt x="322530" y="368492"/>
                </a:moveTo>
                <a:cubicBezTo>
                  <a:pt x="341289" y="368492"/>
                  <a:pt x="356888" y="381750"/>
                  <a:pt x="356888" y="402964"/>
                </a:cubicBezTo>
                <a:lnTo>
                  <a:pt x="356888" y="410354"/>
                </a:lnTo>
                <a:lnTo>
                  <a:pt x="288172" y="410354"/>
                </a:lnTo>
                <a:lnTo>
                  <a:pt x="288172" y="402964"/>
                </a:lnTo>
                <a:cubicBezTo>
                  <a:pt x="288172" y="381750"/>
                  <a:pt x="303771" y="368492"/>
                  <a:pt x="322530" y="368492"/>
                </a:cubicBezTo>
                <a:close/>
                <a:moveTo>
                  <a:pt x="430767" y="356673"/>
                </a:moveTo>
                <a:lnTo>
                  <a:pt x="454011" y="356673"/>
                </a:lnTo>
                <a:lnTo>
                  <a:pt x="456381" y="374501"/>
                </a:lnTo>
                <a:lnTo>
                  <a:pt x="476889" y="374501"/>
                </a:lnTo>
                <a:lnTo>
                  <a:pt x="479258" y="356673"/>
                </a:lnTo>
                <a:lnTo>
                  <a:pt x="510937" y="356673"/>
                </a:lnTo>
                <a:lnTo>
                  <a:pt x="513306" y="374501"/>
                </a:lnTo>
                <a:lnTo>
                  <a:pt x="533814" y="374501"/>
                </a:lnTo>
                <a:lnTo>
                  <a:pt x="536212" y="356673"/>
                </a:lnTo>
                <a:lnTo>
                  <a:pt x="559428" y="356673"/>
                </a:lnTo>
                <a:lnTo>
                  <a:pt x="557905" y="385079"/>
                </a:lnTo>
                <a:cubicBezTo>
                  <a:pt x="557905" y="385079"/>
                  <a:pt x="545662" y="389988"/>
                  <a:pt x="545662" y="402738"/>
                </a:cubicBezTo>
                <a:cubicBezTo>
                  <a:pt x="545662" y="411567"/>
                  <a:pt x="549132" y="438168"/>
                  <a:pt x="549132" y="438168"/>
                </a:cubicBezTo>
                <a:lnTo>
                  <a:pt x="441063" y="438168"/>
                </a:lnTo>
                <a:cubicBezTo>
                  <a:pt x="441063" y="438168"/>
                  <a:pt x="444533" y="411567"/>
                  <a:pt x="444533" y="402738"/>
                </a:cubicBezTo>
                <a:cubicBezTo>
                  <a:pt x="444533" y="389988"/>
                  <a:pt x="432291" y="385079"/>
                  <a:pt x="432291" y="385079"/>
                </a:cubicBezTo>
                <a:close/>
                <a:moveTo>
                  <a:pt x="938664" y="280167"/>
                </a:moveTo>
                <a:cubicBezTo>
                  <a:pt x="931707" y="277963"/>
                  <a:pt x="923858" y="278436"/>
                  <a:pt x="916665" y="282201"/>
                </a:cubicBezTo>
                <a:cubicBezTo>
                  <a:pt x="902278" y="289705"/>
                  <a:pt x="897201" y="306884"/>
                  <a:pt x="904479" y="320791"/>
                </a:cubicBezTo>
                <a:cubicBezTo>
                  <a:pt x="911672" y="334529"/>
                  <a:pt x="928682" y="340171"/>
                  <a:pt x="943068" y="332639"/>
                </a:cubicBezTo>
                <a:cubicBezTo>
                  <a:pt x="957455" y="325107"/>
                  <a:pt x="962532" y="307928"/>
                  <a:pt x="955311" y="294190"/>
                </a:cubicBezTo>
                <a:cubicBezTo>
                  <a:pt x="951686" y="287251"/>
                  <a:pt x="945621" y="282371"/>
                  <a:pt x="938664" y="280167"/>
                </a:cubicBezTo>
                <a:close/>
                <a:moveTo>
                  <a:pt x="926006" y="258348"/>
                </a:moveTo>
                <a:cubicBezTo>
                  <a:pt x="944974" y="256926"/>
                  <a:pt x="963089" y="267314"/>
                  <a:pt x="972462" y="285192"/>
                </a:cubicBezTo>
                <a:cubicBezTo>
                  <a:pt x="984958" y="309028"/>
                  <a:pt x="977596" y="338055"/>
                  <a:pt x="952716" y="351116"/>
                </a:cubicBezTo>
                <a:cubicBezTo>
                  <a:pt x="927836" y="364148"/>
                  <a:pt x="899796" y="353626"/>
                  <a:pt x="887300" y="329790"/>
                </a:cubicBezTo>
                <a:cubicBezTo>
                  <a:pt x="874831" y="305953"/>
                  <a:pt x="882165" y="276870"/>
                  <a:pt x="907046" y="263866"/>
                </a:cubicBezTo>
                <a:cubicBezTo>
                  <a:pt x="913266" y="260608"/>
                  <a:pt x="919683" y="258822"/>
                  <a:pt x="926006" y="258348"/>
                </a:cubicBezTo>
                <a:close/>
                <a:moveTo>
                  <a:pt x="620980" y="249367"/>
                </a:moveTo>
                <a:cubicBezTo>
                  <a:pt x="638130" y="250326"/>
                  <a:pt x="652179" y="264486"/>
                  <a:pt x="652940" y="281637"/>
                </a:cubicBezTo>
                <a:cubicBezTo>
                  <a:pt x="653843" y="301130"/>
                  <a:pt x="638328" y="317209"/>
                  <a:pt x="619033" y="317209"/>
                </a:cubicBezTo>
                <a:cubicBezTo>
                  <a:pt x="610373" y="317209"/>
                  <a:pt x="602475" y="313965"/>
                  <a:pt x="596466" y="308605"/>
                </a:cubicBezTo>
                <a:cubicBezTo>
                  <a:pt x="596043" y="308210"/>
                  <a:pt x="596410" y="307477"/>
                  <a:pt x="596974" y="307646"/>
                </a:cubicBezTo>
                <a:cubicBezTo>
                  <a:pt x="599202" y="308295"/>
                  <a:pt x="601544" y="308633"/>
                  <a:pt x="603970" y="308633"/>
                </a:cubicBezTo>
                <a:cubicBezTo>
                  <a:pt x="619400" y="308633"/>
                  <a:pt x="631614" y="294867"/>
                  <a:pt x="629019" y="278957"/>
                </a:cubicBezTo>
                <a:cubicBezTo>
                  <a:pt x="627411" y="269084"/>
                  <a:pt x="619795" y="260932"/>
                  <a:pt x="610063" y="258591"/>
                </a:cubicBezTo>
                <a:cubicBezTo>
                  <a:pt x="605465" y="257491"/>
                  <a:pt x="601036" y="257688"/>
                  <a:pt x="597002" y="258845"/>
                </a:cubicBezTo>
                <a:cubicBezTo>
                  <a:pt x="596410" y="259042"/>
                  <a:pt x="596015" y="258309"/>
                  <a:pt x="596466" y="257914"/>
                </a:cubicBezTo>
                <a:cubicBezTo>
                  <a:pt x="602926" y="252187"/>
                  <a:pt x="611558" y="248859"/>
                  <a:pt x="620980" y="249367"/>
                </a:cubicBezTo>
                <a:close/>
                <a:moveTo>
                  <a:pt x="495084" y="243273"/>
                </a:moveTo>
                <a:cubicBezTo>
                  <a:pt x="495084" y="243273"/>
                  <a:pt x="547326" y="322963"/>
                  <a:pt x="547326" y="335065"/>
                </a:cubicBezTo>
                <a:lnTo>
                  <a:pt x="547326" y="340086"/>
                </a:lnTo>
                <a:lnTo>
                  <a:pt x="442812" y="340086"/>
                </a:lnTo>
                <a:lnTo>
                  <a:pt x="442812" y="335065"/>
                </a:lnTo>
                <a:cubicBezTo>
                  <a:pt x="442812" y="322963"/>
                  <a:pt x="495084" y="243273"/>
                  <a:pt x="495084" y="243273"/>
                </a:cubicBezTo>
                <a:close/>
                <a:moveTo>
                  <a:pt x="367015" y="242709"/>
                </a:moveTo>
                <a:lnTo>
                  <a:pt x="375196" y="269084"/>
                </a:lnTo>
                <a:lnTo>
                  <a:pt x="402135" y="262991"/>
                </a:lnTo>
                <a:lnTo>
                  <a:pt x="383376" y="283273"/>
                </a:lnTo>
                <a:lnTo>
                  <a:pt x="402135" y="303556"/>
                </a:lnTo>
                <a:lnTo>
                  <a:pt x="375196" y="297462"/>
                </a:lnTo>
                <a:lnTo>
                  <a:pt x="367015" y="323838"/>
                </a:lnTo>
                <a:lnTo>
                  <a:pt x="358835" y="297462"/>
                </a:lnTo>
                <a:lnTo>
                  <a:pt x="331895" y="303556"/>
                </a:lnTo>
                <a:lnTo>
                  <a:pt x="350654" y="283273"/>
                </a:lnTo>
                <a:lnTo>
                  <a:pt x="331895" y="262991"/>
                </a:lnTo>
                <a:lnTo>
                  <a:pt x="358835" y="269084"/>
                </a:lnTo>
                <a:close/>
                <a:moveTo>
                  <a:pt x="495084" y="198111"/>
                </a:moveTo>
                <a:cubicBezTo>
                  <a:pt x="504675" y="198111"/>
                  <a:pt x="512432" y="205868"/>
                  <a:pt x="512432" y="215459"/>
                </a:cubicBezTo>
                <a:cubicBezTo>
                  <a:pt x="512432" y="225022"/>
                  <a:pt x="504646" y="232808"/>
                  <a:pt x="495084" y="232808"/>
                </a:cubicBezTo>
                <a:cubicBezTo>
                  <a:pt x="485492" y="232808"/>
                  <a:pt x="477735" y="225051"/>
                  <a:pt x="477735" y="215459"/>
                </a:cubicBezTo>
                <a:cubicBezTo>
                  <a:pt x="477735" y="205868"/>
                  <a:pt x="485492" y="198111"/>
                  <a:pt x="495084" y="198111"/>
                </a:cubicBezTo>
                <a:close/>
                <a:moveTo>
                  <a:pt x="825973" y="112243"/>
                </a:moveTo>
                <a:lnTo>
                  <a:pt x="842109" y="125417"/>
                </a:lnTo>
                <a:lnTo>
                  <a:pt x="808202" y="172780"/>
                </a:lnTo>
                <a:lnTo>
                  <a:pt x="864253" y="148548"/>
                </a:lnTo>
                <a:lnTo>
                  <a:pt x="873590" y="157687"/>
                </a:lnTo>
                <a:lnTo>
                  <a:pt x="850430" y="214162"/>
                </a:lnTo>
                <a:lnTo>
                  <a:pt x="897088" y="179239"/>
                </a:lnTo>
                <a:lnTo>
                  <a:pt x="910741" y="195290"/>
                </a:lnTo>
                <a:lnTo>
                  <a:pt x="838329" y="246207"/>
                </a:lnTo>
                <a:lnTo>
                  <a:pt x="823576" y="231708"/>
                </a:lnTo>
                <a:lnTo>
                  <a:pt x="845832" y="176757"/>
                </a:lnTo>
                <a:lnTo>
                  <a:pt x="790881" y="199634"/>
                </a:lnTo>
                <a:lnTo>
                  <a:pt x="775846" y="184881"/>
                </a:lnTo>
                <a:close/>
                <a:moveTo>
                  <a:pt x="295985" y="37095"/>
                </a:moveTo>
                <a:lnTo>
                  <a:pt x="333870" y="117405"/>
                </a:lnTo>
                <a:lnTo>
                  <a:pt x="273193" y="146037"/>
                </a:lnTo>
                <a:lnTo>
                  <a:pt x="265661" y="130099"/>
                </a:lnTo>
                <a:lnTo>
                  <a:pt x="307184" y="110494"/>
                </a:lnTo>
                <a:lnTo>
                  <a:pt x="299822" y="94895"/>
                </a:lnTo>
                <a:lnTo>
                  <a:pt x="265153" y="111256"/>
                </a:lnTo>
                <a:lnTo>
                  <a:pt x="257649" y="95318"/>
                </a:lnTo>
                <a:lnTo>
                  <a:pt x="292290" y="78957"/>
                </a:lnTo>
                <a:lnTo>
                  <a:pt x="284335" y="62088"/>
                </a:lnTo>
                <a:lnTo>
                  <a:pt x="242812" y="81693"/>
                </a:lnTo>
                <a:lnTo>
                  <a:pt x="235280" y="65727"/>
                </a:lnTo>
                <a:close/>
                <a:moveTo>
                  <a:pt x="666311" y="26037"/>
                </a:moveTo>
                <a:lnTo>
                  <a:pt x="685944" y="33061"/>
                </a:lnTo>
                <a:lnTo>
                  <a:pt x="669809" y="89450"/>
                </a:lnTo>
                <a:lnTo>
                  <a:pt x="714464" y="47786"/>
                </a:lnTo>
                <a:lnTo>
                  <a:pt x="726340" y="53287"/>
                </a:lnTo>
                <a:lnTo>
                  <a:pt x="723491" y="114274"/>
                </a:lnTo>
                <a:lnTo>
                  <a:pt x="755790" y="65586"/>
                </a:lnTo>
                <a:lnTo>
                  <a:pt x="774013" y="76192"/>
                </a:lnTo>
                <a:lnTo>
                  <a:pt x="722898" y="148520"/>
                </a:lnTo>
                <a:lnTo>
                  <a:pt x="704139" y="139831"/>
                </a:lnTo>
                <a:lnTo>
                  <a:pt x="706650" y="80593"/>
                </a:lnTo>
                <a:lnTo>
                  <a:pt x="662559" y="120593"/>
                </a:lnTo>
                <a:lnTo>
                  <a:pt x="643434" y="111764"/>
                </a:lnTo>
                <a:close/>
                <a:moveTo>
                  <a:pt x="561487" y="1044"/>
                </a:moveTo>
                <a:cubicBezTo>
                  <a:pt x="587975" y="4344"/>
                  <a:pt x="600218" y="21975"/>
                  <a:pt x="597200" y="46178"/>
                </a:cubicBezTo>
                <a:lnTo>
                  <a:pt x="590316" y="97180"/>
                </a:lnTo>
                <a:lnTo>
                  <a:pt x="569414" y="94331"/>
                </a:lnTo>
                <a:lnTo>
                  <a:pt x="575225" y="47899"/>
                </a:lnTo>
                <a:cubicBezTo>
                  <a:pt x="577143" y="32553"/>
                  <a:pt x="573814" y="22285"/>
                  <a:pt x="559090" y="20423"/>
                </a:cubicBezTo>
                <a:cubicBezTo>
                  <a:pt x="544110" y="18562"/>
                  <a:pt x="538328" y="27927"/>
                  <a:pt x="536438" y="43019"/>
                </a:cubicBezTo>
                <a:lnTo>
                  <a:pt x="530627" y="89450"/>
                </a:lnTo>
                <a:lnTo>
                  <a:pt x="509696" y="87081"/>
                </a:lnTo>
                <a:lnTo>
                  <a:pt x="515535" y="36333"/>
                </a:lnTo>
                <a:cubicBezTo>
                  <a:pt x="518582" y="11904"/>
                  <a:pt x="534942" y="-2285"/>
                  <a:pt x="561487" y="1044"/>
                </a:cubicBezTo>
                <a:close/>
                <a:moveTo>
                  <a:pt x="448793" y="0"/>
                </a:moveTo>
                <a:lnTo>
                  <a:pt x="462192" y="87843"/>
                </a:lnTo>
                <a:lnTo>
                  <a:pt x="443433" y="90945"/>
                </a:lnTo>
                <a:lnTo>
                  <a:pt x="389300" y="45501"/>
                </a:lnTo>
                <a:lnTo>
                  <a:pt x="399371" y="98449"/>
                </a:lnTo>
                <a:lnTo>
                  <a:pt x="378948" y="101891"/>
                </a:lnTo>
                <a:lnTo>
                  <a:pt x="362671" y="14612"/>
                </a:lnTo>
                <a:lnTo>
                  <a:pt x="382982" y="11171"/>
                </a:lnTo>
                <a:lnTo>
                  <a:pt x="383405" y="13286"/>
                </a:lnTo>
                <a:cubicBezTo>
                  <a:pt x="383912" y="16305"/>
                  <a:pt x="386508" y="20085"/>
                  <a:pt x="390400" y="23131"/>
                </a:cubicBezTo>
                <a:lnTo>
                  <a:pt x="437848" y="63216"/>
                </a:lnTo>
                <a:lnTo>
                  <a:pt x="428144" y="3498"/>
                </a:lnTo>
                <a:close/>
              </a:path>
            </a:pathLst>
          </a:custGeom>
          <a:solidFill>
            <a:schemeClr val="accent2"/>
          </a:solidFill>
        </p:spPr>
        <p:txBody>
          <a:bodyPr wrap="square">
            <a:noAutofit/>
          </a:bodyPr>
          <a:lstStyle>
            <a:lvl1pPr marL="0" indent="0">
              <a:buNone/>
              <a:defRPr sz="100">
                <a:noFill/>
              </a:defRPr>
            </a:lvl1pPr>
            <a:lvl2pPr marL="63854" indent="0">
              <a:buNone/>
              <a:defRPr sz="100"/>
            </a:lvl2pPr>
            <a:lvl3pPr marL="141647" indent="0">
              <a:buNone/>
              <a:defRPr sz="100"/>
            </a:lvl3pPr>
            <a:lvl4pPr>
              <a:buNone/>
              <a:defRPr sz="100"/>
            </a:lvl4pPr>
            <a:lvl5pPr>
              <a:buNone/>
              <a:defRPr sz="100"/>
            </a:lvl5pPr>
          </a:lstStyle>
          <a:p>
            <a:pPr lvl="0"/>
            <a:r>
              <a:rPr lang="da-DK" dirty="0"/>
              <a:t>.</a:t>
            </a:r>
          </a:p>
        </p:txBody>
      </p:sp>
    </p:spTree>
    <p:extLst>
      <p:ext uri="{BB962C8B-B14F-4D97-AF65-F5344CB8AC3E}">
        <p14:creationId xmlns:p14="http://schemas.microsoft.com/office/powerpoint/2010/main" val="768726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hvid tekst baggrundsbille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1E5C199-BB2E-44F0-AD6D-7D9220B576B0}"/>
              </a:ext>
            </a:extLst>
          </p:cNvPr>
          <p:cNvSpPr>
            <a:spLocks noGrp="1"/>
          </p:cNvSpPr>
          <p:nvPr>
            <p:ph type="pic" sz="quarter" idx="17" hasCustomPrompt="1"/>
          </p:nvPr>
        </p:nvSpPr>
        <p:spPr>
          <a:xfrm>
            <a:off x="0" y="0"/>
            <a:ext cx="12192000" cy="6858000"/>
          </a:xfrm>
        </p:spPr>
        <p:txBody>
          <a:bodyPr tIns="36000"/>
          <a:lstStyle>
            <a:lvl1pPr marL="0" indent="0" algn="ctr">
              <a:buNone/>
              <a:defRPr sz="506"/>
            </a:lvl1pPr>
          </a:lstStyle>
          <a:p>
            <a:r>
              <a:rPr lang="da-DK" dirty="0"/>
              <a:t>Klik her og indsæt mørkt billede, via fanen Indsæt, Billeder</a:t>
            </a:r>
          </a:p>
        </p:txBody>
      </p:sp>
      <p:sp>
        <p:nvSpPr>
          <p:cNvPr id="2" name="Title 1"/>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bg1"/>
                </a:solidFill>
              </a:defRPr>
            </a:lvl1pPr>
          </a:lstStyle>
          <a:p>
            <a:r>
              <a:rPr lang="da-DK" dirty="0"/>
              <a:t>Indsæt titel</a:t>
            </a:r>
          </a:p>
        </p:txBody>
      </p:sp>
      <p:sp>
        <p:nvSpPr>
          <p:cNvPr id="14" name="Subtitle 2">
            <a:extLst>
              <a:ext uri="{FF2B5EF4-FFF2-40B4-BE49-F238E27FC236}">
                <a16:creationId xmlns:a16="http://schemas.microsoft.com/office/drawing/2014/main" id="{98A3A365-2E66-4DD0-BBA9-7884F7C6FE1A}"/>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bg1"/>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17" name="Text Placeholder 7">
            <a:extLst>
              <a:ext uri="{FF2B5EF4-FFF2-40B4-BE49-F238E27FC236}">
                <a16:creationId xmlns:a16="http://schemas.microsoft.com/office/drawing/2014/main" id="{17210D45-E4CC-4EA8-88D2-ED969CF9E4A2}"/>
              </a:ext>
            </a:extLst>
          </p:cNvPr>
          <p:cNvSpPr>
            <a:spLocks noGrp="1"/>
          </p:cNvSpPr>
          <p:nvPr>
            <p:ph type="body" sz="quarter" idx="18" hasCustomPrompt="1"/>
          </p:nvPr>
        </p:nvSpPr>
        <p:spPr>
          <a:xfrm>
            <a:off x="724879" y="310326"/>
            <a:ext cx="3419554"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19" name="Text Placeholder 9">
            <a:extLst>
              <a:ext uri="{FF2B5EF4-FFF2-40B4-BE49-F238E27FC236}">
                <a16:creationId xmlns:a16="http://schemas.microsoft.com/office/drawing/2014/main" id="{750877AE-C14F-454F-BCD1-42B3CE1CDE88}"/>
              </a:ext>
            </a:extLst>
          </p:cNvPr>
          <p:cNvSpPr>
            <a:spLocks noGrp="1"/>
          </p:cNvSpPr>
          <p:nvPr>
            <p:ph type="body" sz="quarter" idx="19" hasCustomPrompt="1"/>
          </p:nvPr>
        </p:nvSpPr>
        <p:spPr>
          <a:xfrm>
            <a:off x="4423998" y="310326"/>
            <a:ext cx="4097593"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0" name="Text Placeholder 17">
            <a:extLst>
              <a:ext uri="{FF2B5EF4-FFF2-40B4-BE49-F238E27FC236}">
                <a16:creationId xmlns:a16="http://schemas.microsoft.com/office/drawing/2014/main" id="{879B6635-A90F-4078-BB65-2CE867AF7B27}"/>
              </a:ext>
            </a:extLst>
          </p:cNvPr>
          <p:cNvSpPr>
            <a:spLocks noGrp="1"/>
          </p:cNvSpPr>
          <p:nvPr>
            <p:ph type="body" sz="quarter" idx="20" hasCustomPrompt="1"/>
          </p:nvPr>
        </p:nvSpPr>
        <p:spPr>
          <a:xfrm>
            <a:off x="4423998" y="531101"/>
            <a:ext cx="4097593" cy="180000"/>
          </a:xfrm>
        </p:spPr>
        <p:txBody>
          <a:bodyPr anchor="t"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21" name="Text Placeholder 20">
            <a:extLst>
              <a:ext uri="{FF2B5EF4-FFF2-40B4-BE49-F238E27FC236}">
                <a16:creationId xmlns:a16="http://schemas.microsoft.com/office/drawing/2014/main" id="{3A245F3C-0AA6-41EC-AEFA-026F6587B003}"/>
              </a:ext>
            </a:extLst>
          </p:cNvPr>
          <p:cNvSpPr>
            <a:spLocks noGrp="1"/>
          </p:cNvSpPr>
          <p:nvPr>
            <p:ph type="body" sz="quarter" idx="22" hasCustomPrompt="1"/>
          </p:nvPr>
        </p:nvSpPr>
        <p:spPr>
          <a:xfrm>
            <a:off x="10443601" y="5068884"/>
            <a:ext cx="1025918" cy="1069117"/>
          </a:xfrm>
          <a:custGeom>
            <a:avLst/>
            <a:gdLst>
              <a:gd name="connsiteX0" fmla="*/ 445718 w 1025918"/>
              <a:gd name="connsiteY0" fmla="*/ 980173 h 1069117"/>
              <a:gd name="connsiteX1" fmla="*/ 464702 w 1025918"/>
              <a:gd name="connsiteY1" fmla="*/ 980540 h 1069117"/>
              <a:gd name="connsiteX2" fmla="*/ 509639 w 1025918"/>
              <a:gd name="connsiteY2" fmla="*/ 1035095 h 1069117"/>
              <a:gd name="connsiteX3" fmla="*/ 509414 w 1025918"/>
              <a:gd name="connsiteY3" fmla="*/ 981188 h 1069117"/>
              <a:gd name="connsiteX4" fmla="*/ 530119 w 1025918"/>
              <a:gd name="connsiteY4" fmla="*/ 981527 h 1069117"/>
              <a:gd name="connsiteX5" fmla="*/ 530147 w 1025918"/>
              <a:gd name="connsiteY5" fmla="*/ 1069117 h 1069117"/>
              <a:gd name="connsiteX6" fmla="*/ 509544 w 1025918"/>
              <a:gd name="connsiteY6" fmla="*/ 1069117 h 1069117"/>
              <a:gd name="connsiteX7" fmla="*/ 509527 w 1025918"/>
              <a:gd name="connsiteY7" fmla="*/ 1067846 h 1069117"/>
              <a:gd name="connsiteX8" fmla="*/ 504449 w 1025918"/>
              <a:gd name="connsiteY8" fmla="*/ 1056901 h 1069117"/>
              <a:gd name="connsiteX9" fmla="*/ 465126 w 1025918"/>
              <a:gd name="connsiteY9" fmla="*/ 1008833 h 1069117"/>
              <a:gd name="connsiteX10" fmla="*/ 463748 w 1025918"/>
              <a:gd name="connsiteY10" fmla="*/ 1069117 h 1069117"/>
              <a:gd name="connsiteX11" fmla="*/ 451642 w 1025918"/>
              <a:gd name="connsiteY11" fmla="*/ 1069117 h 1069117"/>
              <a:gd name="connsiteX12" fmla="*/ 442812 w 1025918"/>
              <a:gd name="connsiteY12" fmla="*/ 1068974 h 1069117"/>
              <a:gd name="connsiteX13" fmla="*/ 660021 w 1025918"/>
              <a:gd name="connsiteY13" fmla="*/ 951513 h 1069117"/>
              <a:gd name="connsiteX14" fmla="*/ 686537 w 1025918"/>
              <a:gd name="connsiteY14" fmla="*/ 1036280 h 1069117"/>
              <a:gd name="connsiteX15" fmla="*/ 665973 w 1025918"/>
              <a:gd name="connsiteY15" fmla="*/ 1042345 h 1069117"/>
              <a:gd name="connsiteX16" fmla="*/ 655112 w 1025918"/>
              <a:gd name="connsiteY16" fmla="*/ 1007028 h 1069117"/>
              <a:gd name="connsiteX17" fmla="*/ 616043 w 1025918"/>
              <a:gd name="connsiteY17" fmla="*/ 1018509 h 1069117"/>
              <a:gd name="connsiteX18" fmla="*/ 626086 w 1025918"/>
              <a:gd name="connsiteY18" fmla="*/ 1054052 h 1069117"/>
              <a:gd name="connsiteX19" fmla="*/ 605408 w 1025918"/>
              <a:gd name="connsiteY19" fmla="*/ 1060145 h 1069117"/>
              <a:gd name="connsiteX20" fmla="*/ 581713 w 1025918"/>
              <a:gd name="connsiteY20" fmla="*/ 974559 h 1069117"/>
              <a:gd name="connsiteX21" fmla="*/ 601939 w 1025918"/>
              <a:gd name="connsiteY21" fmla="*/ 968607 h 1069117"/>
              <a:gd name="connsiteX22" fmla="*/ 611304 w 1025918"/>
              <a:gd name="connsiteY22" fmla="*/ 1001668 h 1069117"/>
              <a:gd name="connsiteX23" fmla="*/ 650006 w 1025918"/>
              <a:gd name="connsiteY23" fmla="*/ 990300 h 1069117"/>
              <a:gd name="connsiteX24" fmla="*/ 639908 w 1025918"/>
              <a:gd name="connsiteY24" fmla="*/ 957437 h 1069117"/>
              <a:gd name="connsiteX25" fmla="*/ 330880 w 1025918"/>
              <a:gd name="connsiteY25" fmla="*/ 950864 h 1069117"/>
              <a:gd name="connsiteX26" fmla="*/ 394886 w 1025918"/>
              <a:gd name="connsiteY26" fmla="*/ 971005 h 1069117"/>
              <a:gd name="connsiteX27" fmla="*/ 389610 w 1025918"/>
              <a:gd name="connsiteY27" fmla="*/ 987818 h 1069117"/>
              <a:gd name="connsiteX28" fmla="*/ 345802 w 1025918"/>
              <a:gd name="connsiteY28" fmla="*/ 974023 h 1069117"/>
              <a:gd name="connsiteX29" fmla="*/ 340640 w 1025918"/>
              <a:gd name="connsiteY29" fmla="*/ 990469 h 1069117"/>
              <a:gd name="connsiteX30" fmla="*/ 377171 w 1025918"/>
              <a:gd name="connsiteY30" fmla="*/ 1001978 h 1069117"/>
              <a:gd name="connsiteX31" fmla="*/ 371895 w 1025918"/>
              <a:gd name="connsiteY31" fmla="*/ 1018791 h 1069117"/>
              <a:gd name="connsiteX32" fmla="*/ 335337 w 1025918"/>
              <a:gd name="connsiteY32" fmla="*/ 1007310 h 1069117"/>
              <a:gd name="connsiteX33" fmla="*/ 329752 w 1025918"/>
              <a:gd name="connsiteY33" fmla="*/ 1025081 h 1069117"/>
              <a:gd name="connsiteX34" fmla="*/ 373560 w 1025918"/>
              <a:gd name="connsiteY34" fmla="*/ 1038875 h 1069117"/>
              <a:gd name="connsiteX35" fmla="*/ 368257 w 1025918"/>
              <a:gd name="connsiteY35" fmla="*/ 1055716 h 1069117"/>
              <a:gd name="connsiteX36" fmla="*/ 304251 w 1025918"/>
              <a:gd name="connsiteY36" fmla="*/ 1035575 h 1069117"/>
              <a:gd name="connsiteX37" fmla="*/ 215252 w 1025918"/>
              <a:gd name="connsiteY37" fmla="*/ 947959 h 1069117"/>
              <a:gd name="connsiteX38" fmla="*/ 203235 w 1025918"/>
              <a:gd name="connsiteY38" fmla="*/ 965561 h 1069117"/>
              <a:gd name="connsiteX39" fmla="*/ 219145 w 1025918"/>
              <a:gd name="connsiteY39" fmla="*/ 976421 h 1069117"/>
              <a:gd name="connsiteX40" fmla="*/ 236719 w 1025918"/>
              <a:gd name="connsiteY40" fmla="*/ 975208 h 1069117"/>
              <a:gd name="connsiteX41" fmla="*/ 231162 w 1025918"/>
              <a:gd name="connsiteY41" fmla="*/ 958819 h 1069117"/>
              <a:gd name="connsiteX42" fmla="*/ 743180 w 1025918"/>
              <a:gd name="connsiteY42" fmla="*/ 930779 h 1069117"/>
              <a:gd name="connsiteX43" fmla="*/ 748455 w 1025918"/>
              <a:gd name="connsiteY43" fmla="*/ 966125 h 1069117"/>
              <a:gd name="connsiteX44" fmla="*/ 772884 w 1025918"/>
              <a:gd name="connsiteY44" fmla="*/ 950892 h 1069117"/>
              <a:gd name="connsiteX45" fmla="*/ 235252 w 1025918"/>
              <a:gd name="connsiteY45" fmla="*/ 918593 h 1069117"/>
              <a:gd name="connsiteX46" fmla="*/ 224025 w 1025918"/>
              <a:gd name="connsiteY46" fmla="*/ 935067 h 1069117"/>
              <a:gd name="connsiteX47" fmla="*/ 235449 w 1025918"/>
              <a:gd name="connsiteY47" fmla="*/ 942853 h 1069117"/>
              <a:gd name="connsiteX48" fmla="*/ 252318 w 1025918"/>
              <a:gd name="connsiteY48" fmla="*/ 941753 h 1069117"/>
              <a:gd name="connsiteX49" fmla="*/ 246676 w 1025918"/>
              <a:gd name="connsiteY49" fmla="*/ 926379 h 1069117"/>
              <a:gd name="connsiteX50" fmla="*/ 741911 w 1025918"/>
              <a:gd name="connsiteY50" fmla="*/ 907225 h 1069117"/>
              <a:gd name="connsiteX51" fmla="*/ 823181 w 1025918"/>
              <a:gd name="connsiteY51" fmla="*/ 959467 h 1069117"/>
              <a:gd name="connsiteX52" fmla="*/ 805240 w 1025918"/>
              <a:gd name="connsiteY52" fmla="*/ 972782 h 1069117"/>
              <a:gd name="connsiteX53" fmla="*/ 788907 w 1025918"/>
              <a:gd name="connsiteY53" fmla="*/ 961725 h 1069117"/>
              <a:gd name="connsiteX54" fmla="*/ 751305 w 1025918"/>
              <a:gd name="connsiteY54" fmla="*/ 985166 h 1069117"/>
              <a:gd name="connsiteX55" fmla="*/ 754238 w 1025918"/>
              <a:gd name="connsiteY55" fmla="*/ 1004884 h 1069117"/>
              <a:gd name="connsiteX56" fmla="*/ 735113 w 1025918"/>
              <a:gd name="connsiteY56" fmla="*/ 1014898 h 1069117"/>
              <a:gd name="connsiteX57" fmla="*/ 723011 w 1025918"/>
              <a:gd name="connsiteY57" fmla="*/ 919129 h 1069117"/>
              <a:gd name="connsiteX58" fmla="*/ 226761 w 1025918"/>
              <a:gd name="connsiteY58" fmla="*/ 893459 h 1069117"/>
              <a:gd name="connsiteX59" fmla="*/ 255788 w 1025918"/>
              <a:gd name="connsiteY59" fmla="*/ 913261 h 1069117"/>
              <a:gd name="connsiteX60" fmla="*/ 271359 w 1025918"/>
              <a:gd name="connsiteY60" fmla="*/ 951202 h 1069117"/>
              <a:gd name="connsiteX61" fmla="*/ 250992 w 1025918"/>
              <a:gd name="connsiteY61" fmla="*/ 959891 h 1069117"/>
              <a:gd name="connsiteX62" fmla="*/ 253672 w 1025918"/>
              <a:gd name="connsiteY62" fmla="*/ 987676 h 1069117"/>
              <a:gd name="connsiteX63" fmla="*/ 210231 w 1025918"/>
              <a:gd name="connsiteY63" fmla="*/ 989679 h 1069117"/>
              <a:gd name="connsiteX64" fmla="*/ 176690 w 1025918"/>
              <a:gd name="connsiteY64" fmla="*/ 966802 h 1069117"/>
              <a:gd name="connsiteX65" fmla="*/ 154377 w 1025918"/>
              <a:gd name="connsiteY65" fmla="*/ 860426 h 1069117"/>
              <a:gd name="connsiteX66" fmla="*/ 98467 w 1025918"/>
              <a:gd name="connsiteY66" fmla="*/ 866181 h 1069117"/>
              <a:gd name="connsiteX67" fmla="*/ 100639 w 1025918"/>
              <a:gd name="connsiteY67" fmla="*/ 871343 h 1069117"/>
              <a:gd name="connsiteX68" fmla="*/ 139398 w 1025918"/>
              <a:gd name="connsiteY68" fmla="*/ 882627 h 1069117"/>
              <a:gd name="connsiteX69" fmla="*/ 154377 w 1025918"/>
              <a:gd name="connsiteY69" fmla="*/ 860426 h 1069117"/>
              <a:gd name="connsiteX70" fmla="*/ 134190 w 1025918"/>
              <a:gd name="connsiteY70" fmla="*/ 830197 h 1069117"/>
              <a:gd name="connsiteX71" fmla="*/ 112233 w 1025918"/>
              <a:gd name="connsiteY71" fmla="*/ 832556 h 1069117"/>
              <a:gd name="connsiteX72" fmla="*/ 97311 w 1025918"/>
              <a:gd name="connsiteY72" fmla="*/ 854390 h 1069117"/>
              <a:gd name="connsiteX73" fmla="*/ 153023 w 1025918"/>
              <a:gd name="connsiteY73" fmla="*/ 848607 h 1069117"/>
              <a:gd name="connsiteX74" fmla="*/ 151048 w 1025918"/>
              <a:gd name="connsiteY74" fmla="*/ 843980 h 1069117"/>
              <a:gd name="connsiteX75" fmla="*/ 134190 w 1025918"/>
              <a:gd name="connsiteY75" fmla="*/ 830197 h 1069117"/>
              <a:gd name="connsiteX76" fmla="*/ 495084 w 1025918"/>
              <a:gd name="connsiteY76" fmla="*/ 812076 h 1069117"/>
              <a:gd name="connsiteX77" fmla="*/ 584844 w 1025918"/>
              <a:gd name="connsiteY77" fmla="*/ 836562 h 1069117"/>
              <a:gd name="connsiteX78" fmla="*/ 495084 w 1025918"/>
              <a:gd name="connsiteY78" fmla="*/ 849425 h 1069117"/>
              <a:gd name="connsiteX79" fmla="*/ 405323 w 1025918"/>
              <a:gd name="connsiteY79" fmla="*/ 836562 h 1069117"/>
              <a:gd name="connsiteX80" fmla="*/ 495084 w 1025918"/>
              <a:gd name="connsiteY80" fmla="*/ 812076 h 1069117"/>
              <a:gd name="connsiteX81" fmla="*/ 121238 w 1025918"/>
              <a:gd name="connsiteY81" fmla="*/ 808619 h 1069117"/>
              <a:gd name="connsiteX82" fmla="*/ 168086 w 1025918"/>
              <a:gd name="connsiteY82" fmla="*/ 834756 h 1069117"/>
              <a:gd name="connsiteX83" fmla="*/ 172769 w 1025918"/>
              <a:gd name="connsiteY83" fmla="*/ 846576 h 1069117"/>
              <a:gd name="connsiteX84" fmla="*/ 185209 w 1025918"/>
              <a:gd name="connsiteY84" fmla="*/ 845278 h 1069117"/>
              <a:gd name="connsiteX85" fmla="*/ 186479 w 1025918"/>
              <a:gd name="connsiteY85" fmla="*/ 857126 h 1069117"/>
              <a:gd name="connsiteX86" fmla="*/ 174377 w 1025918"/>
              <a:gd name="connsiteY86" fmla="*/ 858395 h 1069117"/>
              <a:gd name="connsiteX87" fmla="*/ 149299 w 1025918"/>
              <a:gd name="connsiteY87" fmla="*/ 900962 h 1069117"/>
              <a:gd name="connsiteX88" fmla="*/ 83573 w 1025918"/>
              <a:gd name="connsiteY88" fmla="*/ 880596 h 1069117"/>
              <a:gd name="connsiteX89" fmla="*/ 78777 w 1025918"/>
              <a:gd name="connsiteY89" fmla="*/ 868240 h 1069117"/>
              <a:gd name="connsiteX90" fmla="*/ 66168 w 1025918"/>
              <a:gd name="connsiteY90" fmla="*/ 869538 h 1069117"/>
              <a:gd name="connsiteX91" fmla="*/ 64532 w 1025918"/>
              <a:gd name="connsiteY91" fmla="*/ 857831 h 1069117"/>
              <a:gd name="connsiteX92" fmla="*/ 77282 w 1025918"/>
              <a:gd name="connsiteY92" fmla="*/ 856505 h 1069117"/>
              <a:gd name="connsiteX93" fmla="*/ 102360 w 1025918"/>
              <a:gd name="connsiteY93" fmla="*/ 814418 h 1069117"/>
              <a:gd name="connsiteX94" fmla="*/ 121238 w 1025918"/>
              <a:gd name="connsiteY94" fmla="*/ 808619 h 1069117"/>
              <a:gd name="connsiteX95" fmla="*/ 852320 w 1025918"/>
              <a:gd name="connsiteY95" fmla="*/ 803360 h 1069117"/>
              <a:gd name="connsiteX96" fmla="*/ 893167 w 1025918"/>
              <a:gd name="connsiteY96" fmla="*/ 894615 h 1069117"/>
              <a:gd name="connsiteX97" fmla="*/ 877850 w 1025918"/>
              <a:gd name="connsiteY97" fmla="*/ 910864 h 1069117"/>
              <a:gd name="connsiteX98" fmla="*/ 784422 w 1025918"/>
              <a:gd name="connsiteY98" fmla="*/ 875405 h 1069117"/>
              <a:gd name="connsiteX99" fmla="*/ 801488 w 1025918"/>
              <a:gd name="connsiteY99" fmla="*/ 860116 h 1069117"/>
              <a:gd name="connsiteX100" fmla="*/ 867440 w 1025918"/>
              <a:gd name="connsiteY100" fmla="*/ 885702 h 1069117"/>
              <a:gd name="connsiteX101" fmla="*/ 838301 w 1025918"/>
              <a:gd name="connsiteY101" fmla="*/ 821075 h 1069117"/>
              <a:gd name="connsiteX102" fmla="*/ 495055 w 1025918"/>
              <a:gd name="connsiteY102" fmla="*/ 739185 h 1069117"/>
              <a:gd name="connsiteX103" fmla="*/ 559851 w 1025918"/>
              <a:gd name="connsiteY103" fmla="*/ 758395 h 1069117"/>
              <a:gd name="connsiteX104" fmla="*/ 611502 w 1025918"/>
              <a:gd name="connsiteY104" fmla="*/ 771597 h 1069117"/>
              <a:gd name="connsiteX105" fmla="*/ 663293 w 1025918"/>
              <a:gd name="connsiteY105" fmla="*/ 759128 h 1069117"/>
              <a:gd name="connsiteX106" fmla="*/ 733025 w 1025918"/>
              <a:gd name="connsiteY106" fmla="*/ 740624 h 1069117"/>
              <a:gd name="connsiteX107" fmla="*/ 610599 w 1025918"/>
              <a:gd name="connsiteY107" fmla="*/ 805955 h 1069117"/>
              <a:gd name="connsiteX108" fmla="*/ 546367 w 1025918"/>
              <a:gd name="connsiteY108" fmla="*/ 791117 h 1069117"/>
              <a:gd name="connsiteX109" fmla="*/ 495055 w 1025918"/>
              <a:gd name="connsiteY109" fmla="*/ 774530 h 1069117"/>
              <a:gd name="connsiteX110" fmla="*/ 443743 w 1025918"/>
              <a:gd name="connsiteY110" fmla="*/ 791117 h 1069117"/>
              <a:gd name="connsiteX111" fmla="*/ 379512 w 1025918"/>
              <a:gd name="connsiteY111" fmla="*/ 805955 h 1069117"/>
              <a:gd name="connsiteX112" fmla="*/ 257085 w 1025918"/>
              <a:gd name="connsiteY112" fmla="*/ 740624 h 1069117"/>
              <a:gd name="connsiteX113" fmla="*/ 326818 w 1025918"/>
              <a:gd name="connsiteY113" fmla="*/ 759128 h 1069117"/>
              <a:gd name="connsiteX114" fmla="*/ 378609 w 1025918"/>
              <a:gd name="connsiteY114" fmla="*/ 771597 h 1069117"/>
              <a:gd name="connsiteX115" fmla="*/ 430259 w 1025918"/>
              <a:gd name="connsiteY115" fmla="*/ 758395 h 1069117"/>
              <a:gd name="connsiteX116" fmla="*/ 495055 w 1025918"/>
              <a:gd name="connsiteY116" fmla="*/ 739185 h 1069117"/>
              <a:gd name="connsiteX117" fmla="*/ 911192 w 1025918"/>
              <a:gd name="connsiteY117" fmla="*/ 698028 h 1069117"/>
              <a:gd name="connsiteX118" fmla="*/ 991136 w 1025918"/>
              <a:gd name="connsiteY118" fmla="*/ 736674 h 1069117"/>
              <a:gd name="connsiteX119" fmla="*/ 981884 w 1025918"/>
              <a:gd name="connsiteY119" fmla="*/ 755066 h 1069117"/>
              <a:gd name="connsiteX120" fmla="*/ 979937 w 1025918"/>
              <a:gd name="connsiteY120" fmla="*/ 754136 h 1069117"/>
              <a:gd name="connsiteX121" fmla="*/ 967892 w 1025918"/>
              <a:gd name="connsiteY121" fmla="*/ 753938 h 1069117"/>
              <a:gd name="connsiteX122" fmla="*/ 907497 w 1025918"/>
              <a:gd name="connsiteY122" fmla="*/ 768381 h 1069117"/>
              <a:gd name="connsiteX123" fmla="*/ 961348 w 1025918"/>
              <a:gd name="connsiteY123" fmla="*/ 795969 h 1069117"/>
              <a:gd name="connsiteX124" fmla="*/ 951926 w 1025918"/>
              <a:gd name="connsiteY124" fmla="*/ 814672 h 1069117"/>
              <a:gd name="connsiteX125" fmla="*/ 873167 w 1025918"/>
              <a:gd name="connsiteY125" fmla="*/ 773402 h 1069117"/>
              <a:gd name="connsiteX126" fmla="*/ 881771 w 1025918"/>
              <a:gd name="connsiteY126" fmla="*/ 756449 h 1069117"/>
              <a:gd name="connsiteX127" fmla="*/ 950459 w 1025918"/>
              <a:gd name="connsiteY127" fmla="*/ 739777 h 1069117"/>
              <a:gd name="connsiteX128" fmla="*/ 901855 w 1025918"/>
              <a:gd name="connsiteY128" fmla="*/ 716505 h 1069117"/>
              <a:gd name="connsiteX129" fmla="*/ 79059 w 1025918"/>
              <a:gd name="connsiteY129" fmla="*/ 698028 h 1069117"/>
              <a:gd name="connsiteX130" fmla="*/ 88256 w 1025918"/>
              <a:gd name="connsiteY130" fmla="*/ 717097 h 1069117"/>
              <a:gd name="connsiteX131" fmla="*/ 57395 w 1025918"/>
              <a:gd name="connsiteY131" fmla="*/ 731963 h 1069117"/>
              <a:gd name="connsiteX132" fmla="*/ 102529 w 1025918"/>
              <a:gd name="connsiteY132" fmla="*/ 746688 h 1069117"/>
              <a:gd name="connsiteX133" fmla="*/ 112289 w 1025918"/>
              <a:gd name="connsiteY133" fmla="*/ 766914 h 1069117"/>
              <a:gd name="connsiteX134" fmla="*/ 59285 w 1025918"/>
              <a:gd name="connsiteY134" fmla="*/ 751907 h 1069117"/>
              <a:gd name="connsiteX135" fmla="*/ 34179 w 1025918"/>
              <a:gd name="connsiteY135" fmla="*/ 809368 h 1069117"/>
              <a:gd name="connsiteX136" fmla="*/ 22726 w 1025918"/>
              <a:gd name="connsiteY136" fmla="*/ 785617 h 1069117"/>
              <a:gd name="connsiteX137" fmla="*/ 43601 w 1025918"/>
              <a:gd name="connsiteY137" fmla="*/ 738649 h 1069117"/>
              <a:gd name="connsiteX138" fmla="*/ 8283 w 1025918"/>
              <a:gd name="connsiteY138" fmla="*/ 755687 h 1069117"/>
              <a:gd name="connsiteX139" fmla="*/ 0 w 1025918"/>
              <a:gd name="connsiteY139" fmla="*/ 738563 h 1069117"/>
              <a:gd name="connsiteX140" fmla="*/ 0 w 1025918"/>
              <a:gd name="connsiteY140" fmla="*/ 736164 h 1069117"/>
              <a:gd name="connsiteX141" fmla="*/ 258750 w 1025918"/>
              <a:gd name="connsiteY141" fmla="*/ 664995 h 1069117"/>
              <a:gd name="connsiteX142" fmla="*/ 326000 w 1025918"/>
              <a:gd name="connsiteY142" fmla="*/ 686801 h 1069117"/>
              <a:gd name="connsiteX143" fmla="*/ 377142 w 1025918"/>
              <a:gd name="connsiteY143" fmla="*/ 701977 h 1069117"/>
              <a:gd name="connsiteX144" fmla="*/ 428313 w 1025918"/>
              <a:gd name="connsiteY144" fmla="*/ 686801 h 1069117"/>
              <a:gd name="connsiteX145" fmla="*/ 495084 w 1025918"/>
              <a:gd name="connsiteY145" fmla="*/ 668268 h 1069117"/>
              <a:gd name="connsiteX146" fmla="*/ 561854 w 1025918"/>
              <a:gd name="connsiteY146" fmla="*/ 686801 h 1069117"/>
              <a:gd name="connsiteX147" fmla="*/ 613025 w 1025918"/>
              <a:gd name="connsiteY147" fmla="*/ 701977 h 1069117"/>
              <a:gd name="connsiteX148" fmla="*/ 664167 w 1025918"/>
              <a:gd name="connsiteY148" fmla="*/ 686801 h 1069117"/>
              <a:gd name="connsiteX149" fmla="*/ 731417 w 1025918"/>
              <a:gd name="connsiteY149" fmla="*/ 664995 h 1069117"/>
              <a:gd name="connsiteX150" fmla="*/ 778413 w 1025918"/>
              <a:gd name="connsiteY150" fmla="*/ 671737 h 1069117"/>
              <a:gd name="connsiteX151" fmla="*/ 760049 w 1025918"/>
              <a:gd name="connsiteY151" fmla="*/ 703698 h 1069117"/>
              <a:gd name="connsiteX152" fmla="*/ 731445 w 1025918"/>
              <a:gd name="connsiteY152" fmla="*/ 700934 h 1069117"/>
              <a:gd name="connsiteX153" fmla="*/ 678610 w 1025918"/>
              <a:gd name="connsiteY153" fmla="*/ 716082 h 1069117"/>
              <a:gd name="connsiteX154" fmla="*/ 616043 w 1025918"/>
              <a:gd name="connsiteY154" fmla="*/ 736759 h 1069117"/>
              <a:gd name="connsiteX155" fmla="*/ 548060 w 1025918"/>
              <a:gd name="connsiteY155" fmla="*/ 717097 h 1069117"/>
              <a:gd name="connsiteX156" fmla="*/ 495084 w 1025918"/>
              <a:gd name="connsiteY156" fmla="*/ 702739 h 1069117"/>
              <a:gd name="connsiteX157" fmla="*/ 442107 w 1025918"/>
              <a:gd name="connsiteY157" fmla="*/ 717097 h 1069117"/>
              <a:gd name="connsiteX158" fmla="*/ 374124 w 1025918"/>
              <a:gd name="connsiteY158" fmla="*/ 736759 h 1069117"/>
              <a:gd name="connsiteX159" fmla="*/ 311557 w 1025918"/>
              <a:gd name="connsiteY159" fmla="*/ 716082 h 1069117"/>
              <a:gd name="connsiteX160" fmla="*/ 258721 w 1025918"/>
              <a:gd name="connsiteY160" fmla="*/ 700934 h 1069117"/>
              <a:gd name="connsiteX161" fmla="*/ 230118 w 1025918"/>
              <a:gd name="connsiteY161" fmla="*/ 703698 h 1069117"/>
              <a:gd name="connsiteX162" fmla="*/ 211754 w 1025918"/>
              <a:gd name="connsiteY162" fmla="*/ 671737 h 1069117"/>
              <a:gd name="connsiteX163" fmla="*/ 258750 w 1025918"/>
              <a:gd name="connsiteY163" fmla="*/ 664995 h 1069117"/>
              <a:gd name="connsiteX164" fmla="*/ 949867 w 1025918"/>
              <a:gd name="connsiteY164" fmla="*/ 589283 h 1069117"/>
              <a:gd name="connsiteX165" fmla="*/ 959317 w 1025918"/>
              <a:gd name="connsiteY165" fmla="*/ 606265 h 1069117"/>
              <a:gd name="connsiteX166" fmla="*/ 946482 w 1025918"/>
              <a:gd name="connsiteY166" fmla="*/ 624685 h 1069117"/>
              <a:gd name="connsiteX167" fmla="*/ 951841 w 1025918"/>
              <a:gd name="connsiteY167" fmla="*/ 639467 h 1069117"/>
              <a:gd name="connsiteX168" fmla="*/ 966228 w 1025918"/>
              <a:gd name="connsiteY168" fmla="*/ 624826 h 1069117"/>
              <a:gd name="connsiteX169" fmla="*/ 1001404 w 1025918"/>
              <a:gd name="connsiteY169" fmla="*/ 597548 h 1069117"/>
              <a:gd name="connsiteX170" fmla="*/ 1023435 w 1025918"/>
              <a:gd name="connsiteY170" fmla="*/ 638508 h 1069117"/>
              <a:gd name="connsiteX171" fmla="*/ 998753 w 1025918"/>
              <a:gd name="connsiteY171" fmla="*/ 673317 h 1069117"/>
              <a:gd name="connsiteX172" fmla="*/ 988879 w 1025918"/>
              <a:gd name="connsiteY172" fmla="*/ 655856 h 1069117"/>
              <a:gd name="connsiteX173" fmla="*/ 1006059 w 1025918"/>
              <a:gd name="connsiteY173" fmla="*/ 634417 h 1069117"/>
              <a:gd name="connsiteX174" fmla="*/ 999091 w 1025918"/>
              <a:gd name="connsiteY174" fmla="*/ 618028 h 1069117"/>
              <a:gd name="connsiteX175" fmla="*/ 983548 w 1025918"/>
              <a:gd name="connsiteY175" fmla="*/ 633543 h 1069117"/>
              <a:gd name="connsiteX176" fmla="*/ 949387 w 1025918"/>
              <a:gd name="connsiteY176" fmla="*/ 659805 h 1069117"/>
              <a:gd name="connsiteX177" fmla="*/ 929302 w 1025918"/>
              <a:gd name="connsiteY177" fmla="*/ 620651 h 1069117"/>
              <a:gd name="connsiteX178" fmla="*/ 949867 w 1025918"/>
              <a:gd name="connsiteY178" fmla="*/ 589283 h 1069117"/>
              <a:gd name="connsiteX179" fmla="*/ 424195 w 1025918"/>
              <a:gd name="connsiteY179" fmla="*/ 455094 h 1069117"/>
              <a:gd name="connsiteX180" fmla="*/ 565972 w 1025918"/>
              <a:gd name="connsiteY180" fmla="*/ 455094 h 1069117"/>
              <a:gd name="connsiteX181" fmla="*/ 565916 w 1025918"/>
              <a:gd name="connsiteY181" fmla="*/ 476504 h 1069117"/>
              <a:gd name="connsiteX182" fmla="*/ 557087 w 1025918"/>
              <a:gd name="connsiteY182" fmla="*/ 490242 h 1069117"/>
              <a:gd name="connsiteX183" fmla="*/ 569442 w 1025918"/>
              <a:gd name="connsiteY183" fmla="*/ 643867 h 1069117"/>
              <a:gd name="connsiteX184" fmla="*/ 520077 w 1025918"/>
              <a:gd name="connsiteY184" fmla="*/ 643867 h 1069117"/>
              <a:gd name="connsiteX185" fmla="*/ 516353 w 1025918"/>
              <a:gd name="connsiteY185" fmla="*/ 590552 h 1069117"/>
              <a:gd name="connsiteX186" fmla="*/ 495055 w 1025918"/>
              <a:gd name="connsiteY186" fmla="*/ 569226 h 1069117"/>
              <a:gd name="connsiteX187" fmla="*/ 473758 w 1025918"/>
              <a:gd name="connsiteY187" fmla="*/ 590552 h 1069117"/>
              <a:gd name="connsiteX188" fmla="*/ 470034 w 1025918"/>
              <a:gd name="connsiteY188" fmla="*/ 643867 h 1069117"/>
              <a:gd name="connsiteX189" fmla="*/ 420669 w 1025918"/>
              <a:gd name="connsiteY189" fmla="*/ 643867 h 1069117"/>
              <a:gd name="connsiteX190" fmla="*/ 433024 w 1025918"/>
              <a:gd name="connsiteY190" fmla="*/ 490242 h 1069117"/>
              <a:gd name="connsiteX191" fmla="*/ 424195 w 1025918"/>
              <a:gd name="connsiteY191" fmla="*/ 476504 h 1069117"/>
              <a:gd name="connsiteX192" fmla="*/ 624534 w 1025918"/>
              <a:gd name="connsiteY192" fmla="*/ 425136 h 1069117"/>
              <a:gd name="connsiteX193" fmla="*/ 639992 w 1025918"/>
              <a:gd name="connsiteY193" fmla="*/ 425136 h 1069117"/>
              <a:gd name="connsiteX194" fmla="*/ 641995 w 1025918"/>
              <a:gd name="connsiteY194" fmla="*/ 441186 h 1069117"/>
              <a:gd name="connsiteX195" fmla="*/ 656946 w 1025918"/>
              <a:gd name="connsiteY195" fmla="*/ 441186 h 1069117"/>
              <a:gd name="connsiteX196" fmla="*/ 659146 w 1025918"/>
              <a:gd name="connsiteY196" fmla="*/ 425136 h 1069117"/>
              <a:gd name="connsiteX197" fmla="*/ 667694 w 1025918"/>
              <a:gd name="connsiteY197" fmla="*/ 425136 h 1069117"/>
              <a:gd name="connsiteX198" fmla="*/ 676213 w 1025918"/>
              <a:gd name="connsiteY198" fmla="*/ 425136 h 1069117"/>
              <a:gd name="connsiteX199" fmla="*/ 678413 w 1025918"/>
              <a:gd name="connsiteY199" fmla="*/ 441186 h 1069117"/>
              <a:gd name="connsiteX200" fmla="*/ 693363 w 1025918"/>
              <a:gd name="connsiteY200" fmla="*/ 441186 h 1069117"/>
              <a:gd name="connsiteX201" fmla="*/ 695366 w 1025918"/>
              <a:gd name="connsiteY201" fmla="*/ 425136 h 1069117"/>
              <a:gd name="connsiteX202" fmla="*/ 710825 w 1025918"/>
              <a:gd name="connsiteY202" fmla="*/ 425136 h 1069117"/>
              <a:gd name="connsiteX203" fmla="*/ 708709 w 1025918"/>
              <a:gd name="connsiteY203" fmla="*/ 447787 h 1069117"/>
              <a:gd name="connsiteX204" fmla="*/ 698131 w 1025918"/>
              <a:gd name="connsiteY204" fmla="*/ 456363 h 1069117"/>
              <a:gd name="connsiteX205" fmla="*/ 698723 w 1025918"/>
              <a:gd name="connsiteY205" fmla="*/ 467364 h 1069117"/>
              <a:gd name="connsiteX206" fmla="*/ 698808 w 1025918"/>
              <a:gd name="connsiteY206" fmla="*/ 467364 h 1069117"/>
              <a:gd name="connsiteX207" fmla="*/ 709781 w 1025918"/>
              <a:gd name="connsiteY207" fmla="*/ 481074 h 1069117"/>
              <a:gd name="connsiteX208" fmla="*/ 709781 w 1025918"/>
              <a:gd name="connsiteY208" fmla="*/ 493683 h 1069117"/>
              <a:gd name="connsiteX209" fmla="*/ 701234 w 1025918"/>
              <a:gd name="connsiteY209" fmla="*/ 493683 h 1069117"/>
              <a:gd name="connsiteX210" fmla="*/ 722786 w 1025918"/>
              <a:gd name="connsiteY210" fmla="*/ 643895 h 1069117"/>
              <a:gd name="connsiteX211" fmla="*/ 667694 w 1025918"/>
              <a:gd name="connsiteY211" fmla="*/ 643895 h 1069117"/>
              <a:gd name="connsiteX212" fmla="*/ 612602 w 1025918"/>
              <a:gd name="connsiteY212" fmla="*/ 643895 h 1069117"/>
              <a:gd name="connsiteX213" fmla="*/ 634097 w 1025918"/>
              <a:gd name="connsiteY213" fmla="*/ 493683 h 1069117"/>
              <a:gd name="connsiteX214" fmla="*/ 625549 w 1025918"/>
              <a:gd name="connsiteY214" fmla="*/ 493683 h 1069117"/>
              <a:gd name="connsiteX215" fmla="*/ 625549 w 1025918"/>
              <a:gd name="connsiteY215" fmla="*/ 481074 h 1069117"/>
              <a:gd name="connsiteX216" fmla="*/ 636551 w 1025918"/>
              <a:gd name="connsiteY216" fmla="*/ 467364 h 1069117"/>
              <a:gd name="connsiteX217" fmla="*/ 636607 w 1025918"/>
              <a:gd name="connsiteY217" fmla="*/ 467364 h 1069117"/>
              <a:gd name="connsiteX218" fmla="*/ 637228 w 1025918"/>
              <a:gd name="connsiteY218" fmla="*/ 456363 h 1069117"/>
              <a:gd name="connsiteX219" fmla="*/ 626650 w 1025918"/>
              <a:gd name="connsiteY219" fmla="*/ 447787 h 1069117"/>
              <a:gd name="connsiteX220" fmla="*/ 279370 w 1025918"/>
              <a:gd name="connsiteY220" fmla="*/ 425136 h 1069117"/>
              <a:gd name="connsiteX221" fmla="*/ 294829 w 1025918"/>
              <a:gd name="connsiteY221" fmla="*/ 425136 h 1069117"/>
              <a:gd name="connsiteX222" fmla="*/ 296832 w 1025918"/>
              <a:gd name="connsiteY222" fmla="*/ 441186 h 1069117"/>
              <a:gd name="connsiteX223" fmla="*/ 311782 w 1025918"/>
              <a:gd name="connsiteY223" fmla="*/ 441186 h 1069117"/>
              <a:gd name="connsiteX224" fmla="*/ 313983 w 1025918"/>
              <a:gd name="connsiteY224" fmla="*/ 425136 h 1069117"/>
              <a:gd name="connsiteX225" fmla="*/ 322502 w 1025918"/>
              <a:gd name="connsiteY225" fmla="*/ 425136 h 1069117"/>
              <a:gd name="connsiteX226" fmla="*/ 331049 w 1025918"/>
              <a:gd name="connsiteY226" fmla="*/ 425136 h 1069117"/>
              <a:gd name="connsiteX227" fmla="*/ 333249 w 1025918"/>
              <a:gd name="connsiteY227" fmla="*/ 441186 h 1069117"/>
              <a:gd name="connsiteX228" fmla="*/ 348200 w 1025918"/>
              <a:gd name="connsiteY228" fmla="*/ 441186 h 1069117"/>
              <a:gd name="connsiteX229" fmla="*/ 350203 w 1025918"/>
              <a:gd name="connsiteY229" fmla="*/ 425136 h 1069117"/>
              <a:gd name="connsiteX230" fmla="*/ 365661 w 1025918"/>
              <a:gd name="connsiteY230" fmla="*/ 425136 h 1069117"/>
              <a:gd name="connsiteX231" fmla="*/ 363546 w 1025918"/>
              <a:gd name="connsiteY231" fmla="*/ 447787 h 1069117"/>
              <a:gd name="connsiteX232" fmla="*/ 352967 w 1025918"/>
              <a:gd name="connsiteY232" fmla="*/ 456363 h 1069117"/>
              <a:gd name="connsiteX233" fmla="*/ 353588 w 1025918"/>
              <a:gd name="connsiteY233" fmla="*/ 467364 h 1069117"/>
              <a:gd name="connsiteX234" fmla="*/ 353644 w 1025918"/>
              <a:gd name="connsiteY234" fmla="*/ 467364 h 1069117"/>
              <a:gd name="connsiteX235" fmla="*/ 364646 w 1025918"/>
              <a:gd name="connsiteY235" fmla="*/ 481074 h 1069117"/>
              <a:gd name="connsiteX236" fmla="*/ 364646 w 1025918"/>
              <a:gd name="connsiteY236" fmla="*/ 493683 h 1069117"/>
              <a:gd name="connsiteX237" fmla="*/ 356098 w 1025918"/>
              <a:gd name="connsiteY237" fmla="*/ 493683 h 1069117"/>
              <a:gd name="connsiteX238" fmla="*/ 377566 w 1025918"/>
              <a:gd name="connsiteY238" fmla="*/ 643895 h 1069117"/>
              <a:gd name="connsiteX239" fmla="*/ 322474 w 1025918"/>
              <a:gd name="connsiteY239" fmla="*/ 643895 h 1069117"/>
              <a:gd name="connsiteX240" fmla="*/ 267410 w 1025918"/>
              <a:gd name="connsiteY240" fmla="*/ 643895 h 1069117"/>
              <a:gd name="connsiteX241" fmla="*/ 288905 w 1025918"/>
              <a:gd name="connsiteY241" fmla="*/ 493683 h 1069117"/>
              <a:gd name="connsiteX242" fmla="*/ 280358 w 1025918"/>
              <a:gd name="connsiteY242" fmla="*/ 493683 h 1069117"/>
              <a:gd name="connsiteX243" fmla="*/ 280358 w 1025918"/>
              <a:gd name="connsiteY243" fmla="*/ 481074 h 1069117"/>
              <a:gd name="connsiteX244" fmla="*/ 291359 w 1025918"/>
              <a:gd name="connsiteY244" fmla="*/ 467364 h 1069117"/>
              <a:gd name="connsiteX245" fmla="*/ 291416 w 1025918"/>
              <a:gd name="connsiteY245" fmla="*/ 467364 h 1069117"/>
              <a:gd name="connsiteX246" fmla="*/ 292036 w 1025918"/>
              <a:gd name="connsiteY246" fmla="*/ 456363 h 1069117"/>
              <a:gd name="connsiteX247" fmla="*/ 281458 w 1025918"/>
              <a:gd name="connsiteY247" fmla="*/ 447787 h 1069117"/>
              <a:gd name="connsiteX248" fmla="*/ 1008795 w 1025918"/>
              <a:gd name="connsiteY248" fmla="*/ 375686 h 1069117"/>
              <a:gd name="connsiteX249" fmla="*/ 1014380 w 1025918"/>
              <a:gd name="connsiteY249" fmla="*/ 401468 h 1069117"/>
              <a:gd name="connsiteX250" fmla="*/ 983125 w 1025918"/>
              <a:gd name="connsiteY250" fmla="*/ 442258 h 1069117"/>
              <a:gd name="connsiteX251" fmla="*/ 1021433 w 1025918"/>
              <a:gd name="connsiteY251" fmla="*/ 433937 h 1069117"/>
              <a:gd name="connsiteX252" fmla="*/ 1025918 w 1025918"/>
              <a:gd name="connsiteY252" fmla="*/ 454642 h 1069117"/>
              <a:gd name="connsiteX253" fmla="*/ 939147 w 1025918"/>
              <a:gd name="connsiteY253" fmla="*/ 473486 h 1069117"/>
              <a:gd name="connsiteX254" fmla="*/ 934662 w 1025918"/>
              <a:gd name="connsiteY254" fmla="*/ 452780 h 1069117"/>
              <a:gd name="connsiteX255" fmla="*/ 968146 w 1025918"/>
              <a:gd name="connsiteY255" fmla="*/ 445503 h 1069117"/>
              <a:gd name="connsiteX256" fmla="*/ 927695 w 1025918"/>
              <a:gd name="connsiteY256" fmla="*/ 420679 h 1069117"/>
              <a:gd name="connsiteX257" fmla="*/ 922927 w 1025918"/>
              <a:gd name="connsiteY257" fmla="*/ 398732 h 1069117"/>
              <a:gd name="connsiteX258" fmla="*/ 970967 w 1025918"/>
              <a:gd name="connsiteY258" fmla="*/ 425700 h 1069117"/>
              <a:gd name="connsiteX259" fmla="*/ 667637 w 1025918"/>
              <a:gd name="connsiteY259" fmla="*/ 368492 h 1069117"/>
              <a:gd name="connsiteX260" fmla="*/ 701996 w 1025918"/>
              <a:gd name="connsiteY260" fmla="*/ 402964 h 1069117"/>
              <a:gd name="connsiteX261" fmla="*/ 701996 w 1025918"/>
              <a:gd name="connsiteY261" fmla="*/ 410354 h 1069117"/>
              <a:gd name="connsiteX262" fmla="*/ 633279 w 1025918"/>
              <a:gd name="connsiteY262" fmla="*/ 410354 h 1069117"/>
              <a:gd name="connsiteX263" fmla="*/ 633279 w 1025918"/>
              <a:gd name="connsiteY263" fmla="*/ 402964 h 1069117"/>
              <a:gd name="connsiteX264" fmla="*/ 667637 w 1025918"/>
              <a:gd name="connsiteY264" fmla="*/ 368492 h 1069117"/>
              <a:gd name="connsiteX265" fmla="*/ 322530 w 1025918"/>
              <a:gd name="connsiteY265" fmla="*/ 368492 h 1069117"/>
              <a:gd name="connsiteX266" fmla="*/ 356888 w 1025918"/>
              <a:gd name="connsiteY266" fmla="*/ 402964 h 1069117"/>
              <a:gd name="connsiteX267" fmla="*/ 356888 w 1025918"/>
              <a:gd name="connsiteY267" fmla="*/ 410354 h 1069117"/>
              <a:gd name="connsiteX268" fmla="*/ 288172 w 1025918"/>
              <a:gd name="connsiteY268" fmla="*/ 410354 h 1069117"/>
              <a:gd name="connsiteX269" fmla="*/ 288172 w 1025918"/>
              <a:gd name="connsiteY269" fmla="*/ 402964 h 1069117"/>
              <a:gd name="connsiteX270" fmla="*/ 322530 w 1025918"/>
              <a:gd name="connsiteY270" fmla="*/ 368492 h 1069117"/>
              <a:gd name="connsiteX271" fmla="*/ 430767 w 1025918"/>
              <a:gd name="connsiteY271" fmla="*/ 356673 h 1069117"/>
              <a:gd name="connsiteX272" fmla="*/ 454011 w 1025918"/>
              <a:gd name="connsiteY272" fmla="*/ 356673 h 1069117"/>
              <a:gd name="connsiteX273" fmla="*/ 456381 w 1025918"/>
              <a:gd name="connsiteY273" fmla="*/ 374501 h 1069117"/>
              <a:gd name="connsiteX274" fmla="*/ 476889 w 1025918"/>
              <a:gd name="connsiteY274" fmla="*/ 374501 h 1069117"/>
              <a:gd name="connsiteX275" fmla="*/ 479258 w 1025918"/>
              <a:gd name="connsiteY275" fmla="*/ 356673 h 1069117"/>
              <a:gd name="connsiteX276" fmla="*/ 510937 w 1025918"/>
              <a:gd name="connsiteY276" fmla="*/ 356673 h 1069117"/>
              <a:gd name="connsiteX277" fmla="*/ 513306 w 1025918"/>
              <a:gd name="connsiteY277" fmla="*/ 374501 h 1069117"/>
              <a:gd name="connsiteX278" fmla="*/ 533814 w 1025918"/>
              <a:gd name="connsiteY278" fmla="*/ 374501 h 1069117"/>
              <a:gd name="connsiteX279" fmla="*/ 536212 w 1025918"/>
              <a:gd name="connsiteY279" fmla="*/ 356673 h 1069117"/>
              <a:gd name="connsiteX280" fmla="*/ 559428 w 1025918"/>
              <a:gd name="connsiteY280" fmla="*/ 356673 h 1069117"/>
              <a:gd name="connsiteX281" fmla="*/ 557905 w 1025918"/>
              <a:gd name="connsiteY281" fmla="*/ 385079 h 1069117"/>
              <a:gd name="connsiteX282" fmla="*/ 545662 w 1025918"/>
              <a:gd name="connsiteY282" fmla="*/ 402738 h 1069117"/>
              <a:gd name="connsiteX283" fmla="*/ 549132 w 1025918"/>
              <a:gd name="connsiteY283" fmla="*/ 438168 h 1069117"/>
              <a:gd name="connsiteX284" fmla="*/ 441063 w 1025918"/>
              <a:gd name="connsiteY284" fmla="*/ 438168 h 1069117"/>
              <a:gd name="connsiteX285" fmla="*/ 444533 w 1025918"/>
              <a:gd name="connsiteY285" fmla="*/ 402738 h 1069117"/>
              <a:gd name="connsiteX286" fmla="*/ 432291 w 1025918"/>
              <a:gd name="connsiteY286" fmla="*/ 385079 h 1069117"/>
              <a:gd name="connsiteX287" fmla="*/ 938664 w 1025918"/>
              <a:gd name="connsiteY287" fmla="*/ 280167 h 1069117"/>
              <a:gd name="connsiteX288" fmla="*/ 916665 w 1025918"/>
              <a:gd name="connsiteY288" fmla="*/ 282201 h 1069117"/>
              <a:gd name="connsiteX289" fmla="*/ 904479 w 1025918"/>
              <a:gd name="connsiteY289" fmla="*/ 320791 h 1069117"/>
              <a:gd name="connsiteX290" fmla="*/ 943068 w 1025918"/>
              <a:gd name="connsiteY290" fmla="*/ 332639 h 1069117"/>
              <a:gd name="connsiteX291" fmla="*/ 955311 w 1025918"/>
              <a:gd name="connsiteY291" fmla="*/ 294190 h 1069117"/>
              <a:gd name="connsiteX292" fmla="*/ 938664 w 1025918"/>
              <a:gd name="connsiteY292" fmla="*/ 280167 h 1069117"/>
              <a:gd name="connsiteX293" fmla="*/ 926006 w 1025918"/>
              <a:gd name="connsiteY293" fmla="*/ 258348 h 1069117"/>
              <a:gd name="connsiteX294" fmla="*/ 972462 w 1025918"/>
              <a:gd name="connsiteY294" fmla="*/ 285192 h 1069117"/>
              <a:gd name="connsiteX295" fmla="*/ 952716 w 1025918"/>
              <a:gd name="connsiteY295" fmla="*/ 351116 h 1069117"/>
              <a:gd name="connsiteX296" fmla="*/ 887300 w 1025918"/>
              <a:gd name="connsiteY296" fmla="*/ 329790 h 1069117"/>
              <a:gd name="connsiteX297" fmla="*/ 907046 w 1025918"/>
              <a:gd name="connsiteY297" fmla="*/ 263866 h 1069117"/>
              <a:gd name="connsiteX298" fmla="*/ 926006 w 1025918"/>
              <a:gd name="connsiteY298" fmla="*/ 258348 h 1069117"/>
              <a:gd name="connsiteX299" fmla="*/ 620980 w 1025918"/>
              <a:gd name="connsiteY299" fmla="*/ 249367 h 1069117"/>
              <a:gd name="connsiteX300" fmla="*/ 652940 w 1025918"/>
              <a:gd name="connsiteY300" fmla="*/ 281637 h 1069117"/>
              <a:gd name="connsiteX301" fmla="*/ 619033 w 1025918"/>
              <a:gd name="connsiteY301" fmla="*/ 317209 h 1069117"/>
              <a:gd name="connsiteX302" fmla="*/ 596466 w 1025918"/>
              <a:gd name="connsiteY302" fmla="*/ 308605 h 1069117"/>
              <a:gd name="connsiteX303" fmla="*/ 596974 w 1025918"/>
              <a:gd name="connsiteY303" fmla="*/ 307646 h 1069117"/>
              <a:gd name="connsiteX304" fmla="*/ 603970 w 1025918"/>
              <a:gd name="connsiteY304" fmla="*/ 308633 h 1069117"/>
              <a:gd name="connsiteX305" fmla="*/ 629019 w 1025918"/>
              <a:gd name="connsiteY305" fmla="*/ 278957 h 1069117"/>
              <a:gd name="connsiteX306" fmla="*/ 610063 w 1025918"/>
              <a:gd name="connsiteY306" fmla="*/ 258591 h 1069117"/>
              <a:gd name="connsiteX307" fmla="*/ 597002 w 1025918"/>
              <a:gd name="connsiteY307" fmla="*/ 258845 h 1069117"/>
              <a:gd name="connsiteX308" fmla="*/ 596466 w 1025918"/>
              <a:gd name="connsiteY308" fmla="*/ 257914 h 1069117"/>
              <a:gd name="connsiteX309" fmla="*/ 620980 w 1025918"/>
              <a:gd name="connsiteY309" fmla="*/ 249367 h 1069117"/>
              <a:gd name="connsiteX310" fmla="*/ 495084 w 1025918"/>
              <a:gd name="connsiteY310" fmla="*/ 243273 h 1069117"/>
              <a:gd name="connsiteX311" fmla="*/ 547326 w 1025918"/>
              <a:gd name="connsiteY311" fmla="*/ 335065 h 1069117"/>
              <a:gd name="connsiteX312" fmla="*/ 547326 w 1025918"/>
              <a:gd name="connsiteY312" fmla="*/ 340086 h 1069117"/>
              <a:gd name="connsiteX313" fmla="*/ 442812 w 1025918"/>
              <a:gd name="connsiteY313" fmla="*/ 340086 h 1069117"/>
              <a:gd name="connsiteX314" fmla="*/ 442812 w 1025918"/>
              <a:gd name="connsiteY314" fmla="*/ 335065 h 1069117"/>
              <a:gd name="connsiteX315" fmla="*/ 495084 w 1025918"/>
              <a:gd name="connsiteY315" fmla="*/ 243273 h 1069117"/>
              <a:gd name="connsiteX316" fmla="*/ 367015 w 1025918"/>
              <a:gd name="connsiteY316" fmla="*/ 242709 h 1069117"/>
              <a:gd name="connsiteX317" fmla="*/ 375196 w 1025918"/>
              <a:gd name="connsiteY317" fmla="*/ 269084 h 1069117"/>
              <a:gd name="connsiteX318" fmla="*/ 402135 w 1025918"/>
              <a:gd name="connsiteY318" fmla="*/ 262991 h 1069117"/>
              <a:gd name="connsiteX319" fmla="*/ 383376 w 1025918"/>
              <a:gd name="connsiteY319" fmla="*/ 283273 h 1069117"/>
              <a:gd name="connsiteX320" fmla="*/ 402135 w 1025918"/>
              <a:gd name="connsiteY320" fmla="*/ 303556 h 1069117"/>
              <a:gd name="connsiteX321" fmla="*/ 375196 w 1025918"/>
              <a:gd name="connsiteY321" fmla="*/ 297462 h 1069117"/>
              <a:gd name="connsiteX322" fmla="*/ 367015 w 1025918"/>
              <a:gd name="connsiteY322" fmla="*/ 323838 h 1069117"/>
              <a:gd name="connsiteX323" fmla="*/ 358835 w 1025918"/>
              <a:gd name="connsiteY323" fmla="*/ 297462 h 1069117"/>
              <a:gd name="connsiteX324" fmla="*/ 331895 w 1025918"/>
              <a:gd name="connsiteY324" fmla="*/ 303556 h 1069117"/>
              <a:gd name="connsiteX325" fmla="*/ 350654 w 1025918"/>
              <a:gd name="connsiteY325" fmla="*/ 283273 h 1069117"/>
              <a:gd name="connsiteX326" fmla="*/ 331895 w 1025918"/>
              <a:gd name="connsiteY326" fmla="*/ 262991 h 1069117"/>
              <a:gd name="connsiteX327" fmla="*/ 358835 w 1025918"/>
              <a:gd name="connsiteY327" fmla="*/ 269084 h 1069117"/>
              <a:gd name="connsiteX328" fmla="*/ 495084 w 1025918"/>
              <a:gd name="connsiteY328" fmla="*/ 198111 h 1069117"/>
              <a:gd name="connsiteX329" fmla="*/ 512432 w 1025918"/>
              <a:gd name="connsiteY329" fmla="*/ 215459 h 1069117"/>
              <a:gd name="connsiteX330" fmla="*/ 495084 w 1025918"/>
              <a:gd name="connsiteY330" fmla="*/ 232808 h 1069117"/>
              <a:gd name="connsiteX331" fmla="*/ 477735 w 1025918"/>
              <a:gd name="connsiteY331" fmla="*/ 215459 h 1069117"/>
              <a:gd name="connsiteX332" fmla="*/ 495084 w 1025918"/>
              <a:gd name="connsiteY332" fmla="*/ 198111 h 1069117"/>
              <a:gd name="connsiteX333" fmla="*/ 825973 w 1025918"/>
              <a:gd name="connsiteY333" fmla="*/ 112243 h 1069117"/>
              <a:gd name="connsiteX334" fmla="*/ 842109 w 1025918"/>
              <a:gd name="connsiteY334" fmla="*/ 125417 h 1069117"/>
              <a:gd name="connsiteX335" fmla="*/ 808202 w 1025918"/>
              <a:gd name="connsiteY335" fmla="*/ 172780 h 1069117"/>
              <a:gd name="connsiteX336" fmla="*/ 864253 w 1025918"/>
              <a:gd name="connsiteY336" fmla="*/ 148548 h 1069117"/>
              <a:gd name="connsiteX337" fmla="*/ 873590 w 1025918"/>
              <a:gd name="connsiteY337" fmla="*/ 157687 h 1069117"/>
              <a:gd name="connsiteX338" fmla="*/ 850430 w 1025918"/>
              <a:gd name="connsiteY338" fmla="*/ 214162 h 1069117"/>
              <a:gd name="connsiteX339" fmla="*/ 897088 w 1025918"/>
              <a:gd name="connsiteY339" fmla="*/ 179239 h 1069117"/>
              <a:gd name="connsiteX340" fmla="*/ 910741 w 1025918"/>
              <a:gd name="connsiteY340" fmla="*/ 195290 h 1069117"/>
              <a:gd name="connsiteX341" fmla="*/ 838329 w 1025918"/>
              <a:gd name="connsiteY341" fmla="*/ 246207 h 1069117"/>
              <a:gd name="connsiteX342" fmla="*/ 823576 w 1025918"/>
              <a:gd name="connsiteY342" fmla="*/ 231708 h 1069117"/>
              <a:gd name="connsiteX343" fmla="*/ 845832 w 1025918"/>
              <a:gd name="connsiteY343" fmla="*/ 176757 h 1069117"/>
              <a:gd name="connsiteX344" fmla="*/ 790881 w 1025918"/>
              <a:gd name="connsiteY344" fmla="*/ 199634 h 1069117"/>
              <a:gd name="connsiteX345" fmla="*/ 775846 w 1025918"/>
              <a:gd name="connsiteY345" fmla="*/ 184881 h 1069117"/>
              <a:gd name="connsiteX346" fmla="*/ 295985 w 1025918"/>
              <a:gd name="connsiteY346" fmla="*/ 37095 h 1069117"/>
              <a:gd name="connsiteX347" fmla="*/ 333870 w 1025918"/>
              <a:gd name="connsiteY347" fmla="*/ 117405 h 1069117"/>
              <a:gd name="connsiteX348" fmla="*/ 273193 w 1025918"/>
              <a:gd name="connsiteY348" fmla="*/ 146037 h 1069117"/>
              <a:gd name="connsiteX349" fmla="*/ 265661 w 1025918"/>
              <a:gd name="connsiteY349" fmla="*/ 130099 h 1069117"/>
              <a:gd name="connsiteX350" fmla="*/ 307184 w 1025918"/>
              <a:gd name="connsiteY350" fmla="*/ 110494 h 1069117"/>
              <a:gd name="connsiteX351" fmla="*/ 299822 w 1025918"/>
              <a:gd name="connsiteY351" fmla="*/ 94895 h 1069117"/>
              <a:gd name="connsiteX352" fmla="*/ 265153 w 1025918"/>
              <a:gd name="connsiteY352" fmla="*/ 111256 h 1069117"/>
              <a:gd name="connsiteX353" fmla="*/ 257649 w 1025918"/>
              <a:gd name="connsiteY353" fmla="*/ 95318 h 1069117"/>
              <a:gd name="connsiteX354" fmla="*/ 292290 w 1025918"/>
              <a:gd name="connsiteY354" fmla="*/ 78957 h 1069117"/>
              <a:gd name="connsiteX355" fmla="*/ 284335 w 1025918"/>
              <a:gd name="connsiteY355" fmla="*/ 62088 h 1069117"/>
              <a:gd name="connsiteX356" fmla="*/ 242812 w 1025918"/>
              <a:gd name="connsiteY356" fmla="*/ 81693 h 1069117"/>
              <a:gd name="connsiteX357" fmla="*/ 235280 w 1025918"/>
              <a:gd name="connsiteY357" fmla="*/ 65727 h 1069117"/>
              <a:gd name="connsiteX358" fmla="*/ 666311 w 1025918"/>
              <a:gd name="connsiteY358" fmla="*/ 26037 h 1069117"/>
              <a:gd name="connsiteX359" fmla="*/ 685944 w 1025918"/>
              <a:gd name="connsiteY359" fmla="*/ 33061 h 1069117"/>
              <a:gd name="connsiteX360" fmla="*/ 669809 w 1025918"/>
              <a:gd name="connsiteY360" fmla="*/ 89450 h 1069117"/>
              <a:gd name="connsiteX361" fmla="*/ 714464 w 1025918"/>
              <a:gd name="connsiteY361" fmla="*/ 47786 h 1069117"/>
              <a:gd name="connsiteX362" fmla="*/ 726340 w 1025918"/>
              <a:gd name="connsiteY362" fmla="*/ 53287 h 1069117"/>
              <a:gd name="connsiteX363" fmla="*/ 723491 w 1025918"/>
              <a:gd name="connsiteY363" fmla="*/ 114274 h 1069117"/>
              <a:gd name="connsiteX364" fmla="*/ 755790 w 1025918"/>
              <a:gd name="connsiteY364" fmla="*/ 65586 h 1069117"/>
              <a:gd name="connsiteX365" fmla="*/ 774013 w 1025918"/>
              <a:gd name="connsiteY365" fmla="*/ 76192 h 1069117"/>
              <a:gd name="connsiteX366" fmla="*/ 722898 w 1025918"/>
              <a:gd name="connsiteY366" fmla="*/ 148520 h 1069117"/>
              <a:gd name="connsiteX367" fmla="*/ 704139 w 1025918"/>
              <a:gd name="connsiteY367" fmla="*/ 139831 h 1069117"/>
              <a:gd name="connsiteX368" fmla="*/ 706650 w 1025918"/>
              <a:gd name="connsiteY368" fmla="*/ 80593 h 1069117"/>
              <a:gd name="connsiteX369" fmla="*/ 662559 w 1025918"/>
              <a:gd name="connsiteY369" fmla="*/ 120593 h 1069117"/>
              <a:gd name="connsiteX370" fmla="*/ 643434 w 1025918"/>
              <a:gd name="connsiteY370" fmla="*/ 111764 h 1069117"/>
              <a:gd name="connsiteX371" fmla="*/ 561487 w 1025918"/>
              <a:gd name="connsiteY371" fmla="*/ 1044 h 1069117"/>
              <a:gd name="connsiteX372" fmla="*/ 597200 w 1025918"/>
              <a:gd name="connsiteY372" fmla="*/ 46178 h 1069117"/>
              <a:gd name="connsiteX373" fmla="*/ 590316 w 1025918"/>
              <a:gd name="connsiteY373" fmla="*/ 97180 h 1069117"/>
              <a:gd name="connsiteX374" fmla="*/ 569414 w 1025918"/>
              <a:gd name="connsiteY374" fmla="*/ 94331 h 1069117"/>
              <a:gd name="connsiteX375" fmla="*/ 575225 w 1025918"/>
              <a:gd name="connsiteY375" fmla="*/ 47899 h 1069117"/>
              <a:gd name="connsiteX376" fmla="*/ 559090 w 1025918"/>
              <a:gd name="connsiteY376" fmla="*/ 20423 h 1069117"/>
              <a:gd name="connsiteX377" fmla="*/ 536438 w 1025918"/>
              <a:gd name="connsiteY377" fmla="*/ 43019 h 1069117"/>
              <a:gd name="connsiteX378" fmla="*/ 530627 w 1025918"/>
              <a:gd name="connsiteY378" fmla="*/ 89450 h 1069117"/>
              <a:gd name="connsiteX379" fmla="*/ 509696 w 1025918"/>
              <a:gd name="connsiteY379" fmla="*/ 87081 h 1069117"/>
              <a:gd name="connsiteX380" fmla="*/ 515535 w 1025918"/>
              <a:gd name="connsiteY380" fmla="*/ 36333 h 1069117"/>
              <a:gd name="connsiteX381" fmla="*/ 561487 w 1025918"/>
              <a:gd name="connsiteY381" fmla="*/ 1044 h 1069117"/>
              <a:gd name="connsiteX382" fmla="*/ 448793 w 1025918"/>
              <a:gd name="connsiteY382" fmla="*/ 0 h 1069117"/>
              <a:gd name="connsiteX383" fmla="*/ 462192 w 1025918"/>
              <a:gd name="connsiteY383" fmla="*/ 87843 h 1069117"/>
              <a:gd name="connsiteX384" fmla="*/ 443433 w 1025918"/>
              <a:gd name="connsiteY384" fmla="*/ 90945 h 1069117"/>
              <a:gd name="connsiteX385" fmla="*/ 389300 w 1025918"/>
              <a:gd name="connsiteY385" fmla="*/ 45501 h 1069117"/>
              <a:gd name="connsiteX386" fmla="*/ 399371 w 1025918"/>
              <a:gd name="connsiteY386" fmla="*/ 98449 h 1069117"/>
              <a:gd name="connsiteX387" fmla="*/ 378948 w 1025918"/>
              <a:gd name="connsiteY387" fmla="*/ 101891 h 1069117"/>
              <a:gd name="connsiteX388" fmla="*/ 362671 w 1025918"/>
              <a:gd name="connsiteY388" fmla="*/ 14612 h 1069117"/>
              <a:gd name="connsiteX389" fmla="*/ 382982 w 1025918"/>
              <a:gd name="connsiteY389" fmla="*/ 11171 h 1069117"/>
              <a:gd name="connsiteX390" fmla="*/ 383405 w 1025918"/>
              <a:gd name="connsiteY390" fmla="*/ 13286 h 1069117"/>
              <a:gd name="connsiteX391" fmla="*/ 390400 w 1025918"/>
              <a:gd name="connsiteY391" fmla="*/ 23131 h 1069117"/>
              <a:gd name="connsiteX392" fmla="*/ 437848 w 1025918"/>
              <a:gd name="connsiteY392" fmla="*/ 63216 h 1069117"/>
              <a:gd name="connsiteX393" fmla="*/ 428144 w 1025918"/>
              <a:gd name="connsiteY393" fmla="*/ 3498 h 106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1025918" h="1069117">
                <a:moveTo>
                  <a:pt x="445718" y="980173"/>
                </a:moveTo>
                <a:lnTo>
                  <a:pt x="464702" y="980540"/>
                </a:lnTo>
                <a:lnTo>
                  <a:pt x="509639" y="1035095"/>
                </a:lnTo>
                <a:lnTo>
                  <a:pt x="509414" y="981188"/>
                </a:lnTo>
                <a:lnTo>
                  <a:pt x="530119" y="981527"/>
                </a:lnTo>
                <a:lnTo>
                  <a:pt x="530147" y="1069117"/>
                </a:lnTo>
                <a:lnTo>
                  <a:pt x="509544" y="1069117"/>
                </a:lnTo>
                <a:lnTo>
                  <a:pt x="509527" y="1067846"/>
                </a:lnTo>
                <a:cubicBezTo>
                  <a:pt x="509555" y="1064799"/>
                  <a:pt x="507721" y="1060596"/>
                  <a:pt x="504449" y="1056901"/>
                </a:cubicBezTo>
                <a:lnTo>
                  <a:pt x="465126" y="1008833"/>
                </a:lnTo>
                <a:lnTo>
                  <a:pt x="463748" y="1069117"/>
                </a:lnTo>
                <a:lnTo>
                  <a:pt x="451642" y="1069117"/>
                </a:lnTo>
                <a:lnTo>
                  <a:pt x="442812" y="1068974"/>
                </a:lnTo>
                <a:close/>
                <a:moveTo>
                  <a:pt x="660021" y="951513"/>
                </a:moveTo>
                <a:lnTo>
                  <a:pt x="686537" y="1036280"/>
                </a:lnTo>
                <a:lnTo>
                  <a:pt x="665973" y="1042345"/>
                </a:lnTo>
                <a:lnTo>
                  <a:pt x="655112" y="1007028"/>
                </a:lnTo>
                <a:lnTo>
                  <a:pt x="616043" y="1018509"/>
                </a:lnTo>
                <a:lnTo>
                  <a:pt x="626086" y="1054052"/>
                </a:lnTo>
                <a:lnTo>
                  <a:pt x="605408" y="1060145"/>
                </a:lnTo>
                <a:lnTo>
                  <a:pt x="581713" y="974559"/>
                </a:lnTo>
                <a:lnTo>
                  <a:pt x="601939" y="968607"/>
                </a:lnTo>
                <a:lnTo>
                  <a:pt x="611304" y="1001668"/>
                </a:lnTo>
                <a:lnTo>
                  <a:pt x="650006" y="990300"/>
                </a:lnTo>
                <a:lnTo>
                  <a:pt x="639908" y="957437"/>
                </a:lnTo>
                <a:close/>
                <a:moveTo>
                  <a:pt x="330880" y="950864"/>
                </a:moveTo>
                <a:lnTo>
                  <a:pt x="394886" y="971005"/>
                </a:lnTo>
                <a:lnTo>
                  <a:pt x="389610" y="987818"/>
                </a:lnTo>
                <a:lnTo>
                  <a:pt x="345802" y="974023"/>
                </a:lnTo>
                <a:lnTo>
                  <a:pt x="340640" y="990469"/>
                </a:lnTo>
                <a:lnTo>
                  <a:pt x="377171" y="1001978"/>
                </a:lnTo>
                <a:lnTo>
                  <a:pt x="371895" y="1018791"/>
                </a:lnTo>
                <a:lnTo>
                  <a:pt x="335337" y="1007310"/>
                </a:lnTo>
                <a:lnTo>
                  <a:pt x="329752" y="1025081"/>
                </a:lnTo>
                <a:lnTo>
                  <a:pt x="373560" y="1038875"/>
                </a:lnTo>
                <a:lnTo>
                  <a:pt x="368257" y="1055716"/>
                </a:lnTo>
                <a:lnTo>
                  <a:pt x="304251" y="1035575"/>
                </a:lnTo>
                <a:close/>
                <a:moveTo>
                  <a:pt x="215252" y="947959"/>
                </a:moveTo>
                <a:lnTo>
                  <a:pt x="203235" y="965561"/>
                </a:lnTo>
                <a:lnTo>
                  <a:pt x="219145" y="976421"/>
                </a:lnTo>
                <a:cubicBezTo>
                  <a:pt x="226902" y="981696"/>
                  <a:pt x="232939" y="980737"/>
                  <a:pt x="236719" y="975208"/>
                </a:cubicBezTo>
                <a:cubicBezTo>
                  <a:pt x="240076" y="970300"/>
                  <a:pt x="239116" y="964263"/>
                  <a:pt x="231162" y="958819"/>
                </a:cubicBezTo>
                <a:close/>
                <a:moveTo>
                  <a:pt x="743180" y="930779"/>
                </a:moveTo>
                <a:lnTo>
                  <a:pt x="748455" y="966125"/>
                </a:lnTo>
                <a:lnTo>
                  <a:pt x="772884" y="950892"/>
                </a:lnTo>
                <a:close/>
                <a:moveTo>
                  <a:pt x="235252" y="918593"/>
                </a:moveTo>
                <a:lnTo>
                  <a:pt x="224025" y="935067"/>
                </a:lnTo>
                <a:lnTo>
                  <a:pt x="235449" y="942853"/>
                </a:lnTo>
                <a:cubicBezTo>
                  <a:pt x="241937" y="947282"/>
                  <a:pt x="248454" y="947423"/>
                  <a:pt x="252318" y="941753"/>
                </a:cubicBezTo>
                <a:cubicBezTo>
                  <a:pt x="255760" y="936731"/>
                  <a:pt x="254434" y="931682"/>
                  <a:pt x="246676" y="926379"/>
                </a:cubicBezTo>
                <a:close/>
                <a:moveTo>
                  <a:pt x="741911" y="907225"/>
                </a:moveTo>
                <a:lnTo>
                  <a:pt x="823181" y="959467"/>
                </a:lnTo>
                <a:lnTo>
                  <a:pt x="805240" y="972782"/>
                </a:lnTo>
                <a:lnTo>
                  <a:pt x="788907" y="961725"/>
                </a:lnTo>
                <a:lnTo>
                  <a:pt x="751305" y="985166"/>
                </a:lnTo>
                <a:lnTo>
                  <a:pt x="754238" y="1004884"/>
                </a:lnTo>
                <a:lnTo>
                  <a:pt x="735113" y="1014898"/>
                </a:lnTo>
                <a:lnTo>
                  <a:pt x="723011" y="919129"/>
                </a:lnTo>
                <a:close/>
                <a:moveTo>
                  <a:pt x="226761" y="893459"/>
                </a:moveTo>
                <a:lnTo>
                  <a:pt x="255788" y="913261"/>
                </a:lnTo>
                <a:cubicBezTo>
                  <a:pt x="276860" y="927620"/>
                  <a:pt x="279145" y="939806"/>
                  <a:pt x="271359" y="951202"/>
                </a:cubicBezTo>
                <a:cubicBezTo>
                  <a:pt x="266789" y="957916"/>
                  <a:pt x="259652" y="961188"/>
                  <a:pt x="250992" y="959891"/>
                </a:cubicBezTo>
                <a:cubicBezTo>
                  <a:pt x="258947" y="969143"/>
                  <a:pt x="259681" y="978875"/>
                  <a:pt x="253672" y="987676"/>
                </a:cubicBezTo>
                <a:cubicBezTo>
                  <a:pt x="245435" y="999722"/>
                  <a:pt x="231500" y="1004179"/>
                  <a:pt x="210231" y="989679"/>
                </a:cubicBezTo>
                <a:lnTo>
                  <a:pt x="176690" y="966802"/>
                </a:lnTo>
                <a:close/>
                <a:moveTo>
                  <a:pt x="154377" y="860426"/>
                </a:moveTo>
                <a:lnTo>
                  <a:pt x="98467" y="866181"/>
                </a:lnTo>
                <a:cubicBezTo>
                  <a:pt x="99003" y="867930"/>
                  <a:pt x="99736" y="869679"/>
                  <a:pt x="100639" y="871343"/>
                </a:cubicBezTo>
                <a:cubicBezTo>
                  <a:pt x="108030" y="884997"/>
                  <a:pt x="125124" y="890356"/>
                  <a:pt x="139398" y="882627"/>
                </a:cubicBezTo>
                <a:cubicBezTo>
                  <a:pt x="148227" y="877831"/>
                  <a:pt x="153446" y="869397"/>
                  <a:pt x="154377" y="860426"/>
                </a:cubicBezTo>
                <a:close/>
                <a:moveTo>
                  <a:pt x="134190" y="830197"/>
                </a:moveTo>
                <a:cubicBezTo>
                  <a:pt x="127205" y="828099"/>
                  <a:pt x="119370" y="828691"/>
                  <a:pt x="112233" y="832556"/>
                </a:cubicBezTo>
                <a:cubicBezTo>
                  <a:pt x="103545" y="837267"/>
                  <a:pt x="98382" y="845532"/>
                  <a:pt x="97311" y="854390"/>
                </a:cubicBezTo>
                <a:lnTo>
                  <a:pt x="153023" y="848607"/>
                </a:lnTo>
                <a:cubicBezTo>
                  <a:pt x="152515" y="847027"/>
                  <a:pt x="151866" y="845476"/>
                  <a:pt x="151048" y="843980"/>
                </a:cubicBezTo>
                <a:cubicBezTo>
                  <a:pt x="147311" y="837083"/>
                  <a:pt x="141175" y="832295"/>
                  <a:pt x="134190" y="830197"/>
                </a:cubicBezTo>
                <a:close/>
                <a:moveTo>
                  <a:pt x="495084" y="812076"/>
                </a:moveTo>
                <a:cubicBezTo>
                  <a:pt x="527749" y="812076"/>
                  <a:pt x="541713" y="836562"/>
                  <a:pt x="584844" y="836562"/>
                </a:cubicBezTo>
                <a:cubicBezTo>
                  <a:pt x="568229" y="841470"/>
                  <a:pt x="532263" y="849425"/>
                  <a:pt x="495084" y="849425"/>
                </a:cubicBezTo>
                <a:cubicBezTo>
                  <a:pt x="457933" y="849425"/>
                  <a:pt x="421938" y="841470"/>
                  <a:pt x="405323" y="836562"/>
                </a:cubicBezTo>
                <a:cubicBezTo>
                  <a:pt x="448454" y="836562"/>
                  <a:pt x="462418" y="812076"/>
                  <a:pt x="495084" y="812076"/>
                </a:cubicBezTo>
                <a:close/>
                <a:moveTo>
                  <a:pt x="121238" y="808619"/>
                </a:moveTo>
                <a:cubicBezTo>
                  <a:pt x="140187" y="806914"/>
                  <a:pt x="158461" y="817027"/>
                  <a:pt x="168086" y="834756"/>
                </a:cubicBezTo>
                <a:cubicBezTo>
                  <a:pt x="170174" y="838593"/>
                  <a:pt x="171725" y="842570"/>
                  <a:pt x="172769" y="846576"/>
                </a:cubicBezTo>
                <a:lnTo>
                  <a:pt x="185209" y="845278"/>
                </a:lnTo>
                <a:lnTo>
                  <a:pt x="186479" y="857126"/>
                </a:lnTo>
                <a:lnTo>
                  <a:pt x="174377" y="858395"/>
                </a:lnTo>
                <a:cubicBezTo>
                  <a:pt x="174659" y="875405"/>
                  <a:pt x="166112" y="891851"/>
                  <a:pt x="149299" y="900962"/>
                </a:cubicBezTo>
                <a:cubicBezTo>
                  <a:pt x="124617" y="914362"/>
                  <a:pt x="96408" y="904235"/>
                  <a:pt x="83573" y="880596"/>
                </a:cubicBezTo>
                <a:cubicBezTo>
                  <a:pt x="81429" y="876618"/>
                  <a:pt x="79821" y="872443"/>
                  <a:pt x="78777" y="868240"/>
                </a:cubicBezTo>
                <a:lnTo>
                  <a:pt x="66168" y="869538"/>
                </a:lnTo>
                <a:lnTo>
                  <a:pt x="64532" y="857831"/>
                </a:lnTo>
                <a:lnTo>
                  <a:pt x="77282" y="856505"/>
                </a:lnTo>
                <a:cubicBezTo>
                  <a:pt x="77141" y="839665"/>
                  <a:pt x="85717" y="823445"/>
                  <a:pt x="102360" y="814418"/>
                </a:cubicBezTo>
                <a:cubicBezTo>
                  <a:pt x="108531" y="811068"/>
                  <a:pt x="114922" y="809187"/>
                  <a:pt x="121238" y="808619"/>
                </a:cubicBezTo>
                <a:close/>
                <a:moveTo>
                  <a:pt x="852320" y="803360"/>
                </a:moveTo>
                <a:lnTo>
                  <a:pt x="893167" y="894615"/>
                </a:lnTo>
                <a:lnTo>
                  <a:pt x="877850" y="910864"/>
                </a:lnTo>
                <a:lnTo>
                  <a:pt x="784422" y="875405"/>
                </a:lnTo>
                <a:lnTo>
                  <a:pt x="801488" y="860116"/>
                </a:lnTo>
                <a:lnTo>
                  <a:pt x="867440" y="885702"/>
                </a:lnTo>
                <a:lnTo>
                  <a:pt x="838301" y="821075"/>
                </a:lnTo>
                <a:close/>
                <a:moveTo>
                  <a:pt x="495055" y="739185"/>
                </a:moveTo>
                <a:cubicBezTo>
                  <a:pt x="527326" y="739439"/>
                  <a:pt x="544788" y="750045"/>
                  <a:pt x="559851" y="758395"/>
                </a:cubicBezTo>
                <a:cubicBezTo>
                  <a:pt x="573391" y="765899"/>
                  <a:pt x="586819" y="771597"/>
                  <a:pt x="611502" y="771597"/>
                </a:cubicBezTo>
                <a:cubicBezTo>
                  <a:pt x="636184" y="771597"/>
                  <a:pt x="649752" y="766632"/>
                  <a:pt x="663293" y="759128"/>
                </a:cubicBezTo>
                <a:cubicBezTo>
                  <a:pt x="678554" y="750638"/>
                  <a:pt x="698949" y="736815"/>
                  <a:pt x="733025" y="740624"/>
                </a:cubicBezTo>
                <a:cubicBezTo>
                  <a:pt x="681431" y="806971"/>
                  <a:pt x="610599" y="805955"/>
                  <a:pt x="610599" y="805955"/>
                </a:cubicBezTo>
                <a:cubicBezTo>
                  <a:pt x="579343" y="805955"/>
                  <a:pt x="561628" y="799580"/>
                  <a:pt x="546367" y="791117"/>
                </a:cubicBezTo>
                <a:cubicBezTo>
                  <a:pt x="532996" y="783670"/>
                  <a:pt x="519146" y="774756"/>
                  <a:pt x="495055" y="774530"/>
                </a:cubicBezTo>
                <a:cubicBezTo>
                  <a:pt x="470965" y="774756"/>
                  <a:pt x="457086" y="783698"/>
                  <a:pt x="443743" y="791117"/>
                </a:cubicBezTo>
                <a:cubicBezTo>
                  <a:pt x="428511" y="799580"/>
                  <a:pt x="410767" y="805955"/>
                  <a:pt x="379512" y="805955"/>
                </a:cubicBezTo>
                <a:cubicBezTo>
                  <a:pt x="379512" y="805955"/>
                  <a:pt x="308680" y="806971"/>
                  <a:pt x="257085" y="740624"/>
                </a:cubicBezTo>
                <a:cubicBezTo>
                  <a:pt x="291190" y="736815"/>
                  <a:pt x="311585" y="750666"/>
                  <a:pt x="326818" y="759128"/>
                </a:cubicBezTo>
                <a:cubicBezTo>
                  <a:pt x="340358" y="766632"/>
                  <a:pt x="353927" y="771597"/>
                  <a:pt x="378609" y="771597"/>
                </a:cubicBezTo>
                <a:cubicBezTo>
                  <a:pt x="403292" y="771597"/>
                  <a:pt x="416719" y="765899"/>
                  <a:pt x="430259" y="758395"/>
                </a:cubicBezTo>
                <a:cubicBezTo>
                  <a:pt x="445323" y="750045"/>
                  <a:pt x="462784" y="739467"/>
                  <a:pt x="495055" y="739185"/>
                </a:cubicBezTo>
                <a:close/>
                <a:moveTo>
                  <a:pt x="911192" y="698028"/>
                </a:moveTo>
                <a:lnTo>
                  <a:pt x="991136" y="736674"/>
                </a:lnTo>
                <a:lnTo>
                  <a:pt x="981884" y="755066"/>
                </a:lnTo>
                <a:lnTo>
                  <a:pt x="979937" y="754136"/>
                </a:lnTo>
                <a:cubicBezTo>
                  <a:pt x="977229" y="752781"/>
                  <a:pt x="972631" y="752584"/>
                  <a:pt x="967892" y="753938"/>
                </a:cubicBezTo>
                <a:lnTo>
                  <a:pt x="907497" y="768381"/>
                </a:lnTo>
                <a:lnTo>
                  <a:pt x="961348" y="795969"/>
                </a:lnTo>
                <a:lnTo>
                  <a:pt x="951926" y="814672"/>
                </a:lnTo>
                <a:lnTo>
                  <a:pt x="873167" y="773402"/>
                </a:lnTo>
                <a:lnTo>
                  <a:pt x="881771" y="756449"/>
                </a:lnTo>
                <a:lnTo>
                  <a:pt x="950459" y="739777"/>
                </a:lnTo>
                <a:lnTo>
                  <a:pt x="901855" y="716505"/>
                </a:lnTo>
                <a:close/>
                <a:moveTo>
                  <a:pt x="79059" y="698028"/>
                </a:moveTo>
                <a:lnTo>
                  <a:pt x="88256" y="717097"/>
                </a:lnTo>
                <a:lnTo>
                  <a:pt x="57395" y="731963"/>
                </a:lnTo>
                <a:cubicBezTo>
                  <a:pt x="69468" y="740370"/>
                  <a:pt x="88340" y="747055"/>
                  <a:pt x="102529" y="746688"/>
                </a:cubicBezTo>
                <a:lnTo>
                  <a:pt x="112289" y="766914"/>
                </a:lnTo>
                <a:cubicBezTo>
                  <a:pt x="95364" y="768325"/>
                  <a:pt x="73051" y="760342"/>
                  <a:pt x="59285" y="751907"/>
                </a:cubicBezTo>
                <a:lnTo>
                  <a:pt x="34179" y="809368"/>
                </a:lnTo>
                <a:lnTo>
                  <a:pt x="22726" y="785617"/>
                </a:lnTo>
                <a:lnTo>
                  <a:pt x="43601" y="738649"/>
                </a:lnTo>
                <a:lnTo>
                  <a:pt x="8283" y="755687"/>
                </a:lnTo>
                <a:lnTo>
                  <a:pt x="0" y="738563"/>
                </a:lnTo>
                <a:lnTo>
                  <a:pt x="0" y="736164"/>
                </a:lnTo>
                <a:close/>
                <a:moveTo>
                  <a:pt x="258750" y="664995"/>
                </a:moveTo>
                <a:cubicBezTo>
                  <a:pt x="292629" y="664995"/>
                  <a:pt x="310372" y="678113"/>
                  <a:pt x="326000" y="686801"/>
                </a:cubicBezTo>
                <a:cubicBezTo>
                  <a:pt x="339850" y="694502"/>
                  <a:pt x="351839" y="701977"/>
                  <a:pt x="377142" y="701977"/>
                </a:cubicBezTo>
                <a:cubicBezTo>
                  <a:pt x="402474" y="701977"/>
                  <a:pt x="414435" y="694502"/>
                  <a:pt x="428313" y="686801"/>
                </a:cubicBezTo>
                <a:cubicBezTo>
                  <a:pt x="443856" y="678169"/>
                  <a:pt x="461572" y="668381"/>
                  <a:pt x="495084" y="668268"/>
                </a:cubicBezTo>
                <a:cubicBezTo>
                  <a:pt x="528568" y="668409"/>
                  <a:pt x="546311" y="678169"/>
                  <a:pt x="561854" y="686801"/>
                </a:cubicBezTo>
                <a:cubicBezTo>
                  <a:pt x="575732" y="694502"/>
                  <a:pt x="587721" y="701977"/>
                  <a:pt x="613025" y="701977"/>
                </a:cubicBezTo>
                <a:cubicBezTo>
                  <a:pt x="638328" y="701977"/>
                  <a:pt x="650289" y="694502"/>
                  <a:pt x="664167" y="686801"/>
                </a:cubicBezTo>
                <a:cubicBezTo>
                  <a:pt x="679823" y="678113"/>
                  <a:pt x="697538" y="664995"/>
                  <a:pt x="731417" y="664995"/>
                </a:cubicBezTo>
                <a:cubicBezTo>
                  <a:pt x="752828" y="664995"/>
                  <a:pt x="778413" y="671766"/>
                  <a:pt x="778413" y="671737"/>
                </a:cubicBezTo>
                <a:lnTo>
                  <a:pt x="760049" y="703698"/>
                </a:lnTo>
                <a:cubicBezTo>
                  <a:pt x="760049" y="703698"/>
                  <a:pt x="744675" y="700934"/>
                  <a:pt x="731445" y="700934"/>
                </a:cubicBezTo>
                <a:cubicBezTo>
                  <a:pt x="706114" y="700934"/>
                  <a:pt x="692489" y="708381"/>
                  <a:pt x="678610" y="716082"/>
                </a:cubicBezTo>
                <a:cubicBezTo>
                  <a:pt x="662983" y="724798"/>
                  <a:pt x="649950" y="736759"/>
                  <a:pt x="616043" y="736759"/>
                </a:cubicBezTo>
                <a:cubicBezTo>
                  <a:pt x="582164" y="736759"/>
                  <a:pt x="563688" y="725786"/>
                  <a:pt x="548060" y="717097"/>
                </a:cubicBezTo>
                <a:cubicBezTo>
                  <a:pt x="534265" y="709424"/>
                  <a:pt x="520048" y="702824"/>
                  <a:pt x="495084" y="702739"/>
                </a:cubicBezTo>
                <a:cubicBezTo>
                  <a:pt x="470090" y="702824"/>
                  <a:pt x="455901" y="709453"/>
                  <a:pt x="442107" y="717097"/>
                </a:cubicBezTo>
                <a:cubicBezTo>
                  <a:pt x="426508" y="725786"/>
                  <a:pt x="408031" y="736759"/>
                  <a:pt x="374124" y="736759"/>
                </a:cubicBezTo>
                <a:cubicBezTo>
                  <a:pt x="340217" y="736759"/>
                  <a:pt x="327184" y="724770"/>
                  <a:pt x="311557" y="716082"/>
                </a:cubicBezTo>
                <a:cubicBezTo>
                  <a:pt x="297678" y="708381"/>
                  <a:pt x="284025" y="700934"/>
                  <a:pt x="258721" y="700934"/>
                </a:cubicBezTo>
                <a:cubicBezTo>
                  <a:pt x="245492" y="700934"/>
                  <a:pt x="230118" y="703698"/>
                  <a:pt x="230118" y="703698"/>
                </a:cubicBezTo>
                <a:lnTo>
                  <a:pt x="211754" y="671737"/>
                </a:lnTo>
                <a:cubicBezTo>
                  <a:pt x="211754" y="671737"/>
                  <a:pt x="237339" y="664995"/>
                  <a:pt x="258750" y="664995"/>
                </a:cubicBezTo>
                <a:close/>
                <a:moveTo>
                  <a:pt x="949867" y="589283"/>
                </a:moveTo>
                <a:lnTo>
                  <a:pt x="959317" y="606265"/>
                </a:lnTo>
                <a:cubicBezTo>
                  <a:pt x="952406" y="610468"/>
                  <a:pt x="948089" y="616589"/>
                  <a:pt x="946482" y="624685"/>
                </a:cubicBezTo>
                <a:cubicBezTo>
                  <a:pt x="944817" y="633148"/>
                  <a:pt x="946848" y="638479"/>
                  <a:pt x="951841" y="639467"/>
                </a:cubicBezTo>
                <a:cubicBezTo>
                  <a:pt x="958047" y="640679"/>
                  <a:pt x="962673" y="634332"/>
                  <a:pt x="966228" y="624826"/>
                </a:cubicBezTo>
                <a:cubicBezTo>
                  <a:pt x="972829" y="607760"/>
                  <a:pt x="981630" y="593627"/>
                  <a:pt x="1001404" y="597548"/>
                </a:cubicBezTo>
                <a:cubicBezTo>
                  <a:pt x="1021207" y="601469"/>
                  <a:pt x="1027244" y="619325"/>
                  <a:pt x="1023435" y="638508"/>
                </a:cubicBezTo>
                <a:cubicBezTo>
                  <a:pt x="1020248" y="654925"/>
                  <a:pt x="1011870" y="665814"/>
                  <a:pt x="998753" y="673317"/>
                </a:cubicBezTo>
                <a:lnTo>
                  <a:pt x="988879" y="655856"/>
                </a:lnTo>
                <a:cubicBezTo>
                  <a:pt x="998612" y="650412"/>
                  <a:pt x="1004197" y="643867"/>
                  <a:pt x="1006059" y="634417"/>
                </a:cubicBezTo>
                <a:cubicBezTo>
                  <a:pt x="1007723" y="625955"/>
                  <a:pt x="1005438" y="619297"/>
                  <a:pt x="999091" y="618028"/>
                </a:cubicBezTo>
                <a:cubicBezTo>
                  <a:pt x="991870" y="616617"/>
                  <a:pt x="987074" y="624939"/>
                  <a:pt x="983548" y="633543"/>
                </a:cubicBezTo>
                <a:cubicBezTo>
                  <a:pt x="977596" y="649311"/>
                  <a:pt x="967920" y="663472"/>
                  <a:pt x="949387" y="659805"/>
                </a:cubicBezTo>
                <a:cubicBezTo>
                  <a:pt x="932828" y="656533"/>
                  <a:pt x="925212" y="641441"/>
                  <a:pt x="929302" y="620651"/>
                </a:cubicBezTo>
                <a:cubicBezTo>
                  <a:pt x="932095" y="606603"/>
                  <a:pt x="937737" y="596984"/>
                  <a:pt x="949867" y="589283"/>
                </a:cubicBezTo>
                <a:close/>
                <a:moveTo>
                  <a:pt x="424195" y="455094"/>
                </a:moveTo>
                <a:lnTo>
                  <a:pt x="565972" y="455094"/>
                </a:lnTo>
                <a:lnTo>
                  <a:pt x="565916" y="476504"/>
                </a:lnTo>
                <a:cubicBezTo>
                  <a:pt x="565916" y="476504"/>
                  <a:pt x="557087" y="480425"/>
                  <a:pt x="557087" y="490242"/>
                </a:cubicBezTo>
                <a:cubicBezTo>
                  <a:pt x="557087" y="509903"/>
                  <a:pt x="572376" y="587703"/>
                  <a:pt x="569442" y="643867"/>
                </a:cubicBezTo>
                <a:lnTo>
                  <a:pt x="520077" y="643867"/>
                </a:lnTo>
                <a:lnTo>
                  <a:pt x="516353" y="590552"/>
                </a:lnTo>
                <a:cubicBezTo>
                  <a:pt x="514717" y="577069"/>
                  <a:pt x="506085" y="569226"/>
                  <a:pt x="495055" y="569226"/>
                </a:cubicBezTo>
                <a:cubicBezTo>
                  <a:pt x="484054" y="569226"/>
                  <a:pt x="475394" y="577097"/>
                  <a:pt x="473758" y="590552"/>
                </a:cubicBezTo>
                <a:lnTo>
                  <a:pt x="470034" y="643867"/>
                </a:lnTo>
                <a:lnTo>
                  <a:pt x="420669" y="643867"/>
                </a:lnTo>
                <a:cubicBezTo>
                  <a:pt x="417735" y="587703"/>
                  <a:pt x="433024" y="509875"/>
                  <a:pt x="433024" y="490242"/>
                </a:cubicBezTo>
                <a:cubicBezTo>
                  <a:pt x="433024" y="480425"/>
                  <a:pt x="424195" y="476504"/>
                  <a:pt x="424195" y="476504"/>
                </a:cubicBezTo>
                <a:close/>
                <a:moveTo>
                  <a:pt x="624534" y="425136"/>
                </a:moveTo>
                <a:lnTo>
                  <a:pt x="639992" y="425136"/>
                </a:lnTo>
                <a:lnTo>
                  <a:pt x="641995" y="441186"/>
                </a:lnTo>
                <a:lnTo>
                  <a:pt x="656946" y="441186"/>
                </a:lnTo>
                <a:lnTo>
                  <a:pt x="659146" y="425136"/>
                </a:lnTo>
                <a:lnTo>
                  <a:pt x="667694" y="425136"/>
                </a:lnTo>
                <a:lnTo>
                  <a:pt x="676213" y="425136"/>
                </a:lnTo>
                <a:lnTo>
                  <a:pt x="678413" y="441186"/>
                </a:lnTo>
                <a:lnTo>
                  <a:pt x="693363" y="441186"/>
                </a:lnTo>
                <a:lnTo>
                  <a:pt x="695366" y="425136"/>
                </a:lnTo>
                <a:lnTo>
                  <a:pt x="710825" y="425136"/>
                </a:lnTo>
                <a:lnTo>
                  <a:pt x="708709" y="447787"/>
                </a:lnTo>
                <a:lnTo>
                  <a:pt x="698131" y="456363"/>
                </a:lnTo>
                <a:lnTo>
                  <a:pt x="698723" y="467364"/>
                </a:lnTo>
                <a:lnTo>
                  <a:pt x="698808" y="467364"/>
                </a:lnTo>
                <a:cubicBezTo>
                  <a:pt x="698808" y="478817"/>
                  <a:pt x="709781" y="481074"/>
                  <a:pt x="709781" y="481074"/>
                </a:cubicBezTo>
                <a:lnTo>
                  <a:pt x="709781" y="493683"/>
                </a:lnTo>
                <a:lnTo>
                  <a:pt x="701234" y="493683"/>
                </a:lnTo>
                <a:cubicBezTo>
                  <a:pt x="701601" y="536222"/>
                  <a:pt x="722729" y="597689"/>
                  <a:pt x="722786" y="643895"/>
                </a:cubicBezTo>
                <a:lnTo>
                  <a:pt x="667694" y="643895"/>
                </a:lnTo>
                <a:lnTo>
                  <a:pt x="612602" y="643895"/>
                </a:lnTo>
                <a:cubicBezTo>
                  <a:pt x="612602" y="597717"/>
                  <a:pt x="633730" y="536222"/>
                  <a:pt x="634097" y="493683"/>
                </a:cubicBezTo>
                <a:lnTo>
                  <a:pt x="625549" y="493683"/>
                </a:lnTo>
                <a:lnTo>
                  <a:pt x="625549" y="481074"/>
                </a:lnTo>
                <a:cubicBezTo>
                  <a:pt x="625549" y="481074"/>
                  <a:pt x="636551" y="478817"/>
                  <a:pt x="636551" y="467364"/>
                </a:cubicBezTo>
                <a:lnTo>
                  <a:pt x="636607" y="467364"/>
                </a:lnTo>
                <a:lnTo>
                  <a:pt x="637228" y="456363"/>
                </a:lnTo>
                <a:lnTo>
                  <a:pt x="626650" y="447787"/>
                </a:lnTo>
                <a:close/>
                <a:moveTo>
                  <a:pt x="279370" y="425136"/>
                </a:moveTo>
                <a:lnTo>
                  <a:pt x="294829" y="425136"/>
                </a:lnTo>
                <a:lnTo>
                  <a:pt x="296832" y="441186"/>
                </a:lnTo>
                <a:lnTo>
                  <a:pt x="311782" y="441186"/>
                </a:lnTo>
                <a:lnTo>
                  <a:pt x="313983" y="425136"/>
                </a:lnTo>
                <a:lnTo>
                  <a:pt x="322502" y="425136"/>
                </a:lnTo>
                <a:lnTo>
                  <a:pt x="331049" y="425136"/>
                </a:lnTo>
                <a:lnTo>
                  <a:pt x="333249" y="441186"/>
                </a:lnTo>
                <a:lnTo>
                  <a:pt x="348200" y="441186"/>
                </a:lnTo>
                <a:lnTo>
                  <a:pt x="350203" y="425136"/>
                </a:lnTo>
                <a:lnTo>
                  <a:pt x="365661" y="425136"/>
                </a:lnTo>
                <a:lnTo>
                  <a:pt x="363546" y="447787"/>
                </a:lnTo>
                <a:lnTo>
                  <a:pt x="352967" y="456363"/>
                </a:lnTo>
                <a:lnTo>
                  <a:pt x="353588" y="467364"/>
                </a:lnTo>
                <a:lnTo>
                  <a:pt x="353644" y="467364"/>
                </a:lnTo>
                <a:cubicBezTo>
                  <a:pt x="353644" y="478817"/>
                  <a:pt x="364646" y="481074"/>
                  <a:pt x="364646" y="481074"/>
                </a:cubicBezTo>
                <a:lnTo>
                  <a:pt x="364646" y="493683"/>
                </a:lnTo>
                <a:lnTo>
                  <a:pt x="356098" y="493683"/>
                </a:lnTo>
                <a:cubicBezTo>
                  <a:pt x="356465" y="536222"/>
                  <a:pt x="377594" y="597689"/>
                  <a:pt x="377566" y="643895"/>
                </a:cubicBezTo>
                <a:lnTo>
                  <a:pt x="322474" y="643895"/>
                </a:lnTo>
                <a:lnTo>
                  <a:pt x="267410" y="643895"/>
                </a:lnTo>
                <a:cubicBezTo>
                  <a:pt x="267410" y="597717"/>
                  <a:pt x="288538" y="536222"/>
                  <a:pt x="288905" y="493683"/>
                </a:cubicBezTo>
                <a:lnTo>
                  <a:pt x="280358" y="493683"/>
                </a:lnTo>
                <a:lnTo>
                  <a:pt x="280358" y="481074"/>
                </a:lnTo>
                <a:cubicBezTo>
                  <a:pt x="280358" y="481074"/>
                  <a:pt x="291359" y="478817"/>
                  <a:pt x="291359" y="467364"/>
                </a:cubicBezTo>
                <a:lnTo>
                  <a:pt x="291416" y="467364"/>
                </a:lnTo>
                <a:lnTo>
                  <a:pt x="292036" y="456363"/>
                </a:lnTo>
                <a:lnTo>
                  <a:pt x="281458" y="447787"/>
                </a:lnTo>
                <a:close/>
                <a:moveTo>
                  <a:pt x="1008795" y="375686"/>
                </a:moveTo>
                <a:lnTo>
                  <a:pt x="1014380" y="401468"/>
                </a:lnTo>
                <a:lnTo>
                  <a:pt x="983125" y="442258"/>
                </a:lnTo>
                <a:lnTo>
                  <a:pt x="1021433" y="433937"/>
                </a:lnTo>
                <a:lnTo>
                  <a:pt x="1025918" y="454642"/>
                </a:lnTo>
                <a:lnTo>
                  <a:pt x="939147" y="473486"/>
                </a:lnTo>
                <a:lnTo>
                  <a:pt x="934662" y="452780"/>
                </a:lnTo>
                <a:lnTo>
                  <a:pt x="968146" y="445503"/>
                </a:lnTo>
                <a:cubicBezTo>
                  <a:pt x="958358" y="434501"/>
                  <a:pt x="941602" y="423641"/>
                  <a:pt x="927695" y="420679"/>
                </a:cubicBezTo>
                <a:lnTo>
                  <a:pt x="922927" y="398732"/>
                </a:lnTo>
                <a:cubicBezTo>
                  <a:pt x="939712" y="401327"/>
                  <a:pt x="959542" y="414275"/>
                  <a:pt x="970967" y="425700"/>
                </a:cubicBezTo>
                <a:close/>
                <a:moveTo>
                  <a:pt x="667637" y="368492"/>
                </a:moveTo>
                <a:cubicBezTo>
                  <a:pt x="686396" y="368492"/>
                  <a:pt x="701996" y="381750"/>
                  <a:pt x="701996" y="402964"/>
                </a:cubicBezTo>
                <a:lnTo>
                  <a:pt x="701996" y="410354"/>
                </a:lnTo>
                <a:lnTo>
                  <a:pt x="633279" y="410354"/>
                </a:lnTo>
                <a:lnTo>
                  <a:pt x="633279" y="402964"/>
                </a:lnTo>
                <a:cubicBezTo>
                  <a:pt x="633279" y="381750"/>
                  <a:pt x="648878" y="368492"/>
                  <a:pt x="667637" y="368492"/>
                </a:cubicBezTo>
                <a:close/>
                <a:moveTo>
                  <a:pt x="322530" y="368492"/>
                </a:moveTo>
                <a:cubicBezTo>
                  <a:pt x="341289" y="368492"/>
                  <a:pt x="356888" y="381750"/>
                  <a:pt x="356888" y="402964"/>
                </a:cubicBezTo>
                <a:lnTo>
                  <a:pt x="356888" y="410354"/>
                </a:lnTo>
                <a:lnTo>
                  <a:pt x="288172" y="410354"/>
                </a:lnTo>
                <a:lnTo>
                  <a:pt x="288172" y="402964"/>
                </a:lnTo>
                <a:cubicBezTo>
                  <a:pt x="288172" y="381750"/>
                  <a:pt x="303771" y="368492"/>
                  <a:pt x="322530" y="368492"/>
                </a:cubicBezTo>
                <a:close/>
                <a:moveTo>
                  <a:pt x="430767" y="356673"/>
                </a:moveTo>
                <a:lnTo>
                  <a:pt x="454011" y="356673"/>
                </a:lnTo>
                <a:lnTo>
                  <a:pt x="456381" y="374501"/>
                </a:lnTo>
                <a:lnTo>
                  <a:pt x="476889" y="374501"/>
                </a:lnTo>
                <a:lnTo>
                  <a:pt x="479258" y="356673"/>
                </a:lnTo>
                <a:lnTo>
                  <a:pt x="510937" y="356673"/>
                </a:lnTo>
                <a:lnTo>
                  <a:pt x="513306" y="374501"/>
                </a:lnTo>
                <a:lnTo>
                  <a:pt x="533814" y="374501"/>
                </a:lnTo>
                <a:lnTo>
                  <a:pt x="536212" y="356673"/>
                </a:lnTo>
                <a:lnTo>
                  <a:pt x="559428" y="356673"/>
                </a:lnTo>
                <a:lnTo>
                  <a:pt x="557905" y="385079"/>
                </a:lnTo>
                <a:cubicBezTo>
                  <a:pt x="557905" y="385079"/>
                  <a:pt x="545662" y="389988"/>
                  <a:pt x="545662" y="402738"/>
                </a:cubicBezTo>
                <a:cubicBezTo>
                  <a:pt x="545662" y="411567"/>
                  <a:pt x="549132" y="438168"/>
                  <a:pt x="549132" y="438168"/>
                </a:cubicBezTo>
                <a:lnTo>
                  <a:pt x="441063" y="438168"/>
                </a:lnTo>
                <a:cubicBezTo>
                  <a:pt x="441063" y="438168"/>
                  <a:pt x="444533" y="411567"/>
                  <a:pt x="444533" y="402738"/>
                </a:cubicBezTo>
                <a:cubicBezTo>
                  <a:pt x="444533" y="389988"/>
                  <a:pt x="432291" y="385079"/>
                  <a:pt x="432291" y="385079"/>
                </a:cubicBezTo>
                <a:close/>
                <a:moveTo>
                  <a:pt x="938664" y="280167"/>
                </a:moveTo>
                <a:cubicBezTo>
                  <a:pt x="931707" y="277963"/>
                  <a:pt x="923858" y="278436"/>
                  <a:pt x="916665" y="282201"/>
                </a:cubicBezTo>
                <a:cubicBezTo>
                  <a:pt x="902278" y="289705"/>
                  <a:pt x="897201" y="306884"/>
                  <a:pt x="904479" y="320791"/>
                </a:cubicBezTo>
                <a:cubicBezTo>
                  <a:pt x="911672" y="334529"/>
                  <a:pt x="928682" y="340171"/>
                  <a:pt x="943068" y="332639"/>
                </a:cubicBezTo>
                <a:cubicBezTo>
                  <a:pt x="957455" y="325107"/>
                  <a:pt x="962532" y="307928"/>
                  <a:pt x="955311" y="294190"/>
                </a:cubicBezTo>
                <a:cubicBezTo>
                  <a:pt x="951686" y="287251"/>
                  <a:pt x="945621" y="282371"/>
                  <a:pt x="938664" y="280167"/>
                </a:cubicBezTo>
                <a:close/>
                <a:moveTo>
                  <a:pt x="926006" y="258348"/>
                </a:moveTo>
                <a:cubicBezTo>
                  <a:pt x="944974" y="256926"/>
                  <a:pt x="963089" y="267314"/>
                  <a:pt x="972462" y="285192"/>
                </a:cubicBezTo>
                <a:cubicBezTo>
                  <a:pt x="984958" y="309028"/>
                  <a:pt x="977596" y="338055"/>
                  <a:pt x="952716" y="351116"/>
                </a:cubicBezTo>
                <a:cubicBezTo>
                  <a:pt x="927836" y="364148"/>
                  <a:pt x="899796" y="353626"/>
                  <a:pt x="887300" y="329790"/>
                </a:cubicBezTo>
                <a:cubicBezTo>
                  <a:pt x="874831" y="305953"/>
                  <a:pt x="882165" y="276870"/>
                  <a:pt x="907046" y="263866"/>
                </a:cubicBezTo>
                <a:cubicBezTo>
                  <a:pt x="913266" y="260608"/>
                  <a:pt x="919683" y="258822"/>
                  <a:pt x="926006" y="258348"/>
                </a:cubicBezTo>
                <a:close/>
                <a:moveTo>
                  <a:pt x="620980" y="249367"/>
                </a:moveTo>
                <a:cubicBezTo>
                  <a:pt x="638130" y="250326"/>
                  <a:pt x="652179" y="264486"/>
                  <a:pt x="652940" y="281637"/>
                </a:cubicBezTo>
                <a:cubicBezTo>
                  <a:pt x="653843" y="301130"/>
                  <a:pt x="638328" y="317209"/>
                  <a:pt x="619033" y="317209"/>
                </a:cubicBezTo>
                <a:cubicBezTo>
                  <a:pt x="610373" y="317209"/>
                  <a:pt x="602475" y="313965"/>
                  <a:pt x="596466" y="308605"/>
                </a:cubicBezTo>
                <a:cubicBezTo>
                  <a:pt x="596043" y="308210"/>
                  <a:pt x="596410" y="307477"/>
                  <a:pt x="596974" y="307646"/>
                </a:cubicBezTo>
                <a:cubicBezTo>
                  <a:pt x="599202" y="308295"/>
                  <a:pt x="601544" y="308633"/>
                  <a:pt x="603970" y="308633"/>
                </a:cubicBezTo>
                <a:cubicBezTo>
                  <a:pt x="619400" y="308633"/>
                  <a:pt x="631614" y="294867"/>
                  <a:pt x="629019" y="278957"/>
                </a:cubicBezTo>
                <a:cubicBezTo>
                  <a:pt x="627411" y="269084"/>
                  <a:pt x="619795" y="260932"/>
                  <a:pt x="610063" y="258591"/>
                </a:cubicBezTo>
                <a:cubicBezTo>
                  <a:pt x="605465" y="257491"/>
                  <a:pt x="601036" y="257688"/>
                  <a:pt x="597002" y="258845"/>
                </a:cubicBezTo>
                <a:cubicBezTo>
                  <a:pt x="596410" y="259042"/>
                  <a:pt x="596015" y="258309"/>
                  <a:pt x="596466" y="257914"/>
                </a:cubicBezTo>
                <a:cubicBezTo>
                  <a:pt x="602926" y="252187"/>
                  <a:pt x="611558" y="248859"/>
                  <a:pt x="620980" y="249367"/>
                </a:cubicBezTo>
                <a:close/>
                <a:moveTo>
                  <a:pt x="495084" y="243273"/>
                </a:moveTo>
                <a:cubicBezTo>
                  <a:pt x="495084" y="243273"/>
                  <a:pt x="547326" y="322963"/>
                  <a:pt x="547326" y="335065"/>
                </a:cubicBezTo>
                <a:lnTo>
                  <a:pt x="547326" y="340086"/>
                </a:lnTo>
                <a:lnTo>
                  <a:pt x="442812" y="340086"/>
                </a:lnTo>
                <a:lnTo>
                  <a:pt x="442812" y="335065"/>
                </a:lnTo>
                <a:cubicBezTo>
                  <a:pt x="442812" y="322963"/>
                  <a:pt x="495084" y="243273"/>
                  <a:pt x="495084" y="243273"/>
                </a:cubicBezTo>
                <a:close/>
                <a:moveTo>
                  <a:pt x="367015" y="242709"/>
                </a:moveTo>
                <a:lnTo>
                  <a:pt x="375196" y="269084"/>
                </a:lnTo>
                <a:lnTo>
                  <a:pt x="402135" y="262991"/>
                </a:lnTo>
                <a:lnTo>
                  <a:pt x="383376" y="283273"/>
                </a:lnTo>
                <a:lnTo>
                  <a:pt x="402135" y="303556"/>
                </a:lnTo>
                <a:lnTo>
                  <a:pt x="375196" y="297462"/>
                </a:lnTo>
                <a:lnTo>
                  <a:pt x="367015" y="323838"/>
                </a:lnTo>
                <a:lnTo>
                  <a:pt x="358835" y="297462"/>
                </a:lnTo>
                <a:lnTo>
                  <a:pt x="331895" y="303556"/>
                </a:lnTo>
                <a:lnTo>
                  <a:pt x="350654" y="283273"/>
                </a:lnTo>
                <a:lnTo>
                  <a:pt x="331895" y="262991"/>
                </a:lnTo>
                <a:lnTo>
                  <a:pt x="358835" y="269084"/>
                </a:lnTo>
                <a:close/>
                <a:moveTo>
                  <a:pt x="495084" y="198111"/>
                </a:moveTo>
                <a:cubicBezTo>
                  <a:pt x="504675" y="198111"/>
                  <a:pt x="512432" y="205868"/>
                  <a:pt x="512432" y="215459"/>
                </a:cubicBezTo>
                <a:cubicBezTo>
                  <a:pt x="512432" y="225022"/>
                  <a:pt x="504646" y="232808"/>
                  <a:pt x="495084" y="232808"/>
                </a:cubicBezTo>
                <a:cubicBezTo>
                  <a:pt x="485492" y="232808"/>
                  <a:pt x="477735" y="225051"/>
                  <a:pt x="477735" y="215459"/>
                </a:cubicBezTo>
                <a:cubicBezTo>
                  <a:pt x="477735" y="205868"/>
                  <a:pt x="485492" y="198111"/>
                  <a:pt x="495084" y="198111"/>
                </a:cubicBezTo>
                <a:close/>
                <a:moveTo>
                  <a:pt x="825973" y="112243"/>
                </a:moveTo>
                <a:lnTo>
                  <a:pt x="842109" y="125417"/>
                </a:lnTo>
                <a:lnTo>
                  <a:pt x="808202" y="172780"/>
                </a:lnTo>
                <a:lnTo>
                  <a:pt x="864253" y="148548"/>
                </a:lnTo>
                <a:lnTo>
                  <a:pt x="873590" y="157687"/>
                </a:lnTo>
                <a:lnTo>
                  <a:pt x="850430" y="214162"/>
                </a:lnTo>
                <a:lnTo>
                  <a:pt x="897088" y="179239"/>
                </a:lnTo>
                <a:lnTo>
                  <a:pt x="910741" y="195290"/>
                </a:lnTo>
                <a:lnTo>
                  <a:pt x="838329" y="246207"/>
                </a:lnTo>
                <a:lnTo>
                  <a:pt x="823576" y="231708"/>
                </a:lnTo>
                <a:lnTo>
                  <a:pt x="845832" y="176757"/>
                </a:lnTo>
                <a:lnTo>
                  <a:pt x="790881" y="199634"/>
                </a:lnTo>
                <a:lnTo>
                  <a:pt x="775846" y="184881"/>
                </a:lnTo>
                <a:close/>
                <a:moveTo>
                  <a:pt x="295985" y="37095"/>
                </a:moveTo>
                <a:lnTo>
                  <a:pt x="333870" y="117405"/>
                </a:lnTo>
                <a:lnTo>
                  <a:pt x="273193" y="146037"/>
                </a:lnTo>
                <a:lnTo>
                  <a:pt x="265661" y="130099"/>
                </a:lnTo>
                <a:lnTo>
                  <a:pt x="307184" y="110494"/>
                </a:lnTo>
                <a:lnTo>
                  <a:pt x="299822" y="94895"/>
                </a:lnTo>
                <a:lnTo>
                  <a:pt x="265153" y="111256"/>
                </a:lnTo>
                <a:lnTo>
                  <a:pt x="257649" y="95318"/>
                </a:lnTo>
                <a:lnTo>
                  <a:pt x="292290" y="78957"/>
                </a:lnTo>
                <a:lnTo>
                  <a:pt x="284335" y="62088"/>
                </a:lnTo>
                <a:lnTo>
                  <a:pt x="242812" y="81693"/>
                </a:lnTo>
                <a:lnTo>
                  <a:pt x="235280" y="65727"/>
                </a:lnTo>
                <a:close/>
                <a:moveTo>
                  <a:pt x="666311" y="26037"/>
                </a:moveTo>
                <a:lnTo>
                  <a:pt x="685944" y="33061"/>
                </a:lnTo>
                <a:lnTo>
                  <a:pt x="669809" y="89450"/>
                </a:lnTo>
                <a:lnTo>
                  <a:pt x="714464" y="47786"/>
                </a:lnTo>
                <a:lnTo>
                  <a:pt x="726340" y="53287"/>
                </a:lnTo>
                <a:lnTo>
                  <a:pt x="723491" y="114274"/>
                </a:lnTo>
                <a:lnTo>
                  <a:pt x="755790" y="65586"/>
                </a:lnTo>
                <a:lnTo>
                  <a:pt x="774013" y="76192"/>
                </a:lnTo>
                <a:lnTo>
                  <a:pt x="722898" y="148520"/>
                </a:lnTo>
                <a:lnTo>
                  <a:pt x="704139" y="139831"/>
                </a:lnTo>
                <a:lnTo>
                  <a:pt x="706650" y="80593"/>
                </a:lnTo>
                <a:lnTo>
                  <a:pt x="662559" y="120593"/>
                </a:lnTo>
                <a:lnTo>
                  <a:pt x="643434" y="111764"/>
                </a:lnTo>
                <a:close/>
                <a:moveTo>
                  <a:pt x="561487" y="1044"/>
                </a:moveTo>
                <a:cubicBezTo>
                  <a:pt x="587975" y="4344"/>
                  <a:pt x="600218" y="21975"/>
                  <a:pt x="597200" y="46178"/>
                </a:cubicBezTo>
                <a:lnTo>
                  <a:pt x="590316" y="97180"/>
                </a:lnTo>
                <a:lnTo>
                  <a:pt x="569414" y="94331"/>
                </a:lnTo>
                <a:lnTo>
                  <a:pt x="575225" y="47899"/>
                </a:lnTo>
                <a:cubicBezTo>
                  <a:pt x="577143" y="32553"/>
                  <a:pt x="573814" y="22285"/>
                  <a:pt x="559090" y="20423"/>
                </a:cubicBezTo>
                <a:cubicBezTo>
                  <a:pt x="544110" y="18562"/>
                  <a:pt x="538328" y="27927"/>
                  <a:pt x="536438" y="43019"/>
                </a:cubicBezTo>
                <a:lnTo>
                  <a:pt x="530627" y="89450"/>
                </a:lnTo>
                <a:lnTo>
                  <a:pt x="509696" y="87081"/>
                </a:lnTo>
                <a:lnTo>
                  <a:pt x="515535" y="36333"/>
                </a:lnTo>
                <a:cubicBezTo>
                  <a:pt x="518582" y="11904"/>
                  <a:pt x="534942" y="-2285"/>
                  <a:pt x="561487" y="1044"/>
                </a:cubicBezTo>
                <a:close/>
                <a:moveTo>
                  <a:pt x="448793" y="0"/>
                </a:moveTo>
                <a:lnTo>
                  <a:pt x="462192" y="87843"/>
                </a:lnTo>
                <a:lnTo>
                  <a:pt x="443433" y="90945"/>
                </a:lnTo>
                <a:lnTo>
                  <a:pt x="389300" y="45501"/>
                </a:lnTo>
                <a:lnTo>
                  <a:pt x="399371" y="98449"/>
                </a:lnTo>
                <a:lnTo>
                  <a:pt x="378948" y="101891"/>
                </a:lnTo>
                <a:lnTo>
                  <a:pt x="362671" y="14612"/>
                </a:lnTo>
                <a:lnTo>
                  <a:pt x="382982" y="11171"/>
                </a:lnTo>
                <a:lnTo>
                  <a:pt x="383405" y="13286"/>
                </a:lnTo>
                <a:cubicBezTo>
                  <a:pt x="383912" y="16305"/>
                  <a:pt x="386508" y="20085"/>
                  <a:pt x="390400" y="23131"/>
                </a:cubicBezTo>
                <a:lnTo>
                  <a:pt x="437848" y="63216"/>
                </a:lnTo>
                <a:lnTo>
                  <a:pt x="428144" y="3498"/>
                </a:lnTo>
                <a:close/>
              </a:path>
            </a:pathLst>
          </a:custGeom>
          <a:solidFill>
            <a:schemeClr val="bg1"/>
          </a:solidFill>
        </p:spPr>
        <p:txBody>
          <a:bodyPr wrap="square">
            <a:noAutofit/>
          </a:bodyPr>
          <a:lstStyle>
            <a:lvl1pPr marL="0" indent="0">
              <a:buNone/>
              <a:defRPr sz="100">
                <a:noFill/>
              </a:defRPr>
            </a:lvl1pPr>
            <a:lvl2pPr marL="63854" indent="0">
              <a:buNone/>
              <a:defRPr sz="100"/>
            </a:lvl2pPr>
            <a:lvl3pPr marL="141647" indent="0">
              <a:buNone/>
              <a:defRPr sz="100"/>
            </a:lvl3pPr>
            <a:lvl4pPr>
              <a:buNone/>
              <a:defRPr sz="100"/>
            </a:lvl4pPr>
            <a:lvl5pPr>
              <a:buNone/>
              <a:defRPr sz="100"/>
            </a:lvl5pPr>
          </a:lstStyle>
          <a:p>
            <a:pPr lvl="0"/>
            <a:r>
              <a:rPr lang="da-DK" dirty="0"/>
              <a:t>.</a:t>
            </a:r>
          </a:p>
        </p:txBody>
      </p:sp>
      <p:sp>
        <p:nvSpPr>
          <p:cNvPr id="12" name="Date_GeneralDate">
            <a:extLst>
              <a:ext uri="{FF2B5EF4-FFF2-40B4-BE49-F238E27FC236}">
                <a16:creationId xmlns:a16="http://schemas.microsoft.com/office/drawing/2014/main" id="{ED397024-840C-483C-9221-D7196DFC9407}"/>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5" name="FLD_PresentationTitle">
            <a:extLst>
              <a:ext uri="{FF2B5EF4-FFF2-40B4-BE49-F238E27FC236}">
                <a16:creationId xmlns:a16="http://schemas.microsoft.com/office/drawing/2014/main" id="{E3294628-B382-4444-8C1E-34B1C37B8D45}"/>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6" name="Slide Number Placeholder 5">
            <a:extLst>
              <a:ext uri="{FF2B5EF4-FFF2-40B4-BE49-F238E27FC236}">
                <a16:creationId xmlns:a16="http://schemas.microsoft.com/office/drawing/2014/main" id="{08A2E041-3E38-4FB1-98E1-405CB20FA201}"/>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582106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orside mørk/hvi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0CBCA9-7183-4B91-A84F-18C0F7795F42}"/>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15" name="Graphic 7">
            <a:extLst>
              <a:ext uri="{FF2B5EF4-FFF2-40B4-BE49-F238E27FC236}">
                <a16:creationId xmlns:a16="http://schemas.microsoft.com/office/drawing/2014/main" id="{A2506A83-7F56-4B42-B699-2119B672DFA1}"/>
              </a:ext>
            </a:extLst>
          </p:cNvPr>
          <p:cNvSpPr/>
          <p:nvPr/>
        </p:nvSpPr>
        <p:spPr>
          <a:xfrm>
            <a:off x="10442659" y="5068884"/>
            <a:ext cx="1026802" cy="1069115"/>
          </a:xfrm>
          <a:custGeom>
            <a:avLst/>
            <a:gdLst>
              <a:gd name="connsiteX0" fmla="*/ 1894258 w 2964740"/>
              <a:gd name="connsiteY0" fmla="*/ 2907646 h 3086914"/>
              <a:gd name="connsiteX1" fmla="*/ 1781451 w 2964740"/>
              <a:gd name="connsiteY1" fmla="*/ 2940795 h 3086914"/>
              <a:gd name="connsiteX2" fmla="*/ 1810447 w 2964740"/>
              <a:gd name="connsiteY2" fmla="*/ 3043421 h 3086914"/>
              <a:gd name="connsiteX3" fmla="*/ 1750745 w 2964740"/>
              <a:gd name="connsiteY3" fmla="*/ 3061014 h 3086914"/>
              <a:gd name="connsiteX4" fmla="*/ 1682328 w 2964740"/>
              <a:gd name="connsiteY4" fmla="*/ 2813898 h 3086914"/>
              <a:gd name="connsiteX5" fmla="*/ 1740727 w 2964740"/>
              <a:gd name="connsiteY5" fmla="*/ 2796712 h 3086914"/>
              <a:gd name="connsiteX6" fmla="*/ 1767767 w 2964740"/>
              <a:gd name="connsiteY6" fmla="*/ 2892170 h 3086914"/>
              <a:gd name="connsiteX7" fmla="*/ 1879515 w 2964740"/>
              <a:gd name="connsiteY7" fmla="*/ 2859347 h 3086914"/>
              <a:gd name="connsiteX8" fmla="*/ 1850357 w 2964740"/>
              <a:gd name="connsiteY8" fmla="*/ 2764458 h 3086914"/>
              <a:gd name="connsiteX9" fmla="*/ 1908430 w 2964740"/>
              <a:gd name="connsiteY9" fmla="*/ 2747354 h 3086914"/>
              <a:gd name="connsiteX10" fmla="*/ 1984992 w 2964740"/>
              <a:gd name="connsiteY10" fmla="*/ 2992108 h 3086914"/>
              <a:gd name="connsiteX11" fmla="*/ 1925616 w 2964740"/>
              <a:gd name="connsiteY11" fmla="*/ 3009619 h 3086914"/>
              <a:gd name="connsiteX12" fmla="*/ 1894258 w 2964740"/>
              <a:gd name="connsiteY12" fmla="*/ 2907646 h 3086914"/>
              <a:gd name="connsiteX13" fmla="*/ 2725688 w 2964740"/>
              <a:gd name="connsiteY13" fmla="*/ 960446 h 3086914"/>
              <a:gd name="connsiteX14" fmla="*/ 2614266 w 2964740"/>
              <a:gd name="connsiteY14" fmla="*/ 926237 h 3086914"/>
              <a:gd name="connsiteX15" fmla="*/ 2649452 w 2964740"/>
              <a:gd name="connsiteY15" fmla="*/ 814815 h 3086914"/>
              <a:gd name="connsiteX16" fmla="*/ 2761037 w 2964740"/>
              <a:gd name="connsiteY16" fmla="*/ 849431 h 3086914"/>
              <a:gd name="connsiteX17" fmla="*/ 2725688 w 2964740"/>
              <a:gd name="connsiteY17" fmla="*/ 960446 h 3086914"/>
              <a:gd name="connsiteX18" fmla="*/ 2810558 w 2964740"/>
              <a:gd name="connsiteY18" fmla="*/ 823449 h 3086914"/>
              <a:gd name="connsiteX19" fmla="*/ 2621678 w 2964740"/>
              <a:gd name="connsiteY19" fmla="*/ 761873 h 3086914"/>
              <a:gd name="connsiteX20" fmla="*/ 2564664 w 2964740"/>
              <a:gd name="connsiteY20" fmla="*/ 952220 h 3086914"/>
              <a:gd name="connsiteX21" fmla="*/ 2753544 w 2964740"/>
              <a:gd name="connsiteY21" fmla="*/ 1013795 h 3086914"/>
              <a:gd name="connsiteX22" fmla="*/ 2810558 w 2964740"/>
              <a:gd name="connsiteY22" fmla="*/ 823449 h 3086914"/>
              <a:gd name="connsiteX23" fmla="*/ 1727043 w 2964740"/>
              <a:gd name="connsiteY23" fmla="*/ 133332 h 3086914"/>
              <a:gd name="connsiteX24" fmla="*/ 1707169 w 2964740"/>
              <a:gd name="connsiteY24" fmla="*/ 280592 h 3086914"/>
              <a:gd name="connsiteX25" fmla="*/ 1646816 w 2964740"/>
              <a:gd name="connsiteY25" fmla="*/ 272365 h 3086914"/>
              <a:gd name="connsiteX26" fmla="*/ 1663594 w 2964740"/>
              <a:gd name="connsiteY26" fmla="*/ 138300 h 3086914"/>
              <a:gd name="connsiteX27" fmla="*/ 1617006 w 2964740"/>
              <a:gd name="connsiteY27" fmla="*/ 58969 h 3086914"/>
              <a:gd name="connsiteX28" fmla="*/ 1551602 w 2964740"/>
              <a:gd name="connsiteY28" fmla="*/ 124210 h 3086914"/>
              <a:gd name="connsiteX29" fmla="*/ 1534824 w 2964740"/>
              <a:gd name="connsiteY29" fmla="*/ 258274 h 3086914"/>
              <a:gd name="connsiteX30" fmla="*/ 1474389 w 2964740"/>
              <a:gd name="connsiteY30" fmla="*/ 251433 h 3086914"/>
              <a:gd name="connsiteX31" fmla="*/ 1491249 w 2964740"/>
              <a:gd name="connsiteY31" fmla="*/ 104906 h 3086914"/>
              <a:gd name="connsiteX32" fmla="*/ 1623929 w 2964740"/>
              <a:gd name="connsiteY32" fmla="*/ 3014 h 3086914"/>
              <a:gd name="connsiteX33" fmla="*/ 1727043 w 2964740"/>
              <a:gd name="connsiteY33" fmla="*/ 133332 h 3086914"/>
              <a:gd name="connsiteX34" fmla="*/ 1289662 w 2964740"/>
              <a:gd name="connsiteY34" fmla="*/ 2830106 h 3086914"/>
              <a:gd name="connsiteX35" fmla="*/ 1344477 w 2964740"/>
              <a:gd name="connsiteY35" fmla="*/ 2831165 h 3086914"/>
              <a:gd name="connsiteX36" fmla="*/ 1474226 w 2964740"/>
              <a:gd name="connsiteY36" fmla="*/ 2988687 h 3086914"/>
              <a:gd name="connsiteX37" fmla="*/ 1473574 w 2964740"/>
              <a:gd name="connsiteY37" fmla="*/ 2833038 h 3086914"/>
              <a:gd name="connsiteX38" fmla="*/ 1533357 w 2964740"/>
              <a:gd name="connsiteY38" fmla="*/ 2834016 h 3086914"/>
              <a:gd name="connsiteX39" fmla="*/ 1533439 w 2964740"/>
              <a:gd name="connsiteY39" fmla="*/ 3090336 h 3086914"/>
              <a:gd name="connsiteX40" fmla="*/ 1473981 w 2964740"/>
              <a:gd name="connsiteY40" fmla="*/ 3089440 h 3086914"/>
              <a:gd name="connsiteX41" fmla="*/ 1473900 w 2964740"/>
              <a:gd name="connsiteY41" fmla="*/ 3083250 h 3086914"/>
              <a:gd name="connsiteX42" fmla="*/ 1459239 w 2964740"/>
              <a:gd name="connsiteY42" fmla="*/ 3051647 h 3086914"/>
              <a:gd name="connsiteX43" fmla="*/ 1345699 w 2964740"/>
              <a:gd name="connsiteY43" fmla="*/ 2912858 h 3086914"/>
              <a:gd name="connsiteX44" fmla="*/ 1341708 w 2964740"/>
              <a:gd name="connsiteY44" fmla="*/ 3087485 h 3086914"/>
              <a:gd name="connsiteX45" fmla="*/ 1281273 w 2964740"/>
              <a:gd name="connsiteY45" fmla="*/ 3086507 h 3086914"/>
              <a:gd name="connsiteX46" fmla="*/ 1289662 w 2964740"/>
              <a:gd name="connsiteY46" fmla="*/ 2830106 h 3086914"/>
              <a:gd name="connsiteX47" fmla="*/ 1926593 w 2964740"/>
              <a:gd name="connsiteY47" fmla="*/ 75177 h 3086914"/>
              <a:gd name="connsiteX48" fmla="*/ 1983281 w 2964740"/>
              <a:gd name="connsiteY48" fmla="*/ 95458 h 3086914"/>
              <a:gd name="connsiteX49" fmla="*/ 1936693 w 2964740"/>
              <a:gd name="connsiteY49" fmla="*/ 258274 h 3086914"/>
              <a:gd name="connsiteX50" fmla="*/ 2065626 w 2964740"/>
              <a:gd name="connsiteY50" fmla="*/ 137975 h 3086914"/>
              <a:gd name="connsiteX51" fmla="*/ 2099916 w 2964740"/>
              <a:gd name="connsiteY51" fmla="*/ 153857 h 3086914"/>
              <a:gd name="connsiteX52" fmla="*/ 2091690 w 2964740"/>
              <a:gd name="connsiteY52" fmla="*/ 329950 h 3086914"/>
              <a:gd name="connsiteX53" fmla="*/ 2184949 w 2964740"/>
              <a:gd name="connsiteY53" fmla="*/ 189369 h 3086914"/>
              <a:gd name="connsiteX54" fmla="*/ 2237565 w 2964740"/>
              <a:gd name="connsiteY54" fmla="*/ 219994 h 3086914"/>
              <a:gd name="connsiteX55" fmla="*/ 2089979 w 2964740"/>
              <a:gd name="connsiteY55" fmla="*/ 428829 h 3086914"/>
              <a:gd name="connsiteX56" fmla="*/ 2035816 w 2964740"/>
              <a:gd name="connsiteY56" fmla="*/ 403742 h 3086914"/>
              <a:gd name="connsiteX57" fmla="*/ 2043065 w 2964740"/>
              <a:gd name="connsiteY57" fmla="*/ 232700 h 3086914"/>
              <a:gd name="connsiteX58" fmla="*/ 1915760 w 2964740"/>
              <a:gd name="connsiteY58" fmla="*/ 348194 h 3086914"/>
              <a:gd name="connsiteX59" fmla="*/ 1860538 w 2964740"/>
              <a:gd name="connsiteY59" fmla="*/ 322701 h 3086914"/>
              <a:gd name="connsiteX60" fmla="*/ 1926593 w 2964740"/>
              <a:gd name="connsiteY60" fmla="*/ 75177 h 3086914"/>
              <a:gd name="connsiteX61" fmla="*/ 2387594 w 2964740"/>
              <a:gd name="connsiteY61" fmla="*/ 324085 h 3086914"/>
              <a:gd name="connsiteX62" fmla="*/ 2434183 w 2964740"/>
              <a:gd name="connsiteY62" fmla="*/ 362122 h 3086914"/>
              <a:gd name="connsiteX63" fmla="*/ 2336281 w 2964740"/>
              <a:gd name="connsiteY63" fmla="*/ 498875 h 3086914"/>
              <a:gd name="connsiteX64" fmla="*/ 2498120 w 2964740"/>
              <a:gd name="connsiteY64" fmla="*/ 428910 h 3086914"/>
              <a:gd name="connsiteX65" fmla="*/ 2525080 w 2964740"/>
              <a:gd name="connsiteY65" fmla="*/ 455299 h 3086914"/>
              <a:gd name="connsiteX66" fmla="*/ 2458210 w 2964740"/>
              <a:gd name="connsiteY66" fmla="*/ 618360 h 3086914"/>
              <a:gd name="connsiteX67" fmla="*/ 2592927 w 2964740"/>
              <a:gd name="connsiteY67" fmla="*/ 517527 h 3086914"/>
              <a:gd name="connsiteX68" fmla="*/ 2632348 w 2964740"/>
              <a:gd name="connsiteY68" fmla="*/ 563871 h 3086914"/>
              <a:gd name="connsiteX69" fmla="*/ 2423269 w 2964740"/>
              <a:gd name="connsiteY69" fmla="*/ 710886 h 3086914"/>
              <a:gd name="connsiteX70" fmla="*/ 2380671 w 2964740"/>
              <a:gd name="connsiteY70" fmla="*/ 669021 h 3086914"/>
              <a:gd name="connsiteX71" fmla="*/ 2444934 w 2964740"/>
              <a:gd name="connsiteY71" fmla="*/ 510359 h 3086914"/>
              <a:gd name="connsiteX72" fmla="*/ 2286271 w 2964740"/>
              <a:gd name="connsiteY72" fmla="*/ 576414 h 3086914"/>
              <a:gd name="connsiteX73" fmla="*/ 2242859 w 2964740"/>
              <a:gd name="connsiteY73" fmla="*/ 533816 h 3086914"/>
              <a:gd name="connsiteX74" fmla="*/ 2387594 w 2964740"/>
              <a:gd name="connsiteY74" fmla="*/ 324085 h 3086914"/>
              <a:gd name="connsiteX75" fmla="*/ 405208 w 2964740"/>
              <a:gd name="connsiteY75" fmla="*/ 2548456 h 3086914"/>
              <a:gd name="connsiteX76" fmla="*/ 293298 w 2964740"/>
              <a:gd name="connsiteY76" fmla="*/ 2515876 h 3086914"/>
              <a:gd name="connsiteX77" fmla="*/ 287026 w 2964740"/>
              <a:gd name="connsiteY77" fmla="*/ 2500971 h 3086914"/>
              <a:gd name="connsiteX78" fmla="*/ 448458 w 2964740"/>
              <a:gd name="connsiteY78" fmla="*/ 2484355 h 3086914"/>
              <a:gd name="connsiteX79" fmla="*/ 405208 w 2964740"/>
              <a:gd name="connsiteY79" fmla="*/ 2548456 h 3086914"/>
              <a:gd name="connsiteX80" fmla="*/ 326773 w 2964740"/>
              <a:gd name="connsiteY80" fmla="*/ 2403884 h 3086914"/>
              <a:gd name="connsiteX81" fmla="*/ 438847 w 2964740"/>
              <a:gd name="connsiteY81" fmla="*/ 2436870 h 3086914"/>
              <a:gd name="connsiteX82" fmla="*/ 444548 w 2964740"/>
              <a:gd name="connsiteY82" fmla="*/ 2450228 h 3086914"/>
              <a:gd name="connsiteX83" fmla="*/ 283687 w 2964740"/>
              <a:gd name="connsiteY83" fmla="*/ 2466925 h 3086914"/>
              <a:gd name="connsiteX84" fmla="*/ 326773 w 2964740"/>
              <a:gd name="connsiteY84" fmla="*/ 2403884 h 3086914"/>
              <a:gd name="connsiteX85" fmla="*/ 541147 w 2964740"/>
              <a:gd name="connsiteY85" fmla="*/ 2474826 h 3086914"/>
              <a:gd name="connsiteX86" fmla="*/ 537482 w 2964740"/>
              <a:gd name="connsiteY86" fmla="*/ 2440617 h 3086914"/>
              <a:gd name="connsiteX87" fmla="*/ 501563 w 2964740"/>
              <a:gd name="connsiteY87" fmla="*/ 2444364 h 3086914"/>
              <a:gd name="connsiteX88" fmla="*/ 488042 w 2964740"/>
              <a:gd name="connsiteY88" fmla="*/ 2410237 h 3086914"/>
              <a:gd name="connsiteX89" fmla="*/ 298266 w 2964740"/>
              <a:gd name="connsiteY89" fmla="*/ 2351512 h 3086914"/>
              <a:gd name="connsiteX90" fmla="*/ 225858 w 2964740"/>
              <a:gd name="connsiteY90" fmla="*/ 2473034 h 3086914"/>
              <a:gd name="connsiteX91" fmla="*/ 189043 w 2964740"/>
              <a:gd name="connsiteY91" fmla="*/ 2476862 h 3086914"/>
              <a:gd name="connsiteX92" fmla="*/ 193767 w 2964740"/>
              <a:gd name="connsiteY92" fmla="*/ 2510663 h 3086914"/>
              <a:gd name="connsiteX93" fmla="*/ 230175 w 2964740"/>
              <a:gd name="connsiteY93" fmla="*/ 2506917 h 3086914"/>
              <a:gd name="connsiteX94" fmla="*/ 244021 w 2964740"/>
              <a:gd name="connsiteY94" fmla="*/ 2542592 h 3086914"/>
              <a:gd name="connsiteX95" fmla="*/ 433797 w 2964740"/>
              <a:gd name="connsiteY95" fmla="*/ 2601397 h 3086914"/>
              <a:gd name="connsiteX96" fmla="*/ 506205 w 2964740"/>
              <a:gd name="connsiteY96" fmla="*/ 2478491 h 3086914"/>
              <a:gd name="connsiteX97" fmla="*/ 541147 w 2964740"/>
              <a:gd name="connsiteY97" fmla="*/ 2474826 h 3086914"/>
              <a:gd name="connsiteX98" fmla="*/ 2267620 w 2964740"/>
              <a:gd name="connsiteY98" fmla="*/ 2527605 h 3086914"/>
              <a:gd name="connsiteX99" fmla="*/ 2316896 w 2964740"/>
              <a:gd name="connsiteY99" fmla="*/ 2483460 h 3086914"/>
              <a:gd name="connsiteX100" fmla="*/ 2507324 w 2964740"/>
              <a:gd name="connsiteY100" fmla="*/ 2557334 h 3086914"/>
              <a:gd name="connsiteX101" fmla="*/ 2423187 w 2964740"/>
              <a:gd name="connsiteY101" fmla="*/ 2370734 h 3086914"/>
              <a:gd name="connsiteX102" fmla="*/ 2463667 w 2964740"/>
              <a:gd name="connsiteY102" fmla="*/ 2319584 h 3086914"/>
              <a:gd name="connsiteX103" fmla="*/ 2581605 w 2964740"/>
              <a:gd name="connsiteY103" fmla="*/ 2583071 h 3086914"/>
              <a:gd name="connsiteX104" fmla="*/ 2537379 w 2964740"/>
              <a:gd name="connsiteY104" fmla="*/ 2629986 h 3086914"/>
              <a:gd name="connsiteX105" fmla="*/ 2267620 w 2964740"/>
              <a:gd name="connsiteY105" fmla="*/ 2527605 h 3086914"/>
              <a:gd name="connsiteX106" fmla="*/ 1337229 w 2964740"/>
              <a:gd name="connsiteY106" fmla="*/ 253632 h 3086914"/>
              <a:gd name="connsiteX107" fmla="*/ 1283065 w 2964740"/>
              <a:gd name="connsiteY107" fmla="*/ 262591 h 3086914"/>
              <a:gd name="connsiteX108" fmla="*/ 1126764 w 2964740"/>
              <a:gd name="connsiteY108" fmla="*/ 131377 h 3086914"/>
              <a:gd name="connsiteX109" fmla="*/ 1155842 w 2964740"/>
              <a:gd name="connsiteY109" fmla="*/ 284257 h 3086914"/>
              <a:gd name="connsiteX110" fmla="*/ 1096873 w 2964740"/>
              <a:gd name="connsiteY110" fmla="*/ 294194 h 3086914"/>
              <a:gd name="connsiteX111" fmla="*/ 1049877 w 2964740"/>
              <a:gd name="connsiteY111" fmla="*/ 42190 h 3086914"/>
              <a:gd name="connsiteX112" fmla="*/ 1108520 w 2964740"/>
              <a:gd name="connsiteY112" fmla="*/ 32254 h 3086914"/>
              <a:gd name="connsiteX113" fmla="*/ 1109742 w 2964740"/>
              <a:gd name="connsiteY113" fmla="*/ 38362 h 3086914"/>
              <a:gd name="connsiteX114" fmla="*/ 1129941 w 2964740"/>
              <a:gd name="connsiteY114" fmla="*/ 66788 h 3086914"/>
              <a:gd name="connsiteX115" fmla="*/ 1266938 w 2964740"/>
              <a:gd name="connsiteY115" fmla="*/ 182527 h 3086914"/>
              <a:gd name="connsiteX116" fmla="*/ 1238920 w 2964740"/>
              <a:gd name="connsiteY116" fmla="*/ 10100 h 3086914"/>
              <a:gd name="connsiteX117" fmla="*/ 1298540 w 2964740"/>
              <a:gd name="connsiteY117" fmla="*/ 0 h 3086914"/>
              <a:gd name="connsiteX118" fmla="*/ 1337229 w 2964740"/>
              <a:gd name="connsiteY118" fmla="*/ 253632 h 3086914"/>
              <a:gd name="connsiteX119" fmla="*/ 2523858 w 2964740"/>
              <a:gd name="connsiteY119" fmla="*/ 2233086 h 3086914"/>
              <a:gd name="connsiteX120" fmla="*/ 2548700 w 2964740"/>
              <a:gd name="connsiteY120" fmla="*/ 2184135 h 3086914"/>
              <a:gd name="connsiteX121" fmla="*/ 2747028 w 2964740"/>
              <a:gd name="connsiteY121" fmla="*/ 2135998 h 3086914"/>
              <a:gd name="connsiteX122" fmla="*/ 2606691 w 2964740"/>
              <a:gd name="connsiteY122" fmla="*/ 2068803 h 3086914"/>
              <a:gd name="connsiteX123" fmla="*/ 2633651 w 2964740"/>
              <a:gd name="connsiteY123" fmla="*/ 2015454 h 3086914"/>
              <a:gd name="connsiteX124" fmla="*/ 2864477 w 2964740"/>
              <a:gd name="connsiteY124" fmla="*/ 2127039 h 3086914"/>
              <a:gd name="connsiteX125" fmla="*/ 2837762 w 2964740"/>
              <a:gd name="connsiteY125" fmla="*/ 2180144 h 3086914"/>
              <a:gd name="connsiteX126" fmla="*/ 2832142 w 2964740"/>
              <a:gd name="connsiteY126" fmla="*/ 2177456 h 3086914"/>
              <a:gd name="connsiteX127" fmla="*/ 2797363 w 2964740"/>
              <a:gd name="connsiteY127" fmla="*/ 2176886 h 3086914"/>
              <a:gd name="connsiteX128" fmla="*/ 2622981 w 2964740"/>
              <a:gd name="connsiteY128" fmla="*/ 2218587 h 3086914"/>
              <a:gd name="connsiteX129" fmla="*/ 2778467 w 2964740"/>
              <a:gd name="connsiteY129" fmla="*/ 2298245 h 3086914"/>
              <a:gd name="connsiteX130" fmla="*/ 2751263 w 2964740"/>
              <a:gd name="connsiteY130" fmla="*/ 2352245 h 3086914"/>
              <a:gd name="connsiteX131" fmla="*/ 2523858 w 2964740"/>
              <a:gd name="connsiteY131" fmla="*/ 2233086 h 3086914"/>
              <a:gd name="connsiteX132" fmla="*/ 230989 w 2964740"/>
              <a:gd name="connsiteY132" fmla="*/ 2015454 h 3086914"/>
              <a:gd name="connsiteX133" fmla="*/ 257542 w 2964740"/>
              <a:gd name="connsiteY133" fmla="*/ 2070513 h 3086914"/>
              <a:gd name="connsiteX134" fmla="*/ 168436 w 2964740"/>
              <a:gd name="connsiteY134" fmla="*/ 2113437 h 3086914"/>
              <a:gd name="connsiteX135" fmla="*/ 298755 w 2964740"/>
              <a:gd name="connsiteY135" fmla="*/ 2155953 h 3086914"/>
              <a:gd name="connsiteX136" fmla="*/ 326936 w 2964740"/>
              <a:gd name="connsiteY136" fmla="*/ 2214352 h 3086914"/>
              <a:gd name="connsiteX137" fmla="*/ 173894 w 2964740"/>
              <a:gd name="connsiteY137" fmla="*/ 2171021 h 3086914"/>
              <a:gd name="connsiteX138" fmla="*/ 101404 w 2964740"/>
              <a:gd name="connsiteY138" fmla="*/ 2336933 h 3086914"/>
              <a:gd name="connsiteX139" fmla="*/ 68336 w 2964740"/>
              <a:gd name="connsiteY139" fmla="*/ 2268353 h 3086914"/>
              <a:gd name="connsiteX140" fmla="*/ 128608 w 2964740"/>
              <a:gd name="connsiteY140" fmla="*/ 2132740 h 3086914"/>
              <a:gd name="connsiteX141" fmla="*/ 26634 w 2964740"/>
              <a:gd name="connsiteY141" fmla="*/ 2181935 h 3086914"/>
              <a:gd name="connsiteX142" fmla="*/ 0 w 2964740"/>
              <a:gd name="connsiteY142" fmla="*/ 2126876 h 3086914"/>
              <a:gd name="connsiteX143" fmla="*/ 230989 w 2964740"/>
              <a:gd name="connsiteY143" fmla="*/ 2015454 h 3086914"/>
              <a:gd name="connsiteX144" fmla="*/ 682542 w 2964740"/>
              <a:gd name="connsiteY144" fmla="*/ 2722349 h 3086914"/>
              <a:gd name="connsiteX145" fmla="*/ 731248 w 2964740"/>
              <a:gd name="connsiteY145" fmla="*/ 2719173 h 3086914"/>
              <a:gd name="connsiteX146" fmla="*/ 714959 w 2964740"/>
              <a:gd name="connsiteY146" fmla="*/ 2674783 h 3086914"/>
              <a:gd name="connsiteX147" fmla="*/ 681972 w 2964740"/>
              <a:gd name="connsiteY147" fmla="*/ 2652303 h 3086914"/>
              <a:gd name="connsiteX148" fmla="*/ 649555 w 2964740"/>
              <a:gd name="connsiteY148" fmla="*/ 2699869 h 3086914"/>
              <a:gd name="connsiteX149" fmla="*/ 682542 w 2964740"/>
              <a:gd name="connsiteY149" fmla="*/ 2722349 h 3086914"/>
              <a:gd name="connsiteX150" fmla="*/ 635465 w 2964740"/>
              <a:gd name="connsiteY150" fmla="*/ 2819273 h 3086914"/>
              <a:gd name="connsiteX151" fmla="*/ 686207 w 2964740"/>
              <a:gd name="connsiteY151" fmla="*/ 2815771 h 3086914"/>
              <a:gd name="connsiteX152" fmla="*/ 670162 w 2964740"/>
              <a:gd name="connsiteY152" fmla="*/ 2768449 h 3086914"/>
              <a:gd name="connsiteX153" fmla="*/ 624225 w 2964740"/>
              <a:gd name="connsiteY153" fmla="*/ 2737092 h 3086914"/>
              <a:gd name="connsiteX154" fmla="*/ 589527 w 2964740"/>
              <a:gd name="connsiteY154" fmla="*/ 2787916 h 3086914"/>
              <a:gd name="connsiteX155" fmla="*/ 635465 w 2964740"/>
              <a:gd name="connsiteY155" fmla="*/ 2819273 h 3086914"/>
              <a:gd name="connsiteX156" fmla="*/ 657456 w 2964740"/>
              <a:gd name="connsiteY156" fmla="*/ 2579732 h 3086914"/>
              <a:gd name="connsiteX157" fmla="*/ 741267 w 2964740"/>
              <a:gd name="connsiteY157" fmla="*/ 2636909 h 3086914"/>
              <a:gd name="connsiteX158" fmla="*/ 786226 w 2964740"/>
              <a:gd name="connsiteY158" fmla="*/ 2746458 h 3086914"/>
              <a:gd name="connsiteX159" fmla="*/ 727420 w 2964740"/>
              <a:gd name="connsiteY159" fmla="*/ 2771544 h 3086914"/>
              <a:gd name="connsiteX160" fmla="*/ 735158 w 2964740"/>
              <a:gd name="connsiteY160" fmla="*/ 2851771 h 3086914"/>
              <a:gd name="connsiteX161" fmla="*/ 609727 w 2964740"/>
              <a:gd name="connsiteY161" fmla="*/ 2857554 h 3086914"/>
              <a:gd name="connsiteX162" fmla="*/ 512884 w 2964740"/>
              <a:gd name="connsiteY162" fmla="*/ 2791499 h 3086914"/>
              <a:gd name="connsiteX163" fmla="*/ 657456 w 2964740"/>
              <a:gd name="connsiteY163" fmla="*/ 2579732 h 3086914"/>
              <a:gd name="connsiteX164" fmla="*/ 2886469 w 2964740"/>
              <a:gd name="connsiteY164" fmla="*/ 1944105 h 3086914"/>
              <a:gd name="connsiteX165" fmla="*/ 2857961 w 2964740"/>
              <a:gd name="connsiteY165" fmla="*/ 1893688 h 3086914"/>
              <a:gd name="connsiteX166" fmla="*/ 2907564 w 2964740"/>
              <a:gd name="connsiteY166" fmla="*/ 1831786 h 3086914"/>
              <a:gd name="connsiteX167" fmla="*/ 2887446 w 2964740"/>
              <a:gd name="connsiteY167" fmla="*/ 1784465 h 3086914"/>
              <a:gd name="connsiteX168" fmla="*/ 2842568 w 2964740"/>
              <a:gd name="connsiteY168" fmla="*/ 1829262 h 3086914"/>
              <a:gd name="connsiteX169" fmla="*/ 2743933 w 2964740"/>
              <a:gd name="connsiteY169" fmla="*/ 1905091 h 3086914"/>
              <a:gd name="connsiteX170" fmla="*/ 2685941 w 2964740"/>
              <a:gd name="connsiteY170" fmla="*/ 1792039 h 3086914"/>
              <a:gd name="connsiteX171" fmla="*/ 2745318 w 2964740"/>
              <a:gd name="connsiteY171" fmla="*/ 1701468 h 3086914"/>
              <a:gd name="connsiteX172" fmla="*/ 2772603 w 2964740"/>
              <a:gd name="connsiteY172" fmla="*/ 1750501 h 3086914"/>
              <a:gd name="connsiteX173" fmla="*/ 2735544 w 2964740"/>
              <a:gd name="connsiteY173" fmla="*/ 1803687 h 3086914"/>
              <a:gd name="connsiteX174" fmla="*/ 2751019 w 2964740"/>
              <a:gd name="connsiteY174" fmla="*/ 1846366 h 3086914"/>
              <a:gd name="connsiteX175" fmla="*/ 2792558 w 2964740"/>
              <a:gd name="connsiteY175" fmla="*/ 1804094 h 3086914"/>
              <a:gd name="connsiteX176" fmla="*/ 2894125 w 2964740"/>
              <a:gd name="connsiteY176" fmla="*/ 1725333 h 3086914"/>
              <a:gd name="connsiteX177" fmla="*/ 2957736 w 2964740"/>
              <a:gd name="connsiteY177" fmla="*/ 1843597 h 3086914"/>
              <a:gd name="connsiteX178" fmla="*/ 2886469 w 2964740"/>
              <a:gd name="connsiteY178" fmla="*/ 1944105 h 3086914"/>
              <a:gd name="connsiteX179" fmla="*/ 2714367 w 2964740"/>
              <a:gd name="connsiteY179" fmla="*/ 1367120 h 3086914"/>
              <a:gd name="connsiteX180" fmla="*/ 2701417 w 2964740"/>
              <a:gd name="connsiteY180" fmla="*/ 1307337 h 3086914"/>
              <a:gd name="connsiteX181" fmla="*/ 2798096 w 2964740"/>
              <a:gd name="connsiteY181" fmla="*/ 1286323 h 3086914"/>
              <a:gd name="connsiteX182" fmla="*/ 2681299 w 2964740"/>
              <a:gd name="connsiteY182" fmla="*/ 1214648 h 3086914"/>
              <a:gd name="connsiteX183" fmla="*/ 2667534 w 2964740"/>
              <a:gd name="connsiteY183" fmla="*/ 1151281 h 3086914"/>
              <a:gd name="connsiteX184" fmla="*/ 2806241 w 2964740"/>
              <a:gd name="connsiteY184" fmla="*/ 1229146 h 3086914"/>
              <a:gd name="connsiteX185" fmla="*/ 2915464 w 2964740"/>
              <a:gd name="connsiteY185" fmla="*/ 1084737 h 3086914"/>
              <a:gd name="connsiteX186" fmla="*/ 2931591 w 2964740"/>
              <a:gd name="connsiteY186" fmla="*/ 1159181 h 3086914"/>
              <a:gd name="connsiteX187" fmla="*/ 2841346 w 2964740"/>
              <a:gd name="connsiteY187" fmla="*/ 1276956 h 3086914"/>
              <a:gd name="connsiteX188" fmla="*/ 2951954 w 2964740"/>
              <a:gd name="connsiteY188" fmla="*/ 1252929 h 3086914"/>
              <a:gd name="connsiteX189" fmla="*/ 2964904 w 2964740"/>
              <a:gd name="connsiteY189" fmla="*/ 1312713 h 3086914"/>
              <a:gd name="connsiteX190" fmla="*/ 2714367 w 2964740"/>
              <a:gd name="connsiteY190" fmla="*/ 1367120 h 3086914"/>
              <a:gd name="connsiteX191" fmla="*/ 966717 w 2964740"/>
              <a:gd name="connsiteY191" fmla="*/ 338990 h 3086914"/>
              <a:gd name="connsiteX192" fmla="*/ 791521 w 2964740"/>
              <a:gd name="connsiteY192" fmla="*/ 421661 h 3086914"/>
              <a:gd name="connsiteX193" fmla="*/ 769774 w 2964740"/>
              <a:gd name="connsiteY193" fmla="*/ 375642 h 3086914"/>
              <a:gd name="connsiteX194" fmla="*/ 889667 w 2964740"/>
              <a:gd name="connsiteY194" fmla="*/ 319036 h 3086914"/>
              <a:gd name="connsiteX195" fmla="*/ 868409 w 2964740"/>
              <a:gd name="connsiteY195" fmla="*/ 273994 h 3086914"/>
              <a:gd name="connsiteX196" fmla="*/ 768308 w 2964740"/>
              <a:gd name="connsiteY196" fmla="*/ 321235 h 3086914"/>
              <a:gd name="connsiteX197" fmla="*/ 746642 w 2964740"/>
              <a:gd name="connsiteY197" fmla="*/ 275216 h 3086914"/>
              <a:gd name="connsiteX198" fmla="*/ 846662 w 2964740"/>
              <a:gd name="connsiteY198" fmla="*/ 227976 h 3086914"/>
              <a:gd name="connsiteX199" fmla="*/ 823693 w 2964740"/>
              <a:gd name="connsiteY199" fmla="*/ 179269 h 3086914"/>
              <a:gd name="connsiteX200" fmla="*/ 703800 w 2964740"/>
              <a:gd name="connsiteY200" fmla="*/ 235876 h 3086914"/>
              <a:gd name="connsiteX201" fmla="*/ 682053 w 2964740"/>
              <a:gd name="connsiteY201" fmla="*/ 189776 h 3086914"/>
              <a:gd name="connsiteX202" fmla="*/ 857331 w 2964740"/>
              <a:gd name="connsiteY202" fmla="*/ 107105 h 3086914"/>
              <a:gd name="connsiteX203" fmla="*/ 966717 w 2964740"/>
              <a:gd name="connsiteY203" fmla="*/ 338990 h 3086914"/>
              <a:gd name="connsiteX204" fmla="*/ 958084 w 2964740"/>
              <a:gd name="connsiteY204" fmla="*/ 2745481 h 3086914"/>
              <a:gd name="connsiteX205" fmla="*/ 1142891 w 2964740"/>
              <a:gd name="connsiteY205" fmla="*/ 2803635 h 3086914"/>
              <a:gd name="connsiteX206" fmla="*/ 1127660 w 2964740"/>
              <a:gd name="connsiteY206" fmla="*/ 2852179 h 3086914"/>
              <a:gd name="connsiteX207" fmla="*/ 1001170 w 2964740"/>
              <a:gd name="connsiteY207" fmla="*/ 2812350 h 3086914"/>
              <a:gd name="connsiteX208" fmla="*/ 986265 w 2964740"/>
              <a:gd name="connsiteY208" fmla="*/ 2859835 h 3086914"/>
              <a:gd name="connsiteX209" fmla="*/ 1091742 w 2964740"/>
              <a:gd name="connsiteY209" fmla="*/ 2893066 h 3086914"/>
              <a:gd name="connsiteX210" fmla="*/ 1076510 w 2964740"/>
              <a:gd name="connsiteY210" fmla="*/ 2941610 h 3086914"/>
              <a:gd name="connsiteX211" fmla="*/ 970953 w 2964740"/>
              <a:gd name="connsiteY211" fmla="*/ 2908460 h 3086914"/>
              <a:gd name="connsiteX212" fmla="*/ 954826 w 2964740"/>
              <a:gd name="connsiteY212" fmla="*/ 2959773 h 3086914"/>
              <a:gd name="connsiteX213" fmla="*/ 1081316 w 2964740"/>
              <a:gd name="connsiteY213" fmla="*/ 2999601 h 3086914"/>
              <a:gd name="connsiteX214" fmla="*/ 1066004 w 2964740"/>
              <a:gd name="connsiteY214" fmla="*/ 3048226 h 3086914"/>
              <a:gd name="connsiteX215" fmla="*/ 881196 w 2964740"/>
              <a:gd name="connsiteY215" fmla="*/ 2990072 h 3086914"/>
              <a:gd name="connsiteX216" fmla="*/ 958084 w 2964740"/>
              <a:gd name="connsiteY216" fmla="*/ 2745481 h 3086914"/>
              <a:gd name="connsiteX217" fmla="*/ 2163772 w 2964740"/>
              <a:gd name="connsiteY217" fmla="*/ 2789545 h 3086914"/>
              <a:gd name="connsiteX218" fmla="*/ 2148541 w 2964740"/>
              <a:gd name="connsiteY218" fmla="*/ 2687489 h 3086914"/>
              <a:gd name="connsiteX219" fmla="*/ 2234307 w 2964740"/>
              <a:gd name="connsiteY219" fmla="*/ 2745562 h 3086914"/>
              <a:gd name="connsiteX220" fmla="*/ 2163772 w 2964740"/>
              <a:gd name="connsiteY220" fmla="*/ 2789545 h 3086914"/>
              <a:gd name="connsiteX221" fmla="*/ 2327729 w 2964740"/>
              <a:gd name="connsiteY221" fmla="*/ 2808767 h 3086914"/>
              <a:gd name="connsiteX222" fmla="*/ 2379531 w 2964740"/>
              <a:gd name="connsiteY222" fmla="*/ 2770322 h 3086914"/>
              <a:gd name="connsiteX223" fmla="*/ 2144876 w 2964740"/>
              <a:gd name="connsiteY223" fmla="*/ 2619479 h 3086914"/>
              <a:gd name="connsiteX224" fmla="*/ 2090305 w 2964740"/>
              <a:gd name="connsiteY224" fmla="*/ 2653851 h 3086914"/>
              <a:gd name="connsiteX225" fmla="*/ 2125247 w 2964740"/>
              <a:gd name="connsiteY225" fmla="*/ 2930370 h 3086914"/>
              <a:gd name="connsiteX226" fmla="*/ 2180469 w 2964740"/>
              <a:gd name="connsiteY226" fmla="*/ 2901455 h 3086914"/>
              <a:gd name="connsiteX227" fmla="*/ 2171999 w 2964740"/>
              <a:gd name="connsiteY227" fmla="*/ 2844523 h 3086914"/>
              <a:gd name="connsiteX228" fmla="*/ 2280570 w 2964740"/>
              <a:gd name="connsiteY228" fmla="*/ 2776839 h 3086914"/>
              <a:gd name="connsiteX229" fmla="*/ 2327729 w 2964740"/>
              <a:gd name="connsiteY229" fmla="*/ 2808767 h 3086914"/>
              <a:gd name="connsiteX230" fmla="*/ 1432198 w 2964740"/>
              <a:gd name="connsiteY230" fmla="*/ 2344752 h 3086914"/>
              <a:gd name="connsiteX231" fmla="*/ 1173028 w 2964740"/>
              <a:gd name="connsiteY231" fmla="*/ 2415450 h 3086914"/>
              <a:gd name="connsiteX232" fmla="*/ 1432198 w 2964740"/>
              <a:gd name="connsiteY232" fmla="*/ 2452591 h 3086914"/>
              <a:gd name="connsiteX233" fmla="*/ 1691368 w 2964740"/>
              <a:gd name="connsiteY233" fmla="*/ 2415450 h 3086914"/>
              <a:gd name="connsiteX234" fmla="*/ 1432198 w 2964740"/>
              <a:gd name="connsiteY234" fmla="*/ 2344752 h 3086914"/>
              <a:gd name="connsiteX235" fmla="*/ 1917878 w 2964740"/>
              <a:gd name="connsiteY235" fmla="*/ 2191872 h 3086914"/>
              <a:gd name="connsiteX236" fmla="*/ 1768338 w 2964740"/>
              <a:gd name="connsiteY236" fmla="*/ 2227873 h 3086914"/>
              <a:gd name="connsiteX237" fmla="*/ 1619205 w 2964740"/>
              <a:gd name="connsiteY237" fmla="*/ 2189755 h 3086914"/>
              <a:gd name="connsiteX238" fmla="*/ 1432117 w 2964740"/>
              <a:gd name="connsiteY238" fmla="*/ 2134288 h 3086914"/>
              <a:gd name="connsiteX239" fmla="*/ 1245028 w 2964740"/>
              <a:gd name="connsiteY239" fmla="*/ 2189755 h 3086914"/>
              <a:gd name="connsiteX240" fmla="*/ 1095895 w 2964740"/>
              <a:gd name="connsiteY240" fmla="*/ 2227873 h 3086914"/>
              <a:gd name="connsiteX241" fmla="*/ 946355 w 2964740"/>
              <a:gd name="connsiteY241" fmla="*/ 2191872 h 3086914"/>
              <a:gd name="connsiteX242" fmla="*/ 745013 w 2964740"/>
              <a:gd name="connsiteY242" fmla="*/ 2138442 h 3086914"/>
              <a:gd name="connsiteX243" fmla="*/ 1098502 w 2964740"/>
              <a:gd name="connsiteY243" fmla="*/ 2327077 h 3086914"/>
              <a:gd name="connsiteX244" fmla="*/ 1283961 w 2964740"/>
              <a:gd name="connsiteY244" fmla="*/ 2284235 h 3086914"/>
              <a:gd name="connsiteX245" fmla="*/ 1432117 w 2964740"/>
              <a:gd name="connsiteY245" fmla="*/ 2236343 h 3086914"/>
              <a:gd name="connsiteX246" fmla="*/ 1580272 w 2964740"/>
              <a:gd name="connsiteY246" fmla="*/ 2284235 h 3086914"/>
              <a:gd name="connsiteX247" fmla="*/ 1765731 w 2964740"/>
              <a:gd name="connsiteY247" fmla="*/ 2327077 h 3086914"/>
              <a:gd name="connsiteX248" fmla="*/ 2119220 w 2964740"/>
              <a:gd name="connsiteY248" fmla="*/ 2138442 h 3086914"/>
              <a:gd name="connsiteX249" fmla="*/ 1917878 w 2964740"/>
              <a:gd name="connsiteY249" fmla="*/ 2191872 h 3086914"/>
              <a:gd name="connsiteX250" fmla="*/ 2114577 w 2964740"/>
              <a:gd name="connsiteY250" fmla="*/ 1920077 h 3086914"/>
              <a:gd name="connsiteX251" fmla="*/ 1920403 w 2964740"/>
              <a:gd name="connsiteY251" fmla="*/ 1983037 h 3086914"/>
              <a:gd name="connsiteX252" fmla="*/ 1772736 w 2964740"/>
              <a:gd name="connsiteY252" fmla="*/ 2026857 h 3086914"/>
              <a:gd name="connsiteX253" fmla="*/ 1624988 w 2964740"/>
              <a:gd name="connsiteY253" fmla="*/ 1983037 h 3086914"/>
              <a:gd name="connsiteX254" fmla="*/ 1432198 w 2964740"/>
              <a:gd name="connsiteY254" fmla="*/ 1929525 h 3086914"/>
              <a:gd name="connsiteX255" fmla="*/ 1239408 w 2964740"/>
              <a:gd name="connsiteY255" fmla="*/ 1983037 h 3086914"/>
              <a:gd name="connsiteX256" fmla="*/ 1091660 w 2964740"/>
              <a:gd name="connsiteY256" fmla="*/ 2026857 h 3086914"/>
              <a:gd name="connsiteX257" fmla="*/ 943993 w 2964740"/>
              <a:gd name="connsiteY257" fmla="*/ 1983037 h 3086914"/>
              <a:gd name="connsiteX258" fmla="*/ 749819 w 2964740"/>
              <a:gd name="connsiteY258" fmla="*/ 1920077 h 3086914"/>
              <a:gd name="connsiteX259" fmla="*/ 614125 w 2964740"/>
              <a:gd name="connsiteY259" fmla="*/ 1939543 h 3086914"/>
              <a:gd name="connsiteX260" fmla="*/ 667148 w 2964740"/>
              <a:gd name="connsiteY260" fmla="*/ 2031825 h 3086914"/>
              <a:gd name="connsiteX261" fmla="*/ 749737 w 2964740"/>
              <a:gd name="connsiteY261" fmla="*/ 2023843 h 3086914"/>
              <a:gd name="connsiteX262" fmla="*/ 902291 w 2964740"/>
              <a:gd name="connsiteY262" fmla="*/ 2067581 h 3086914"/>
              <a:gd name="connsiteX263" fmla="*/ 1082945 w 2964740"/>
              <a:gd name="connsiteY263" fmla="*/ 2127283 h 3086914"/>
              <a:gd name="connsiteX264" fmla="*/ 1279237 w 2964740"/>
              <a:gd name="connsiteY264" fmla="*/ 2070513 h 3086914"/>
              <a:gd name="connsiteX265" fmla="*/ 1432198 w 2964740"/>
              <a:gd name="connsiteY265" fmla="*/ 2029056 h 3086914"/>
              <a:gd name="connsiteX266" fmla="*/ 1585159 w 2964740"/>
              <a:gd name="connsiteY266" fmla="*/ 2070513 h 3086914"/>
              <a:gd name="connsiteX267" fmla="*/ 1781451 w 2964740"/>
              <a:gd name="connsiteY267" fmla="*/ 2127283 h 3086914"/>
              <a:gd name="connsiteX268" fmla="*/ 1962105 w 2964740"/>
              <a:gd name="connsiteY268" fmla="*/ 2067581 h 3086914"/>
              <a:gd name="connsiteX269" fmla="*/ 2114658 w 2964740"/>
              <a:gd name="connsiteY269" fmla="*/ 2023843 h 3086914"/>
              <a:gd name="connsiteX270" fmla="*/ 2197248 w 2964740"/>
              <a:gd name="connsiteY270" fmla="*/ 2031825 h 3086914"/>
              <a:gd name="connsiteX271" fmla="*/ 2250271 w 2964740"/>
              <a:gd name="connsiteY271" fmla="*/ 1939543 h 3086914"/>
              <a:gd name="connsiteX272" fmla="*/ 2114577 w 2964740"/>
              <a:gd name="connsiteY272" fmla="*/ 1920077 h 3086914"/>
              <a:gd name="connsiteX273" fmla="*/ 1038800 w 2964740"/>
              <a:gd name="connsiteY273" fmla="*/ 776941 h 3086914"/>
              <a:gd name="connsiteX274" fmla="*/ 961016 w 2964740"/>
              <a:gd name="connsiteY274" fmla="*/ 759349 h 3086914"/>
              <a:gd name="connsiteX275" fmla="*/ 1015179 w 2964740"/>
              <a:gd name="connsiteY275" fmla="*/ 817910 h 3086914"/>
              <a:gd name="connsiteX276" fmla="*/ 961016 w 2964740"/>
              <a:gd name="connsiteY276" fmla="*/ 876472 h 3086914"/>
              <a:gd name="connsiteX277" fmla="*/ 1038800 w 2964740"/>
              <a:gd name="connsiteY277" fmla="*/ 858879 h 3086914"/>
              <a:gd name="connsiteX278" fmla="*/ 1062420 w 2964740"/>
              <a:gd name="connsiteY278" fmla="*/ 935034 h 3086914"/>
              <a:gd name="connsiteX279" fmla="*/ 1086040 w 2964740"/>
              <a:gd name="connsiteY279" fmla="*/ 858879 h 3086914"/>
              <a:gd name="connsiteX280" fmla="*/ 1163824 w 2964740"/>
              <a:gd name="connsiteY280" fmla="*/ 876472 h 3086914"/>
              <a:gd name="connsiteX281" fmla="*/ 1109660 w 2964740"/>
              <a:gd name="connsiteY281" fmla="*/ 817910 h 3086914"/>
              <a:gd name="connsiteX282" fmla="*/ 1163824 w 2964740"/>
              <a:gd name="connsiteY282" fmla="*/ 759349 h 3086914"/>
              <a:gd name="connsiteX283" fmla="*/ 1086040 w 2964740"/>
              <a:gd name="connsiteY283" fmla="*/ 776941 h 3086914"/>
              <a:gd name="connsiteX284" fmla="*/ 1062420 w 2964740"/>
              <a:gd name="connsiteY284" fmla="*/ 700787 h 3086914"/>
              <a:gd name="connsiteX285" fmla="*/ 1038800 w 2964740"/>
              <a:gd name="connsiteY285" fmla="*/ 776941 h 3086914"/>
              <a:gd name="connsiteX286" fmla="*/ 2027427 w 2964740"/>
              <a:gd name="connsiteY286" fmla="*/ 1425438 h 3086914"/>
              <a:gd name="connsiteX287" fmla="*/ 2052106 w 2964740"/>
              <a:gd name="connsiteY287" fmla="*/ 1425438 h 3086914"/>
              <a:gd name="connsiteX288" fmla="*/ 2052106 w 2964740"/>
              <a:gd name="connsiteY288" fmla="*/ 1389030 h 3086914"/>
              <a:gd name="connsiteX289" fmla="*/ 2020422 w 2964740"/>
              <a:gd name="connsiteY289" fmla="*/ 1349446 h 3086914"/>
              <a:gd name="connsiteX290" fmla="*/ 2020178 w 2964740"/>
              <a:gd name="connsiteY290" fmla="*/ 1349446 h 3086914"/>
              <a:gd name="connsiteX291" fmla="*/ 2018467 w 2964740"/>
              <a:gd name="connsiteY291" fmla="*/ 1317681 h 3086914"/>
              <a:gd name="connsiteX292" fmla="*/ 2049011 w 2964740"/>
              <a:gd name="connsiteY292" fmla="*/ 1292920 h 3086914"/>
              <a:gd name="connsiteX293" fmla="*/ 2055119 w 2964740"/>
              <a:gd name="connsiteY293" fmla="*/ 1227517 h 3086914"/>
              <a:gd name="connsiteX294" fmla="*/ 2010485 w 2964740"/>
              <a:gd name="connsiteY294" fmla="*/ 1227517 h 3086914"/>
              <a:gd name="connsiteX295" fmla="*/ 2004702 w 2964740"/>
              <a:gd name="connsiteY295" fmla="*/ 1273861 h 3086914"/>
              <a:gd name="connsiteX296" fmla="*/ 1961535 w 2964740"/>
              <a:gd name="connsiteY296" fmla="*/ 1273861 h 3086914"/>
              <a:gd name="connsiteX297" fmla="*/ 1955182 w 2964740"/>
              <a:gd name="connsiteY297" fmla="*/ 1227517 h 3086914"/>
              <a:gd name="connsiteX298" fmla="*/ 1930584 w 2964740"/>
              <a:gd name="connsiteY298" fmla="*/ 1227517 h 3086914"/>
              <a:gd name="connsiteX299" fmla="*/ 1905905 w 2964740"/>
              <a:gd name="connsiteY299" fmla="*/ 1227517 h 3086914"/>
              <a:gd name="connsiteX300" fmla="*/ 1899552 w 2964740"/>
              <a:gd name="connsiteY300" fmla="*/ 1273861 h 3086914"/>
              <a:gd name="connsiteX301" fmla="*/ 1856384 w 2964740"/>
              <a:gd name="connsiteY301" fmla="*/ 1273861 h 3086914"/>
              <a:gd name="connsiteX302" fmla="*/ 1850601 w 2964740"/>
              <a:gd name="connsiteY302" fmla="*/ 1227517 h 3086914"/>
              <a:gd name="connsiteX303" fmla="*/ 1805967 w 2964740"/>
              <a:gd name="connsiteY303" fmla="*/ 1227517 h 3086914"/>
              <a:gd name="connsiteX304" fmla="*/ 1812076 w 2964740"/>
              <a:gd name="connsiteY304" fmla="*/ 1292920 h 3086914"/>
              <a:gd name="connsiteX305" fmla="*/ 1842619 w 2964740"/>
              <a:gd name="connsiteY305" fmla="*/ 1317681 h 3086914"/>
              <a:gd name="connsiteX306" fmla="*/ 1840827 w 2964740"/>
              <a:gd name="connsiteY306" fmla="*/ 1349446 h 3086914"/>
              <a:gd name="connsiteX307" fmla="*/ 1840664 w 2964740"/>
              <a:gd name="connsiteY307" fmla="*/ 1349446 h 3086914"/>
              <a:gd name="connsiteX308" fmla="*/ 1808899 w 2964740"/>
              <a:gd name="connsiteY308" fmla="*/ 1389030 h 3086914"/>
              <a:gd name="connsiteX309" fmla="*/ 1808899 w 2964740"/>
              <a:gd name="connsiteY309" fmla="*/ 1425438 h 3086914"/>
              <a:gd name="connsiteX310" fmla="*/ 1833578 w 2964740"/>
              <a:gd name="connsiteY310" fmla="*/ 1425438 h 3086914"/>
              <a:gd name="connsiteX311" fmla="*/ 1771514 w 2964740"/>
              <a:gd name="connsiteY311" fmla="*/ 1859153 h 3086914"/>
              <a:gd name="connsiteX312" fmla="*/ 1930584 w 2964740"/>
              <a:gd name="connsiteY312" fmla="*/ 1859153 h 3086914"/>
              <a:gd name="connsiteX313" fmla="*/ 2089654 w 2964740"/>
              <a:gd name="connsiteY313" fmla="*/ 1859153 h 3086914"/>
              <a:gd name="connsiteX314" fmla="*/ 2027427 w 2964740"/>
              <a:gd name="connsiteY314" fmla="*/ 1425438 h 3086914"/>
              <a:gd name="connsiteX315" fmla="*/ 2029626 w 2964740"/>
              <a:gd name="connsiteY315" fmla="*/ 1184838 h 3086914"/>
              <a:gd name="connsiteX316" fmla="*/ 2029626 w 2964740"/>
              <a:gd name="connsiteY316" fmla="*/ 1163498 h 3086914"/>
              <a:gd name="connsiteX317" fmla="*/ 1930421 w 2964740"/>
              <a:gd name="connsiteY317" fmla="*/ 1063967 h 3086914"/>
              <a:gd name="connsiteX318" fmla="*/ 1831216 w 2964740"/>
              <a:gd name="connsiteY318" fmla="*/ 1163498 h 3086914"/>
              <a:gd name="connsiteX319" fmla="*/ 1831216 w 2964740"/>
              <a:gd name="connsiteY319" fmla="*/ 1184838 h 3086914"/>
              <a:gd name="connsiteX320" fmla="*/ 2029626 w 2964740"/>
              <a:gd name="connsiteY320" fmla="*/ 1184838 h 3086914"/>
              <a:gd name="connsiteX321" fmla="*/ 1030899 w 2964740"/>
              <a:gd name="connsiteY321" fmla="*/ 1425438 h 3086914"/>
              <a:gd name="connsiteX322" fmla="*/ 1055578 w 2964740"/>
              <a:gd name="connsiteY322" fmla="*/ 1425438 h 3086914"/>
              <a:gd name="connsiteX323" fmla="*/ 1055578 w 2964740"/>
              <a:gd name="connsiteY323" fmla="*/ 1389030 h 3086914"/>
              <a:gd name="connsiteX324" fmla="*/ 1023813 w 2964740"/>
              <a:gd name="connsiteY324" fmla="*/ 1349446 h 3086914"/>
              <a:gd name="connsiteX325" fmla="*/ 1023650 w 2964740"/>
              <a:gd name="connsiteY325" fmla="*/ 1349446 h 3086914"/>
              <a:gd name="connsiteX326" fmla="*/ 1021858 w 2964740"/>
              <a:gd name="connsiteY326" fmla="*/ 1317681 h 3086914"/>
              <a:gd name="connsiteX327" fmla="*/ 1052402 w 2964740"/>
              <a:gd name="connsiteY327" fmla="*/ 1292920 h 3086914"/>
              <a:gd name="connsiteX328" fmla="*/ 1058510 w 2964740"/>
              <a:gd name="connsiteY328" fmla="*/ 1227517 h 3086914"/>
              <a:gd name="connsiteX329" fmla="*/ 1013876 w 2964740"/>
              <a:gd name="connsiteY329" fmla="*/ 1227517 h 3086914"/>
              <a:gd name="connsiteX330" fmla="*/ 1008093 w 2964740"/>
              <a:gd name="connsiteY330" fmla="*/ 1273861 h 3086914"/>
              <a:gd name="connsiteX331" fmla="*/ 964925 w 2964740"/>
              <a:gd name="connsiteY331" fmla="*/ 1273861 h 3086914"/>
              <a:gd name="connsiteX332" fmla="*/ 958572 w 2964740"/>
              <a:gd name="connsiteY332" fmla="*/ 1227517 h 3086914"/>
              <a:gd name="connsiteX333" fmla="*/ 933893 w 2964740"/>
              <a:gd name="connsiteY333" fmla="*/ 1227517 h 3086914"/>
              <a:gd name="connsiteX334" fmla="*/ 909296 w 2964740"/>
              <a:gd name="connsiteY334" fmla="*/ 1227517 h 3086914"/>
              <a:gd name="connsiteX335" fmla="*/ 902943 w 2964740"/>
              <a:gd name="connsiteY335" fmla="*/ 1273861 h 3086914"/>
              <a:gd name="connsiteX336" fmla="*/ 859775 w 2964740"/>
              <a:gd name="connsiteY336" fmla="*/ 1273861 h 3086914"/>
              <a:gd name="connsiteX337" fmla="*/ 853992 w 2964740"/>
              <a:gd name="connsiteY337" fmla="*/ 1227517 h 3086914"/>
              <a:gd name="connsiteX338" fmla="*/ 809358 w 2964740"/>
              <a:gd name="connsiteY338" fmla="*/ 1227517 h 3086914"/>
              <a:gd name="connsiteX339" fmla="*/ 815385 w 2964740"/>
              <a:gd name="connsiteY339" fmla="*/ 1292920 h 3086914"/>
              <a:gd name="connsiteX340" fmla="*/ 845929 w 2964740"/>
              <a:gd name="connsiteY340" fmla="*/ 1317681 h 3086914"/>
              <a:gd name="connsiteX341" fmla="*/ 844137 w 2964740"/>
              <a:gd name="connsiteY341" fmla="*/ 1349446 h 3086914"/>
              <a:gd name="connsiteX342" fmla="*/ 843974 w 2964740"/>
              <a:gd name="connsiteY342" fmla="*/ 1349446 h 3086914"/>
              <a:gd name="connsiteX343" fmla="*/ 812209 w 2964740"/>
              <a:gd name="connsiteY343" fmla="*/ 1389030 h 3086914"/>
              <a:gd name="connsiteX344" fmla="*/ 812209 w 2964740"/>
              <a:gd name="connsiteY344" fmla="*/ 1425438 h 3086914"/>
              <a:gd name="connsiteX345" fmla="*/ 836888 w 2964740"/>
              <a:gd name="connsiteY345" fmla="*/ 1425438 h 3086914"/>
              <a:gd name="connsiteX346" fmla="*/ 774824 w 2964740"/>
              <a:gd name="connsiteY346" fmla="*/ 1859153 h 3086914"/>
              <a:gd name="connsiteX347" fmla="*/ 933812 w 2964740"/>
              <a:gd name="connsiteY347" fmla="*/ 1859153 h 3086914"/>
              <a:gd name="connsiteX348" fmla="*/ 1092882 w 2964740"/>
              <a:gd name="connsiteY348" fmla="*/ 1859153 h 3086914"/>
              <a:gd name="connsiteX349" fmla="*/ 1030899 w 2964740"/>
              <a:gd name="connsiteY349" fmla="*/ 1425438 h 3086914"/>
              <a:gd name="connsiteX350" fmla="*/ 1482289 w 2964740"/>
              <a:gd name="connsiteY350" fmla="*/ 622107 h 3086914"/>
              <a:gd name="connsiteX351" fmla="*/ 1432198 w 2964740"/>
              <a:gd name="connsiteY351" fmla="*/ 572016 h 3086914"/>
              <a:gd name="connsiteX352" fmla="*/ 1382107 w 2964740"/>
              <a:gd name="connsiteY352" fmla="*/ 622107 h 3086914"/>
              <a:gd name="connsiteX353" fmla="*/ 1432198 w 2964740"/>
              <a:gd name="connsiteY353" fmla="*/ 672198 h 3086914"/>
              <a:gd name="connsiteX354" fmla="*/ 1482289 w 2964740"/>
              <a:gd name="connsiteY354" fmla="*/ 622107 h 3086914"/>
              <a:gd name="connsiteX355" fmla="*/ 1636879 w 2964740"/>
              <a:gd name="connsiteY355" fmla="*/ 1314016 h 3086914"/>
              <a:gd name="connsiteX356" fmla="*/ 1227517 w 2964740"/>
              <a:gd name="connsiteY356" fmla="*/ 1314016 h 3086914"/>
              <a:gd name="connsiteX357" fmla="*/ 1227517 w 2964740"/>
              <a:gd name="connsiteY357" fmla="*/ 1375836 h 3086914"/>
              <a:gd name="connsiteX358" fmla="*/ 1253010 w 2964740"/>
              <a:gd name="connsiteY358" fmla="*/ 1415501 h 3086914"/>
              <a:gd name="connsiteX359" fmla="*/ 1217336 w 2964740"/>
              <a:gd name="connsiteY359" fmla="*/ 1859072 h 3086914"/>
              <a:gd name="connsiteX360" fmla="*/ 1359871 w 2964740"/>
              <a:gd name="connsiteY360" fmla="*/ 1859072 h 3086914"/>
              <a:gd name="connsiteX361" fmla="*/ 1370623 w 2964740"/>
              <a:gd name="connsiteY361" fmla="*/ 1705133 h 3086914"/>
              <a:gd name="connsiteX362" fmla="*/ 1432117 w 2964740"/>
              <a:gd name="connsiteY362" fmla="*/ 1643558 h 3086914"/>
              <a:gd name="connsiteX363" fmla="*/ 1493610 w 2964740"/>
              <a:gd name="connsiteY363" fmla="*/ 1705133 h 3086914"/>
              <a:gd name="connsiteX364" fmla="*/ 1504362 w 2964740"/>
              <a:gd name="connsiteY364" fmla="*/ 1859072 h 3086914"/>
              <a:gd name="connsiteX365" fmla="*/ 1646897 w 2964740"/>
              <a:gd name="connsiteY365" fmla="*/ 1859072 h 3086914"/>
              <a:gd name="connsiteX366" fmla="*/ 1611223 w 2964740"/>
              <a:gd name="connsiteY366" fmla="*/ 1415501 h 3086914"/>
              <a:gd name="connsiteX367" fmla="*/ 1636716 w 2964740"/>
              <a:gd name="connsiteY367" fmla="*/ 1375836 h 3086914"/>
              <a:gd name="connsiteX368" fmla="*/ 1636879 w 2964740"/>
              <a:gd name="connsiteY368" fmla="*/ 1314016 h 3086914"/>
              <a:gd name="connsiteX369" fmla="*/ 1033180 w 2964740"/>
              <a:gd name="connsiteY369" fmla="*/ 1184838 h 3086914"/>
              <a:gd name="connsiteX370" fmla="*/ 1033180 w 2964740"/>
              <a:gd name="connsiteY370" fmla="*/ 1163498 h 3086914"/>
              <a:gd name="connsiteX371" fmla="*/ 933975 w 2964740"/>
              <a:gd name="connsiteY371" fmla="*/ 1063967 h 3086914"/>
              <a:gd name="connsiteX372" fmla="*/ 834770 w 2964740"/>
              <a:gd name="connsiteY372" fmla="*/ 1163498 h 3086914"/>
              <a:gd name="connsiteX373" fmla="*/ 834770 w 2964740"/>
              <a:gd name="connsiteY373" fmla="*/ 1184838 h 3086914"/>
              <a:gd name="connsiteX374" fmla="*/ 1033180 w 2964740"/>
              <a:gd name="connsiteY374" fmla="*/ 1184838 h 3086914"/>
              <a:gd name="connsiteX375" fmla="*/ 1588254 w 2964740"/>
              <a:gd name="connsiteY375" fmla="*/ 1265146 h 3086914"/>
              <a:gd name="connsiteX376" fmla="*/ 1578236 w 2964740"/>
              <a:gd name="connsiteY376" fmla="*/ 1162846 h 3086914"/>
              <a:gd name="connsiteX377" fmla="*/ 1613585 w 2964740"/>
              <a:gd name="connsiteY377" fmla="*/ 1111860 h 3086914"/>
              <a:gd name="connsiteX378" fmla="*/ 1617983 w 2964740"/>
              <a:gd name="connsiteY378" fmla="*/ 1029840 h 3086914"/>
              <a:gd name="connsiteX379" fmla="*/ 1550950 w 2964740"/>
              <a:gd name="connsiteY379" fmla="*/ 1029840 h 3086914"/>
              <a:gd name="connsiteX380" fmla="*/ 1544027 w 2964740"/>
              <a:gd name="connsiteY380" fmla="*/ 1081316 h 3086914"/>
              <a:gd name="connsiteX381" fmla="*/ 1484814 w 2964740"/>
              <a:gd name="connsiteY381" fmla="*/ 1081316 h 3086914"/>
              <a:gd name="connsiteX382" fmla="*/ 1477972 w 2964740"/>
              <a:gd name="connsiteY382" fmla="*/ 1029840 h 3086914"/>
              <a:gd name="connsiteX383" fmla="*/ 1386505 w 2964740"/>
              <a:gd name="connsiteY383" fmla="*/ 1029840 h 3086914"/>
              <a:gd name="connsiteX384" fmla="*/ 1379663 w 2964740"/>
              <a:gd name="connsiteY384" fmla="*/ 1081316 h 3086914"/>
              <a:gd name="connsiteX385" fmla="*/ 1320450 w 2964740"/>
              <a:gd name="connsiteY385" fmla="*/ 1081316 h 3086914"/>
              <a:gd name="connsiteX386" fmla="*/ 1313608 w 2964740"/>
              <a:gd name="connsiteY386" fmla="*/ 1029840 h 3086914"/>
              <a:gd name="connsiteX387" fmla="*/ 1246494 w 2964740"/>
              <a:gd name="connsiteY387" fmla="*/ 1029840 h 3086914"/>
              <a:gd name="connsiteX388" fmla="*/ 1250893 w 2964740"/>
              <a:gd name="connsiteY388" fmla="*/ 1111860 h 3086914"/>
              <a:gd name="connsiteX389" fmla="*/ 1286241 w 2964740"/>
              <a:gd name="connsiteY389" fmla="*/ 1162846 h 3086914"/>
              <a:gd name="connsiteX390" fmla="*/ 1276223 w 2964740"/>
              <a:gd name="connsiteY390" fmla="*/ 1265146 h 3086914"/>
              <a:gd name="connsiteX391" fmla="*/ 1588254 w 2964740"/>
              <a:gd name="connsiteY391" fmla="*/ 1265146 h 3086914"/>
              <a:gd name="connsiteX392" fmla="*/ 1795705 w 2964740"/>
              <a:gd name="connsiteY392" fmla="*/ 720009 h 3086914"/>
              <a:gd name="connsiteX393" fmla="*/ 1724925 w 2964740"/>
              <a:gd name="connsiteY393" fmla="*/ 744688 h 3086914"/>
              <a:gd name="connsiteX394" fmla="*/ 1726473 w 2964740"/>
              <a:gd name="connsiteY394" fmla="*/ 747376 h 3086914"/>
              <a:gd name="connsiteX395" fmla="*/ 1764184 w 2964740"/>
              <a:gd name="connsiteY395" fmla="*/ 746642 h 3086914"/>
              <a:gd name="connsiteX396" fmla="*/ 1818917 w 2964740"/>
              <a:gd name="connsiteY396" fmla="*/ 805448 h 3086914"/>
              <a:gd name="connsiteX397" fmla="*/ 1746591 w 2964740"/>
              <a:gd name="connsiteY397" fmla="*/ 891133 h 3086914"/>
              <a:gd name="connsiteX398" fmla="*/ 1726392 w 2964740"/>
              <a:gd name="connsiteY398" fmla="*/ 888282 h 3086914"/>
              <a:gd name="connsiteX399" fmla="*/ 1724925 w 2964740"/>
              <a:gd name="connsiteY399" fmla="*/ 891051 h 3086914"/>
              <a:gd name="connsiteX400" fmla="*/ 1790085 w 2964740"/>
              <a:gd name="connsiteY400" fmla="*/ 915893 h 3086914"/>
              <a:gd name="connsiteX401" fmla="*/ 1887986 w 2964740"/>
              <a:gd name="connsiteY401" fmla="*/ 813186 h 3086914"/>
              <a:gd name="connsiteX402" fmla="*/ 1795705 w 2964740"/>
              <a:gd name="connsiteY402" fmla="*/ 720009 h 3086914"/>
              <a:gd name="connsiteX403" fmla="*/ 1583041 w 2964740"/>
              <a:gd name="connsiteY403" fmla="*/ 967450 h 3086914"/>
              <a:gd name="connsiteX404" fmla="*/ 1583041 w 2964740"/>
              <a:gd name="connsiteY404" fmla="*/ 981948 h 3086914"/>
              <a:gd name="connsiteX405" fmla="*/ 1281273 w 2964740"/>
              <a:gd name="connsiteY405" fmla="*/ 981948 h 3086914"/>
              <a:gd name="connsiteX406" fmla="*/ 1281273 w 2964740"/>
              <a:gd name="connsiteY406" fmla="*/ 967450 h 3086914"/>
              <a:gd name="connsiteX407" fmla="*/ 1432198 w 2964740"/>
              <a:gd name="connsiteY407" fmla="*/ 702416 h 3086914"/>
              <a:gd name="connsiteX408" fmla="*/ 1583041 w 2964740"/>
              <a:gd name="connsiteY408" fmla="*/ 967450 h 308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2964740" h="3086914">
                <a:moveTo>
                  <a:pt x="1894258" y="2907646"/>
                </a:moveTo>
                <a:lnTo>
                  <a:pt x="1781451" y="2940795"/>
                </a:lnTo>
                <a:lnTo>
                  <a:pt x="1810447" y="3043421"/>
                </a:lnTo>
                <a:lnTo>
                  <a:pt x="1750745" y="3061014"/>
                </a:lnTo>
                <a:lnTo>
                  <a:pt x="1682328" y="2813898"/>
                </a:lnTo>
                <a:lnTo>
                  <a:pt x="1740727" y="2796712"/>
                </a:lnTo>
                <a:lnTo>
                  <a:pt x="1767767" y="2892170"/>
                </a:lnTo>
                <a:lnTo>
                  <a:pt x="1879515" y="2859347"/>
                </a:lnTo>
                <a:lnTo>
                  <a:pt x="1850357" y="2764458"/>
                </a:lnTo>
                <a:lnTo>
                  <a:pt x="1908430" y="2747354"/>
                </a:lnTo>
                <a:lnTo>
                  <a:pt x="1984992" y="2992108"/>
                </a:lnTo>
                <a:lnTo>
                  <a:pt x="1925616" y="3009619"/>
                </a:lnTo>
                <a:lnTo>
                  <a:pt x="1894258" y="2907646"/>
                </a:lnTo>
                <a:close/>
                <a:moveTo>
                  <a:pt x="2725688" y="960446"/>
                </a:moveTo>
                <a:cubicBezTo>
                  <a:pt x="2684149" y="982193"/>
                  <a:pt x="2635036" y="965903"/>
                  <a:pt x="2614266" y="926237"/>
                </a:cubicBezTo>
                <a:cubicBezTo>
                  <a:pt x="2593252" y="886083"/>
                  <a:pt x="2607913" y="836481"/>
                  <a:pt x="2649452" y="814815"/>
                </a:cubicBezTo>
                <a:cubicBezTo>
                  <a:pt x="2690991" y="793068"/>
                  <a:pt x="2740105" y="809358"/>
                  <a:pt x="2761037" y="849431"/>
                </a:cubicBezTo>
                <a:cubicBezTo>
                  <a:pt x="2781888" y="889097"/>
                  <a:pt x="2767227" y="938699"/>
                  <a:pt x="2725688" y="960446"/>
                </a:cubicBezTo>
                <a:moveTo>
                  <a:pt x="2810558" y="823449"/>
                </a:moveTo>
                <a:cubicBezTo>
                  <a:pt x="2774476" y="754624"/>
                  <a:pt x="2693516" y="724244"/>
                  <a:pt x="2621678" y="761873"/>
                </a:cubicBezTo>
                <a:cubicBezTo>
                  <a:pt x="2549840" y="799421"/>
                  <a:pt x="2528663" y="883395"/>
                  <a:pt x="2564664" y="952220"/>
                </a:cubicBezTo>
                <a:cubicBezTo>
                  <a:pt x="2600746" y="1021044"/>
                  <a:pt x="2681706" y="1051424"/>
                  <a:pt x="2753544" y="1013795"/>
                </a:cubicBezTo>
                <a:cubicBezTo>
                  <a:pt x="2825382" y="976084"/>
                  <a:pt x="2846640" y="892273"/>
                  <a:pt x="2810558" y="823449"/>
                </a:cubicBezTo>
                <a:moveTo>
                  <a:pt x="1727043" y="133332"/>
                </a:moveTo>
                <a:lnTo>
                  <a:pt x="1707169" y="280592"/>
                </a:lnTo>
                <a:lnTo>
                  <a:pt x="1646816" y="272365"/>
                </a:lnTo>
                <a:lnTo>
                  <a:pt x="1663594" y="138300"/>
                </a:lnTo>
                <a:cubicBezTo>
                  <a:pt x="1669133" y="93992"/>
                  <a:pt x="1659522" y="64345"/>
                  <a:pt x="1617006" y="58969"/>
                </a:cubicBezTo>
                <a:cubicBezTo>
                  <a:pt x="1573756" y="53593"/>
                  <a:pt x="1557059" y="80634"/>
                  <a:pt x="1551602" y="124210"/>
                </a:cubicBezTo>
                <a:lnTo>
                  <a:pt x="1534824" y="258274"/>
                </a:lnTo>
                <a:lnTo>
                  <a:pt x="1474389" y="251433"/>
                </a:lnTo>
                <a:lnTo>
                  <a:pt x="1491249" y="104906"/>
                </a:lnTo>
                <a:cubicBezTo>
                  <a:pt x="1500045" y="34371"/>
                  <a:pt x="1547285" y="-6597"/>
                  <a:pt x="1623929" y="3014"/>
                </a:cubicBezTo>
                <a:cubicBezTo>
                  <a:pt x="1700409" y="12543"/>
                  <a:pt x="1735758" y="63449"/>
                  <a:pt x="1727043" y="133332"/>
                </a:cubicBezTo>
                <a:moveTo>
                  <a:pt x="1289662" y="2830106"/>
                </a:moveTo>
                <a:lnTo>
                  <a:pt x="1344477" y="2831165"/>
                </a:lnTo>
                <a:lnTo>
                  <a:pt x="1474226" y="2988687"/>
                </a:lnTo>
                <a:lnTo>
                  <a:pt x="1473574" y="2833038"/>
                </a:lnTo>
                <a:lnTo>
                  <a:pt x="1533357" y="2834016"/>
                </a:lnTo>
                <a:lnTo>
                  <a:pt x="1533439" y="3090336"/>
                </a:lnTo>
                <a:lnTo>
                  <a:pt x="1473981" y="3089440"/>
                </a:lnTo>
                <a:lnTo>
                  <a:pt x="1473900" y="3083250"/>
                </a:lnTo>
                <a:cubicBezTo>
                  <a:pt x="1473981" y="3074453"/>
                  <a:pt x="1468687" y="3062317"/>
                  <a:pt x="1459239" y="3051647"/>
                </a:cubicBezTo>
                <a:lnTo>
                  <a:pt x="1345699" y="2912858"/>
                </a:lnTo>
                <a:lnTo>
                  <a:pt x="1341708" y="3087485"/>
                </a:lnTo>
                <a:lnTo>
                  <a:pt x="1281273" y="3086507"/>
                </a:lnTo>
                <a:lnTo>
                  <a:pt x="1289662" y="2830106"/>
                </a:lnTo>
                <a:close/>
                <a:moveTo>
                  <a:pt x="1926593" y="75177"/>
                </a:moveTo>
                <a:lnTo>
                  <a:pt x="1983281" y="95458"/>
                </a:lnTo>
                <a:lnTo>
                  <a:pt x="1936693" y="258274"/>
                </a:lnTo>
                <a:lnTo>
                  <a:pt x="2065626" y="137975"/>
                </a:lnTo>
                <a:lnTo>
                  <a:pt x="2099916" y="153857"/>
                </a:lnTo>
                <a:lnTo>
                  <a:pt x="2091690" y="329950"/>
                </a:lnTo>
                <a:lnTo>
                  <a:pt x="2184949" y="189369"/>
                </a:lnTo>
                <a:lnTo>
                  <a:pt x="2237565" y="219994"/>
                </a:lnTo>
                <a:lnTo>
                  <a:pt x="2089979" y="428829"/>
                </a:lnTo>
                <a:lnTo>
                  <a:pt x="2035816" y="403742"/>
                </a:lnTo>
                <a:lnTo>
                  <a:pt x="2043065" y="232700"/>
                </a:lnTo>
                <a:lnTo>
                  <a:pt x="1915760" y="348194"/>
                </a:lnTo>
                <a:lnTo>
                  <a:pt x="1860538" y="322701"/>
                </a:lnTo>
                <a:lnTo>
                  <a:pt x="1926593" y="75177"/>
                </a:lnTo>
                <a:close/>
                <a:moveTo>
                  <a:pt x="2387594" y="324085"/>
                </a:moveTo>
                <a:lnTo>
                  <a:pt x="2434183" y="362122"/>
                </a:lnTo>
                <a:lnTo>
                  <a:pt x="2336281" y="498875"/>
                </a:lnTo>
                <a:lnTo>
                  <a:pt x="2498120" y="428910"/>
                </a:lnTo>
                <a:lnTo>
                  <a:pt x="2525080" y="455299"/>
                </a:lnTo>
                <a:lnTo>
                  <a:pt x="2458210" y="618360"/>
                </a:lnTo>
                <a:lnTo>
                  <a:pt x="2592927" y="517527"/>
                </a:lnTo>
                <a:lnTo>
                  <a:pt x="2632348" y="563871"/>
                </a:lnTo>
                <a:lnTo>
                  <a:pt x="2423269" y="710886"/>
                </a:lnTo>
                <a:lnTo>
                  <a:pt x="2380671" y="669021"/>
                </a:lnTo>
                <a:lnTo>
                  <a:pt x="2444934" y="510359"/>
                </a:lnTo>
                <a:lnTo>
                  <a:pt x="2286271" y="576414"/>
                </a:lnTo>
                <a:lnTo>
                  <a:pt x="2242859" y="533816"/>
                </a:lnTo>
                <a:lnTo>
                  <a:pt x="2387594" y="324085"/>
                </a:lnTo>
                <a:close/>
                <a:moveTo>
                  <a:pt x="405208" y="2548456"/>
                </a:moveTo>
                <a:cubicBezTo>
                  <a:pt x="363995" y="2570773"/>
                  <a:pt x="314637" y="2555298"/>
                  <a:pt x="293298" y="2515876"/>
                </a:cubicBezTo>
                <a:cubicBezTo>
                  <a:pt x="290691" y="2511071"/>
                  <a:pt x="288574" y="2506021"/>
                  <a:pt x="287026" y="2500971"/>
                </a:cubicBezTo>
                <a:lnTo>
                  <a:pt x="448458" y="2484355"/>
                </a:lnTo>
                <a:cubicBezTo>
                  <a:pt x="445770" y="2510256"/>
                  <a:pt x="430702" y="2534609"/>
                  <a:pt x="405208" y="2548456"/>
                </a:cubicBezTo>
                <a:moveTo>
                  <a:pt x="326773" y="2403884"/>
                </a:moveTo>
                <a:cubicBezTo>
                  <a:pt x="367986" y="2381567"/>
                  <a:pt x="417263" y="2397042"/>
                  <a:pt x="438847" y="2436870"/>
                </a:cubicBezTo>
                <a:cubicBezTo>
                  <a:pt x="441209" y="2441187"/>
                  <a:pt x="443082" y="2445667"/>
                  <a:pt x="444548" y="2450228"/>
                </a:cubicBezTo>
                <a:lnTo>
                  <a:pt x="283687" y="2466925"/>
                </a:lnTo>
                <a:cubicBezTo>
                  <a:pt x="286782" y="2441351"/>
                  <a:pt x="301687" y="2417486"/>
                  <a:pt x="326773" y="2403884"/>
                </a:cubicBezTo>
                <a:moveTo>
                  <a:pt x="541147" y="2474826"/>
                </a:moveTo>
                <a:lnTo>
                  <a:pt x="537482" y="2440617"/>
                </a:lnTo>
                <a:lnTo>
                  <a:pt x="501563" y="2444364"/>
                </a:lnTo>
                <a:cubicBezTo>
                  <a:pt x="498549" y="2432798"/>
                  <a:pt x="494069" y="2421314"/>
                  <a:pt x="488042" y="2410237"/>
                </a:cubicBezTo>
                <a:cubicBezTo>
                  <a:pt x="450983" y="2341983"/>
                  <a:pt x="369534" y="2312824"/>
                  <a:pt x="298266" y="2351512"/>
                </a:cubicBezTo>
                <a:cubicBezTo>
                  <a:pt x="250211" y="2377576"/>
                  <a:pt x="225451" y="2424409"/>
                  <a:pt x="225858" y="2473034"/>
                </a:cubicBezTo>
                <a:lnTo>
                  <a:pt x="189043" y="2476862"/>
                </a:lnTo>
                <a:lnTo>
                  <a:pt x="193767" y="2510663"/>
                </a:lnTo>
                <a:lnTo>
                  <a:pt x="230175" y="2506917"/>
                </a:lnTo>
                <a:cubicBezTo>
                  <a:pt x="233188" y="2519053"/>
                  <a:pt x="237831" y="2531107"/>
                  <a:pt x="244021" y="2542592"/>
                </a:cubicBezTo>
                <a:cubicBezTo>
                  <a:pt x="281080" y="2610846"/>
                  <a:pt x="362529" y="2640086"/>
                  <a:pt x="433797" y="2601397"/>
                </a:cubicBezTo>
                <a:cubicBezTo>
                  <a:pt x="482341" y="2575090"/>
                  <a:pt x="507020" y="2527605"/>
                  <a:pt x="506205" y="2478491"/>
                </a:cubicBezTo>
                <a:lnTo>
                  <a:pt x="541147" y="2474826"/>
                </a:lnTo>
                <a:close/>
                <a:moveTo>
                  <a:pt x="2267620" y="2527605"/>
                </a:moveTo>
                <a:lnTo>
                  <a:pt x="2316896" y="2483460"/>
                </a:lnTo>
                <a:lnTo>
                  <a:pt x="2507324" y="2557334"/>
                </a:lnTo>
                <a:lnTo>
                  <a:pt x="2423187" y="2370734"/>
                </a:lnTo>
                <a:lnTo>
                  <a:pt x="2463667" y="2319584"/>
                </a:lnTo>
                <a:lnTo>
                  <a:pt x="2581605" y="2583071"/>
                </a:lnTo>
                <a:lnTo>
                  <a:pt x="2537379" y="2629986"/>
                </a:lnTo>
                <a:lnTo>
                  <a:pt x="2267620" y="2527605"/>
                </a:lnTo>
                <a:close/>
                <a:moveTo>
                  <a:pt x="1337229" y="253632"/>
                </a:moveTo>
                <a:lnTo>
                  <a:pt x="1283065" y="262591"/>
                </a:lnTo>
                <a:lnTo>
                  <a:pt x="1126764" y="131377"/>
                </a:lnTo>
                <a:lnTo>
                  <a:pt x="1155842" y="284257"/>
                </a:lnTo>
                <a:lnTo>
                  <a:pt x="1096873" y="294194"/>
                </a:lnTo>
                <a:lnTo>
                  <a:pt x="1049877" y="42190"/>
                </a:lnTo>
                <a:lnTo>
                  <a:pt x="1108520" y="32254"/>
                </a:lnTo>
                <a:lnTo>
                  <a:pt x="1109742" y="38362"/>
                </a:lnTo>
                <a:cubicBezTo>
                  <a:pt x="1111208" y="47077"/>
                  <a:pt x="1118701" y="57992"/>
                  <a:pt x="1129941" y="66788"/>
                </a:cubicBezTo>
                <a:lnTo>
                  <a:pt x="1266938" y="182527"/>
                </a:lnTo>
                <a:lnTo>
                  <a:pt x="1238920" y="10100"/>
                </a:lnTo>
                <a:lnTo>
                  <a:pt x="1298540" y="0"/>
                </a:lnTo>
                <a:lnTo>
                  <a:pt x="1337229" y="253632"/>
                </a:lnTo>
                <a:close/>
                <a:moveTo>
                  <a:pt x="2523858" y="2233086"/>
                </a:moveTo>
                <a:lnTo>
                  <a:pt x="2548700" y="2184135"/>
                </a:lnTo>
                <a:lnTo>
                  <a:pt x="2747028" y="2135998"/>
                </a:lnTo>
                <a:lnTo>
                  <a:pt x="2606691" y="2068803"/>
                </a:lnTo>
                <a:lnTo>
                  <a:pt x="2633651" y="2015454"/>
                </a:lnTo>
                <a:lnTo>
                  <a:pt x="2864477" y="2127039"/>
                </a:lnTo>
                <a:lnTo>
                  <a:pt x="2837762" y="2180144"/>
                </a:lnTo>
                <a:lnTo>
                  <a:pt x="2832142" y="2177456"/>
                </a:lnTo>
                <a:cubicBezTo>
                  <a:pt x="2824323" y="2173546"/>
                  <a:pt x="2811047" y="2172976"/>
                  <a:pt x="2797363" y="2176886"/>
                </a:cubicBezTo>
                <a:lnTo>
                  <a:pt x="2622981" y="2218587"/>
                </a:lnTo>
                <a:lnTo>
                  <a:pt x="2778467" y="2298245"/>
                </a:lnTo>
                <a:lnTo>
                  <a:pt x="2751263" y="2352245"/>
                </a:lnTo>
                <a:lnTo>
                  <a:pt x="2523858" y="2233086"/>
                </a:lnTo>
                <a:close/>
                <a:moveTo>
                  <a:pt x="230989" y="2015454"/>
                </a:moveTo>
                <a:lnTo>
                  <a:pt x="257542" y="2070513"/>
                </a:lnTo>
                <a:lnTo>
                  <a:pt x="168436" y="2113437"/>
                </a:lnTo>
                <a:cubicBezTo>
                  <a:pt x="203297" y="2137709"/>
                  <a:pt x="257786" y="2157012"/>
                  <a:pt x="298755" y="2155953"/>
                </a:cubicBezTo>
                <a:lnTo>
                  <a:pt x="326936" y="2214352"/>
                </a:lnTo>
                <a:cubicBezTo>
                  <a:pt x="278067" y="2218425"/>
                  <a:pt x="213641" y="2195375"/>
                  <a:pt x="173894" y="2171021"/>
                </a:cubicBezTo>
                <a:lnTo>
                  <a:pt x="101404" y="2336933"/>
                </a:lnTo>
                <a:lnTo>
                  <a:pt x="68336" y="2268353"/>
                </a:lnTo>
                <a:lnTo>
                  <a:pt x="128608" y="2132740"/>
                </a:lnTo>
                <a:lnTo>
                  <a:pt x="26634" y="2181935"/>
                </a:lnTo>
                <a:lnTo>
                  <a:pt x="0" y="2126876"/>
                </a:lnTo>
                <a:lnTo>
                  <a:pt x="230989" y="2015454"/>
                </a:lnTo>
                <a:close/>
                <a:moveTo>
                  <a:pt x="682542" y="2722349"/>
                </a:moveTo>
                <a:cubicBezTo>
                  <a:pt x="701275" y="2735137"/>
                  <a:pt x="720090" y="2735544"/>
                  <a:pt x="731248" y="2719173"/>
                </a:cubicBezTo>
                <a:cubicBezTo>
                  <a:pt x="741185" y="2704675"/>
                  <a:pt x="737357" y="2690095"/>
                  <a:pt x="714959" y="2674783"/>
                </a:cubicBezTo>
                <a:lnTo>
                  <a:pt x="681972" y="2652303"/>
                </a:lnTo>
                <a:lnTo>
                  <a:pt x="649555" y="2699869"/>
                </a:lnTo>
                <a:lnTo>
                  <a:pt x="682542" y="2722349"/>
                </a:lnTo>
                <a:close/>
                <a:moveTo>
                  <a:pt x="635465" y="2819273"/>
                </a:moveTo>
                <a:cubicBezTo>
                  <a:pt x="657863" y="2834504"/>
                  <a:pt x="675293" y="2831735"/>
                  <a:pt x="686207" y="2815771"/>
                </a:cubicBezTo>
                <a:cubicBezTo>
                  <a:pt x="695900" y="2801599"/>
                  <a:pt x="693130" y="2784169"/>
                  <a:pt x="670162" y="2768449"/>
                </a:cubicBezTo>
                <a:lnTo>
                  <a:pt x="624225" y="2737092"/>
                </a:lnTo>
                <a:lnTo>
                  <a:pt x="589527" y="2787916"/>
                </a:lnTo>
                <a:lnTo>
                  <a:pt x="635465" y="2819273"/>
                </a:lnTo>
                <a:close/>
                <a:moveTo>
                  <a:pt x="657456" y="2579732"/>
                </a:moveTo>
                <a:lnTo>
                  <a:pt x="741267" y="2636909"/>
                </a:lnTo>
                <a:cubicBezTo>
                  <a:pt x="802109" y="2678367"/>
                  <a:pt x="808706" y="2713553"/>
                  <a:pt x="786226" y="2746458"/>
                </a:cubicBezTo>
                <a:cubicBezTo>
                  <a:pt x="773032" y="2765843"/>
                  <a:pt x="752425" y="2775291"/>
                  <a:pt x="727420" y="2771544"/>
                </a:cubicBezTo>
                <a:cubicBezTo>
                  <a:pt x="750389" y="2798260"/>
                  <a:pt x="752507" y="2826359"/>
                  <a:pt x="735158" y="2851771"/>
                </a:cubicBezTo>
                <a:cubicBezTo>
                  <a:pt x="711375" y="2886550"/>
                  <a:pt x="671139" y="2899419"/>
                  <a:pt x="609727" y="2857554"/>
                </a:cubicBezTo>
                <a:lnTo>
                  <a:pt x="512884" y="2791499"/>
                </a:lnTo>
                <a:lnTo>
                  <a:pt x="657456" y="2579732"/>
                </a:lnTo>
                <a:close/>
                <a:moveTo>
                  <a:pt x="2886469" y="1944105"/>
                </a:moveTo>
                <a:lnTo>
                  <a:pt x="2857961" y="1893688"/>
                </a:lnTo>
                <a:cubicBezTo>
                  <a:pt x="2886061" y="1877968"/>
                  <a:pt x="2902188" y="1859072"/>
                  <a:pt x="2907564" y="1831786"/>
                </a:cubicBezTo>
                <a:cubicBezTo>
                  <a:pt x="2912369" y="1807352"/>
                  <a:pt x="2905772" y="1788130"/>
                  <a:pt x="2887446" y="1784465"/>
                </a:cubicBezTo>
                <a:cubicBezTo>
                  <a:pt x="2866595" y="1780392"/>
                  <a:pt x="2852749" y="1804420"/>
                  <a:pt x="2842568" y="1829262"/>
                </a:cubicBezTo>
                <a:cubicBezTo>
                  <a:pt x="2825382" y="1874791"/>
                  <a:pt x="2797445" y="1915679"/>
                  <a:pt x="2743933" y="1905091"/>
                </a:cubicBezTo>
                <a:cubicBezTo>
                  <a:pt x="2696122" y="1895642"/>
                  <a:pt x="2674131" y="1852067"/>
                  <a:pt x="2685941" y="1792039"/>
                </a:cubicBezTo>
                <a:cubicBezTo>
                  <a:pt x="2694005" y="1751478"/>
                  <a:pt x="2710294" y="1723704"/>
                  <a:pt x="2745318" y="1701468"/>
                </a:cubicBezTo>
                <a:lnTo>
                  <a:pt x="2772603" y="1750501"/>
                </a:lnTo>
                <a:cubicBezTo>
                  <a:pt x="2752648" y="1762636"/>
                  <a:pt x="2740186" y="1780311"/>
                  <a:pt x="2735544" y="1803687"/>
                </a:cubicBezTo>
                <a:cubicBezTo>
                  <a:pt x="2730738" y="1828121"/>
                  <a:pt x="2736603" y="1843515"/>
                  <a:pt x="2751019" y="1846366"/>
                </a:cubicBezTo>
                <a:cubicBezTo>
                  <a:pt x="2768938" y="1849868"/>
                  <a:pt x="2782295" y="1831542"/>
                  <a:pt x="2792558" y="1804094"/>
                </a:cubicBezTo>
                <a:cubicBezTo>
                  <a:pt x="2811617" y="1754817"/>
                  <a:pt x="2837029" y="1714011"/>
                  <a:pt x="2894125" y="1725333"/>
                </a:cubicBezTo>
                <a:cubicBezTo>
                  <a:pt x="2951302" y="1736654"/>
                  <a:pt x="2968732" y="1788211"/>
                  <a:pt x="2957736" y="1843597"/>
                </a:cubicBezTo>
                <a:cubicBezTo>
                  <a:pt x="2948533" y="1891000"/>
                  <a:pt x="2924342" y="1922439"/>
                  <a:pt x="2886469" y="1944105"/>
                </a:cubicBezTo>
                <a:moveTo>
                  <a:pt x="2714367" y="1367120"/>
                </a:moveTo>
                <a:lnTo>
                  <a:pt x="2701417" y="1307337"/>
                </a:lnTo>
                <a:lnTo>
                  <a:pt x="2798096" y="1286323"/>
                </a:lnTo>
                <a:cubicBezTo>
                  <a:pt x="2769834" y="1254558"/>
                  <a:pt x="2721453" y="1223200"/>
                  <a:pt x="2681299" y="1214648"/>
                </a:cubicBezTo>
                <a:lnTo>
                  <a:pt x="2667534" y="1151281"/>
                </a:lnTo>
                <a:cubicBezTo>
                  <a:pt x="2715996" y="1158774"/>
                  <a:pt x="2773255" y="1196159"/>
                  <a:pt x="2806241" y="1229146"/>
                </a:cubicBezTo>
                <a:lnTo>
                  <a:pt x="2915464" y="1084737"/>
                </a:lnTo>
                <a:lnTo>
                  <a:pt x="2931591" y="1159181"/>
                </a:lnTo>
                <a:lnTo>
                  <a:pt x="2841346" y="1276956"/>
                </a:lnTo>
                <a:lnTo>
                  <a:pt x="2951954" y="1252929"/>
                </a:lnTo>
                <a:lnTo>
                  <a:pt x="2964904" y="1312713"/>
                </a:lnTo>
                <a:lnTo>
                  <a:pt x="2714367" y="1367120"/>
                </a:lnTo>
                <a:close/>
                <a:moveTo>
                  <a:pt x="966717" y="338990"/>
                </a:moveTo>
                <a:lnTo>
                  <a:pt x="791521" y="421661"/>
                </a:lnTo>
                <a:lnTo>
                  <a:pt x="769774" y="375642"/>
                </a:lnTo>
                <a:lnTo>
                  <a:pt x="889667" y="319036"/>
                </a:lnTo>
                <a:lnTo>
                  <a:pt x="868409" y="273994"/>
                </a:lnTo>
                <a:lnTo>
                  <a:pt x="768308" y="321235"/>
                </a:lnTo>
                <a:lnTo>
                  <a:pt x="746642" y="275216"/>
                </a:lnTo>
                <a:lnTo>
                  <a:pt x="846662" y="227976"/>
                </a:lnTo>
                <a:lnTo>
                  <a:pt x="823693" y="179269"/>
                </a:lnTo>
                <a:lnTo>
                  <a:pt x="703800" y="235876"/>
                </a:lnTo>
                <a:lnTo>
                  <a:pt x="682053" y="189776"/>
                </a:lnTo>
                <a:lnTo>
                  <a:pt x="857331" y="107105"/>
                </a:lnTo>
                <a:lnTo>
                  <a:pt x="966717" y="338990"/>
                </a:lnTo>
                <a:close/>
                <a:moveTo>
                  <a:pt x="958084" y="2745481"/>
                </a:moveTo>
                <a:lnTo>
                  <a:pt x="1142891" y="2803635"/>
                </a:lnTo>
                <a:lnTo>
                  <a:pt x="1127660" y="2852179"/>
                </a:lnTo>
                <a:lnTo>
                  <a:pt x="1001170" y="2812350"/>
                </a:lnTo>
                <a:lnTo>
                  <a:pt x="986265" y="2859835"/>
                </a:lnTo>
                <a:lnTo>
                  <a:pt x="1091742" y="2893066"/>
                </a:lnTo>
                <a:lnTo>
                  <a:pt x="1076510" y="2941610"/>
                </a:lnTo>
                <a:lnTo>
                  <a:pt x="970953" y="2908460"/>
                </a:lnTo>
                <a:lnTo>
                  <a:pt x="954826" y="2959773"/>
                </a:lnTo>
                <a:lnTo>
                  <a:pt x="1081316" y="2999601"/>
                </a:lnTo>
                <a:lnTo>
                  <a:pt x="1066004" y="3048226"/>
                </a:lnTo>
                <a:lnTo>
                  <a:pt x="881196" y="2990072"/>
                </a:lnTo>
                <a:lnTo>
                  <a:pt x="958084" y="2745481"/>
                </a:lnTo>
                <a:close/>
                <a:moveTo>
                  <a:pt x="2163772" y="2789545"/>
                </a:moveTo>
                <a:lnTo>
                  <a:pt x="2148541" y="2687489"/>
                </a:lnTo>
                <a:lnTo>
                  <a:pt x="2234307" y="2745562"/>
                </a:lnTo>
                <a:lnTo>
                  <a:pt x="2163772" y="2789545"/>
                </a:lnTo>
                <a:close/>
                <a:moveTo>
                  <a:pt x="2327729" y="2808767"/>
                </a:moveTo>
                <a:lnTo>
                  <a:pt x="2379531" y="2770322"/>
                </a:lnTo>
                <a:lnTo>
                  <a:pt x="2144876" y="2619479"/>
                </a:lnTo>
                <a:lnTo>
                  <a:pt x="2090305" y="2653851"/>
                </a:lnTo>
                <a:lnTo>
                  <a:pt x="2125247" y="2930370"/>
                </a:lnTo>
                <a:lnTo>
                  <a:pt x="2180469" y="2901455"/>
                </a:lnTo>
                <a:lnTo>
                  <a:pt x="2171999" y="2844523"/>
                </a:lnTo>
                <a:lnTo>
                  <a:pt x="2280570" y="2776839"/>
                </a:lnTo>
                <a:lnTo>
                  <a:pt x="2327729" y="2808767"/>
                </a:lnTo>
                <a:close/>
                <a:moveTo>
                  <a:pt x="1432198" y="2344752"/>
                </a:moveTo>
                <a:cubicBezTo>
                  <a:pt x="1337880" y="2344752"/>
                  <a:pt x="1297563" y="2415450"/>
                  <a:pt x="1173028" y="2415450"/>
                </a:cubicBezTo>
                <a:cubicBezTo>
                  <a:pt x="1221001" y="2429622"/>
                  <a:pt x="1324930" y="2452591"/>
                  <a:pt x="1432198" y="2452591"/>
                </a:cubicBezTo>
                <a:cubicBezTo>
                  <a:pt x="1539548" y="2452591"/>
                  <a:pt x="1643395" y="2429622"/>
                  <a:pt x="1691368" y="2415450"/>
                </a:cubicBezTo>
                <a:cubicBezTo>
                  <a:pt x="1566833" y="2415450"/>
                  <a:pt x="1526516" y="2344752"/>
                  <a:pt x="1432198" y="2344752"/>
                </a:cubicBezTo>
                <a:moveTo>
                  <a:pt x="1917878" y="2191872"/>
                </a:moveTo>
                <a:cubicBezTo>
                  <a:pt x="1878782" y="2213538"/>
                  <a:pt x="1839605" y="2227873"/>
                  <a:pt x="1768338" y="2227873"/>
                </a:cubicBezTo>
                <a:cubicBezTo>
                  <a:pt x="1697070" y="2227873"/>
                  <a:pt x="1658300" y="2211420"/>
                  <a:pt x="1619205" y="2189755"/>
                </a:cubicBezTo>
                <a:cubicBezTo>
                  <a:pt x="1575711" y="2165646"/>
                  <a:pt x="1525294" y="2135021"/>
                  <a:pt x="1432117" y="2134288"/>
                </a:cubicBezTo>
                <a:cubicBezTo>
                  <a:pt x="1338939" y="2135102"/>
                  <a:pt x="1288522" y="2165646"/>
                  <a:pt x="1245028" y="2189755"/>
                </a:cubicBezTo>
                <a:cubicBezTo>
                  <a:pt x="1205933" y="2211420"/>
                  <a:pt x="1167163" y="2227873"/>
                  <a:pt x="1095895" y="2227873"/>
                </a:cubicBezTo>
                <a:cubicBezTo>
                  <a:pt x="1024628" y="2227873"/>
                  <a:pt x="985451" y="2213538"/>
                  <a:pt x="946355" y="2191872"/>
                </a:cubicBezTo>
                <a:cubicBezTo>
                  <a:pt x="902373" y="2167438"/>
                  <a:pt x="843485" y="2127446"/>
                  <a:pt x="745013" y="2138442"/>
                </a:cubicBezTo>
                <a:cubicBezTo>
                  <a:pt x="893984" y="2330010"/>
                  <a:pt x="1098502" y="2327077"/>
                  <a:pt x="1098502" y="2327077"/>
                </a:cubicBezTo>
                <a:cubicBezTo>
                  <a:pt x="1188747" y="2327077"/>
                  <a:pt x="1239979" y="2308670"/>
                  <a:pt x="1283961" y="2284235"/>
                </a:cubicBezTo>
                <a:cubicBezTo>
                  <a:pt x="1322486" y="2262814"/>
                  <a:pt x="1362559" y="2236995"/>
                  <a:pt x="1432117" y="2236343"/>
                </a:cubicBezTo>
                <a:cubicBezTo>
                  <a:pt x="1501674" y="2236995"/>
                  <a:pt x="1541665" y="2262733"/>
                  <a:pt x="1580272" y="2284235"/>
                </a:cubicBezTo>
                <a:cubicBezTo>
                  <a:pt x="1624336" y="2308670"/>
                  <a:pt x="1675486" y="2327077"/>
                  <a:pt x="1765731" y="2327077"/>
                </a:cubicBezTo>
                <a:cubicBezTo>
                  <a:pt x="1765731" y="2327077"/>
                  <a:pt x="1970250" y="2330010"/>
                  <a:pt x="2119220" y="2138442"/>
                </a:cubicBezTo>
                <a:cubicBezTo>
                  <a:pt x="2020829" y="2127446"/>
                  <a:pt x="1961942" y="2167356"/>
                  <a:pt x="1917878" y="2191872"/>
                </a:cubicBezTo>
                <a:moveTo>
                  <a:pt x="2114577" y="1920077"/>
                </a:moveTo>
                <a:cubicBezTo>
                  <a:pt x="2016757" y="1920077"/>
                  <a:pt x="1965607" y="1957951"/>
                  <a:pt x="1920403" y="1983037"/>
                </a:cubicBezTo>
                <a:cubicBezTo>
                  <a:pt x="1880330" y="2005273"/>
                  <a:pt x="1845796" y="2026857"/>
                  <a:pt x="1772736" y="2026857"/>
                </a:cubicBezTo>
                <a:cubicBezTo>
                  <a:pt x="1699676" y="2026857"/>
                  <a:pt x="1665060" y="2005273"/>
                  <a:pt x="1624988" y="1983037"/>
                </a:cubicBezTo>
                <a:cubicBezTo>
                  <a:pt x="1580109" y="1958114"/>
                  <a:pt x="1528878" y="1929933"/>
                  <a:pt x="1432198" y="1929525"/>
                </a:cubicBezTo>
                <a:cubicBezTo>
                  <a:pt x="1335437" y="1929851"/>
                  <a:pt x="1284287" y="1958114"/>
                  <a:pt x="1239408" y="1983037"/>
                </a:cubicBezTo>
                <a:cubicBezTo>
                  <a:pt x="1199336" y="2005273"/>
                  <a:pt x="1164801" y="2026857"/>
                  <a:pt x="1091660" y="2026857"/>
                </a:cubicBezTo>
                <a:cubicBezTo>
                  <a:pt x="1018600" y="2026857"/>
                  <a:pt x="983984" y="2005273"/>
                  <a:pt x="943993" y="1983037"/>
                </a:cubicBezTo>
                <a:cubicBezTo>
                  <a:pt x="898870" y="1957951"/>
                  <a:pt x="847639" y="1920077"/>
                  <a:pt x="749819" y="1920077"/>
                </a:cubicBezTo>
                <a:cubicBezTo>
                  <a:pt x="687999" y="1920077"/>
                  <a:pt x="614125" y="1939543"/>
                  <a:pt x="614125" y="1939543"/>
                </a:cubicBezTo>
                <a:lnTo>
                  <a:pt x="667148" y="2031825"/>
                </a:lnTo>
                <a:cubicBezTo>
                  <a:pt x="667148" y="2031825"/>
                  <a:pt x="711538" y="2023843"/>
                  <a:pt x="749737" y="2023843"/>
                </a:cubicBezTo>
                <a:cubicBezTo>
                  <a:pt x="822797" y="2023843"/>
                  <a:pt x="862218" y="2045346"/>
                  <a:pt x="902291" y="2067581"/>
                </a:cubicBezTo>
                <a:cubicBezTo>
                  <a:pt x="947414" y="2092667"/>
                  <a:pt x="985043" y="2127283"/>
                  <a:pt x="1082945" y="2127283"/>
                </a:cubicBezTo>
                <a:cubicBezTo>
                  <a:pt x="1180847" y="2127283"/>
                  <a:pt x="1234196" y="2095600"/>
                  <a:pt x="1279237" y="2070513"/>
                </a:cubicBezTo>
                <a:cubicBezTo>
                  <a:pt x="1319065" y="2048441"/>
                  <a:pt x="1360034" y="2029300"/>
                  <a:pt x="1432198" y="2029056"/>
                </a:cubicBezTo>
                <a:cubicBezTo>
                  <a:pt x="1504280" y="2029300"/>
                  <a:pt x="1545330" y="2048359"/>
                  <a:pt x="1585159" y="2070513"/>
                </a:cubicBezTo>
                <a:cubicBezTo>
                  <a:pt x="1630282" y="2095600"/>
                  <a:pt x="1683631" y="2127283"/>
                  <a:pt x="1781451" y="2127283"/>
                </a:cubicBezTo>
                <a:cubicBezTo>
                  <a:pt x="1879353" y="2127283"/>
                  <a:pt x="1916982" y="2092749"/>
                  <a:pt x="1962105" y="2067581"/>
                </a:cubicBezTo>
                <a:cubicBezTo>
                  <a:pt x="2002177" y="2045346"/>
                  <a:pt x="2041517" y="2023843"/>
                  <a:pt x="2114658" y="2023843"/>
                </a:cubicBezTo>
                <a:cubicBezTo>
                  <a:pt x="2152858" y="2023843"/>
                  <a:pt x="2197248" y="2031825"/>
                  <a:pt x="2197248" y="2031825"/>
                </a:cubicBezTo>
                <a:lnTo>
                  <a:pt x="2250271" y="1939543"/>
                </a:lnTo>
                <a:cubicBezTo>
                  <a:pt x="2250271" y="1939625"/>
                  <a:pt x="2176397" y="1920077"/>
                  <a:pt x="2114577" y="1920077"/>
                </a:cubicBezTo>
                <a:moveTo>
                  <a:pt x="1038800" y="776941"/>
                </a:moveTo>
                <a:lnTo>
                  <a:pt x="961016" y="759349"/>
                </a:lnTo>
                <a:lnTo>
                  <a:pt x="1015179" y="817910"/>
                </a:lnTo>
                <a:lnTo>
                  <a:pt x="961016" y="876472"/>
                </a:lnTo>
                <a:lnTo>
                  <a:pt x="1038800" y="858879"/>
                </a:lnTo>
                <a:lnTo>
                  <a:pt x="1062420" y="935034"/>
                </a:lnTo>
                <a:lnTo>
                  <a:pt x="1086040" y="858879"/>
                </a:lnTo>
                <a:lnTo>
                  <a:pt x="1163824" y="876472"/>
                </a:lnTo>
                <a:lnTo>
                  <a:pt x="1109660" y="817910"/>
                </a:lnTo>
                <a:lnTo>
                  <a:pt x="1163824" y="759349"/>
                </a:lnTo>
                <a:lnTo>
                  <a:pt x="1086040" y="776941"/>
                </a:lnTo>
                <a:lnTo>
                  <a:pt x="1062420" y="700787"/>
                </a:lnTo>
                <a:lnTo>
                  <a:pt x="1038800" y="776941"/>
                </a:lnTo>
                <a:close/>
                <a:moveTo>
                  <a:pt x="2027427" y="1425438"/>
                </a:moveTo>
                <a:lnTo>
                  <a:pt x="2052106" y="1425438"/>
                </a:lnTo>
                <a:lnTo>
                  <a:pt x="2052106" y="1389030"/>
                </a:lnTo>
                <a:cubicBezTo>
                  <a:pt x="2052106" y="1389030"/>
                  <a:pt x="2020422" y="1382514"/>
                  <a:pt x="2020422" y="1349446"/>
                </a:cubicBezTo>
                <a:lnTo>
                  <a:pt x="2020178" y="1349446"/>
                </a:lnTo>
                <a:lnTo>
                  <a:pt x="2018467" y="1317681"/>
                </a:lnTo>
                <a:lnTo>
                  <a:pt x="2049011" y="1292920"/>
                </a:lnTo>
                <a:lnTo>
                  <a:pt x="2055119" y="1227517"/>
                </a:lnTo>
                <a:lnTo>
                  <a:pt x="2010485" y="1227517"/>
                </a:lnTo>
                <a:lnTo>
                  <a:pt x="2004702" y="1273861"/>
                </a:lnTo>
                <a:lnTo>
                  <a:pt x="1961535" y="1273861"/>
                </a:lnTo>
                <a:lnTo>
                  <a:pt x="1955182" y="1227517"/>
                </a:lnTo>
                <a:lnTo>
                  <a:pt x="1930584" y="1227517"/>
                </a:lnTo>
                <a:lnTo>
                  <a:pt x="1905905" y="1227517"/>
                </a:lnTo>
                <a:lnTo>
                  <a:pt x="1899552" y="1273861"/>
                </a:lnTo>
                <a:lnTo>
                  <a:pt x="1856384" y="1273861"/>
                </a:lnTo>
                <a:lnTo>
                  <a:pt x="1850601" y="1227517"/>
                </a:lnTo>
                <a:lnTo>
                  <a:pt x="1805967" y="1227517"/>
                </a:lnTo>
                <a:lnTo>
                  <a:pt x="1812076" y="1292920"/>
                </a:lnTo>
                <a:lnTo>
                  <a:pt x="1842619" y="1317681"/>
                </a:lnTo>
                <a:lnTo>
                  <a:pt x="1840827" y="1349446"/>
                </a:lnTo>
                <a:lnTo>
                  <a:pt x="1840664" y="1349446"/>
                </a:lnTo>
                <a:cubicBezTo>
                  <a:pt x="1840664" y="1382514"/>
                  <a:pt x="1808899" y="1389030"/>
                  <a:pt x="1808899" y="1389030"/>
                </a:cubicBezTo>
                <a:lnTo>
                  <a:pt x="1808899" y="1425438"/>
                </a:lnTo>
                <a:lnTo>
                  <a:pt x="1833578" y="1425438"/>
                </a:lnTo>
                <a:cubicBezTo>
                  <a:pt x="1832519" y="1548263"/>
                  <a:pt x="1771514" y="1725821"/>
                  <a:pt x="1771514" y="1859153"/>
                </a:cubicBezTo>
                <a:lnTo>
                  <a:pt x="1930584" y="1859153"/>
                </a:lnTo>
                <a:lnTo>
                  <a:pt x="2089654" y="1859153"/>
                </a:lnTo>
                <a:cubicBezTo>
                  <a:pt x="2089491" y="1725740"/>
                  <a:pt x="2028486" y="1548263"/>
                  <a:pt x="2027427" y="1425438"/>
                </a:cubicBezTo>
                <a:moveTo>
                  <a:pt x="2029626" y="1184838"/>
                </a:moveTo>
                <a:lnTo>
                  <a:pt x="2029626" y="1163498"/>
                </a:lnTo>
                <a:cubicBezTo>
                  <a:pt x="2029626" y="1102248"/>
                  <a:pt x="1984584" y="1063967"/>
                  <a:pt x="1930421" y="1063967"/>
                </a:cubicBezTo>
                <a:cubicBezTo>
                  <a:pt x="1876257" y="1063967"/>
                  <a:pt x="1831216" y="1102248"/>
                  <a:pt x="1831216" y="1163498"/>
                </a:cubicBezTo>
                <a:lnTo>
                  <a:pt x="1831216" y="1184838"/>
                </a:lnTo>
                <a:lnTo>
                  <a:pt x="2029626" y="1184838"/>
                </a:lnTo>
                <a:close/>
                <a:moveTo>
                  <a:pt x="1030899" y="1425438"/>
                </a:moveTo>
                <a:lnTo>
                  <a:pt x="1055578" y="1425438"/>
                </a:lnTo>
                <a:lnTo>
                  <a:pt x="1055578" y="1389030"/>
                </a:lnTo>
                <a:cubicBezTo>
                  <a:pt x="1055578" y="1389030"/>
                  <a:pt x="1023813" y="1382514"/>
                  <a:pt x="1023813" y="1349446"/>
                </a:cubicBezTo>
                <a:lnTo>
                  <a:pt x="1023650" y="1349446"/>
                </a:lnTo>
                <a:lnTo>
                  <a:pt x="1021858" y="1317681"/>
                </a:lnTo>
                <a:lnTo>
                  <a:pt x="1052402" y="1292920"/>
                </a:lnTo>
                <a:lnTo>
                  <a:pt x="1058510" y="1227517"/>
                </a:lnTo>
                <a:lnTo>
                  <a:pt x="1013876" y="1227517"/>
                </a:lnTo>
                <a:lnTo>
                  <a:pt x="1008093" y="1273861"/>
                </a:lnTo>
                <a:lnTo>
                  <a:pt x="964925" y="1273861"/>
                </a:lnTo>
                <a:lnTo>
                  <a:pt x="958572" y="1227517"/>
                </a:lnTo>
                <a:lnTo>
                  <a:pt x="933893" y="1227517"/>
                </a:lnTo>
                <a:lnTo>
                  <a:pt x="909296" y="1227517"/>
                </a:lnTo>
                <a:lnTo>
                  <a:pt x="902943" y="1273861"/>
                </a:lnTo>
                <a:lnTo>
                  <a:pt x="859775" y="1273861"/>
                </a:lnTo>
                <a:lnTo>
                  <a:pt x="853992" y="1227517"/>
                </a:lnTo>
                <a:lnTo>
                  <a:pt x="809358" y="1227517"/>
                </a:lnTo>
                <a:lnTo>
                  <a:pt x="815385" y="1292920"/>
                </a:lnTo>
                <a:lnTo>
                  <a:pt x="845929" y="1317681"/>
                </a:lnTo>
                <a:lnTo>
                  <a:pt x="844137" y="1349446"/>
                </a:lnTo>
                <a:lnTo>
                  <a:pt x="843974" y="1349446"/>
                </a:lnTo>
                <a:cubicBezTo>
                  <a:pt x="843974" y="1382514"/>
                  <a:pt x="812209" y="1389030"/>
                  <a:pt x="812209" y="1389030"/>
                </a:cubicBezTo>
                <a:lnTo>
                  <a:pt x="812209" y="1425438"/>
                </a:lnTo>
                <a:lnTo>
                  <a:pt x="836888" y="1425438"/>
                </a:lnTo>
                <a:cubicBezTo>
                  <a:pt x="835829" y="1548263"/>
                  <a:pt x="774824" y="1725821"/>
                  <a:pt x="774824" y="1859153"/>
                </a:cubicBezTo>
                <a:lnTo>
                  <a:pt x="933812" y="1859153"/>
                </a:lnTo>
                <a:lnTo>
                  <a:pt x="1092882" y="1859153"/>
                </a:lnTo>
                <a:cubicBezTo>
                  <a:pt x="1092963" y="1725740"/>
                  <a:pt x="1031958" y="1548263"/>
                  <a:pt x="1030899" y="1425438"/>
                </a:cubicBezTo>
                <a:moveTo>
                  <a:pt x="1482289" y="622107"/>
                </a:moveTo>
                <a:cubicBezTo>
                  <a:pt x="1482289" y="594414"/>
                  <a:pt x="1459891" y="572016"/>
                  <a:pt x="1432198" y="572016"/>
                </a:cubicBezTo>
                <a:cubicBezTo>
                  <a:pt x="1404505" y="572016"/>
                  <a:pt x="1382107" y="594414"/>
                  <a:pt x="1382107" y="622107"/>
                </a:cubicBezTo>
                <a:cubicBezTo>
                  <a:pt x="1382107" y="649800"/>
                  <a:pt x="1404505" y="672198"/>
                  <a:pt x="1432198" y="672198"/>
                </a:cubicBezTo>
                <a:cubicBezTo>
                  <a:pt x="1459809" y="672198"/>
                  <a:pt x="1482289" y="649718"/>
                  <a:pt x="1482289" y="622107"/>
                </a:cubicBezTo>
                <a:moveTo>
                  <a:pt x="1636879" y="1314016"/>
                </a:moveTo>
                <a:lnTo>
                  <a:pt x="1227517" y="1314016"/>
                </a:lnTo>
                <a:lnTo>
                  <a:pt x="1227517" y="1375836"/>
                </a:lnTo>
                <a:cubicBezTo>
                  <a:pt x="1227517" y="1375836"/>
                  <a:pt x="1253010" y="1387157"/>
                  <a:pt x="1253010" y="1415501"/>
                </a:cubicBezTo>
                <a:cubicBezTo>
                  <a:pt x="1253010" y="1472189"/>
                  <a:pt x="1208865" y="1696907"/>
                  <a:pt x="1217336" y="1859072"/>
                </a:cubicBezTo>
                <a:lnTo>
                  <a:pt x="1359871" y="1859072"/>
                </a:lnTo>
                <a:lnTo>
                  <a:pt x="1370623" y="1705133"/>
                </a:lnTo>
                <a:cubicBezTo>
                  <a:pt x="1375347" y="1666282"/>
                  <a:pt x="1400351" y="1643558"/>
                  <a:pt x="1432117" y="1643558"/>
                </a:cubicBezTo>
                <a:cubicBezTo>
                  <a:pt x="1463963" y="1643558"/>
                  <a:pt x="1488886" y="1666201"/>
                  <a:pt x="1493610" y="1705133"/>
                </a:cubicBezTo>
                <a:lnTo>
                  <a:pt x="1504362" y="1859072"/>
                </a:lnTo>
                <a:lnTo>
                  <a:pt x="1646897" y="1859072"/>
                </a:lnTo>
                <a:cubicBezTo>
                  <a:pt x="1655368" y="1696907"/>
                  <a:pt x="1611223" y="1472271"/>
                  <a:pt x="1611223" y="1415501"/>
                </a:cubicBezTo>
                <a:cubicBezTo>
                  <a:pt x="1611223" y="1387157"/>
                  <a:pt x="1636716" y="1375836"/>
                  <a:pt x="1636716" y="1375836"/>
                </a:cubicBezTo>
                <a:lnTo>
                  <a:pt x="1636879" y="1314016"/>
                </a:lnTo>
                <a:moveTo>
                  <a:pt x="1033180" y="1184838"/>
                </a:moveTo>
                <a:lnTo>
                  <a:pt x="1033180" y="1163498"/>
                </a:lnTo>
                <a:cubicBezTo>
                  <a:pt x="1033180" y="1102248"/>
                  <a:pt x="988138" y="1063967"/>
                  <a:pt x="933975" y="1063967"/>
                </a:cubicBezTo>
                <a:cubicBezTo>
                  <a:pt x="879811" y="1063967"/>
                  <a:pt x="834770" y="1102248"/>
                  <a:pt x="834770" y="1163498"/>
                </a:cubicBezTo>
                <a:lnTo>
                  <a:pt x="834770" y="1184838"/>
                </a:lnTo>
                <a:lnTo>
                  <a:pt x="1033180" y="1184838"/>
                </a:lnTo>
                <a:close/>
                <a:moveTo>
                  <a:pt x="1588254" y="1265146"/>
                </a:moveTo>
                <a:cubicBezTo>
                  <a:pt x="1588254" y="1265146"/>
                  <a:pt x="1578236" y="1188340"/>
                  <a:pt x="1578236" y="1162846"/>
                </a:cubicBezTo>
                <a:cubicBezTo>
                  <a:pt x="1578236" y="1126032"/>
                  <a:pt x="1613585" y="1111860"/>
                  <a:pt x="1613585" y="1111860"/>
                </a:cubicBezTo>
                <a:lnTo>
                  <a:pt x="1617983" y="1029840"/>
                </a:lnTo>
                <a:lnTo>
                  <a:pt x="1550950" y="1029840"/>
                </a:lnTo>
                <a:lnTo>
                  <a:pt x="1544027" y="1081316"/>
                </a:lnTo>
                <a:lnTo>
                  <a:pt x="1484814" y="1081316"/>
                </a:lnTo>
                <a:lnTo>
                  <a:pt x="1477972" y="1029840"/>
                </a:lnTo>
                <a:lnTo>
                  <a:pt x="1386505" y="1029840"/>
                </a:lnTo>
                <a:lnTo>
                  <a:pt x="1379663" y="1081316"/>
                </a:lnTo>
                <a:lnTo>
                  <a:pt x="1320450" y="1081316"/>
                </a:lnTo>
                <a:lnTo>
                  <a:pt x="1313608" y="1029840"/>
                </a:lnTo>
                <a:lnTo>
                  <a:pt x="1246494" y="1029840"/>
                </a:lnTo>
                <a:lnTo>
                  <a:pt x="1250893" y="1111860"/>
                </a:lnTo>
                <a:cubicBezTo>
                  <a:pt x="1250893" y="1111860"/>
                  <a:pt x="1286241" y="1126032"/>
                  <a:pt x="1286241" y="1162846"/>
                </a:cubicBezTo>
                <a:cubicBezTo>
                  <a:pt x="1286241" y="1188340"/>
                  <a:pt x="1276223" y="1265146"/>
                  <a:pt x="1276223" y="1265146"/>
                </a:cubicBezTo>
                <a:lnTo>
                  <a:pt x="1588254" y="1265146"/>
                </a:lnTo>
                <a:close/>
                <a:moveTo>
                  <a:pt x="1795705" y="720009"/>
                </a:moveTo>
                <a:cubicBezTo>
                  <a:pt x="1768500" y="718543"/>
                  <a:pt x="1743577" y="728153"/>
                  <a:pt x="1724925" y="744688"/>
                </a:cubicBezTo>
                <a:cubicBezTo>
                  <a:pt x="1723622" y="745828"/>
                  <a:pt x="1724762" y="747945"/>
                  <a:pt x="1726473" y="747376"/>
                </a:cubicBezTo>
                <a:cubicBezTo>
                  <a:pt x="1738120" y="744036"/>
                  <a:pt x="1750908" y="743466"/>
                  <a:pt x="1764184" y="746642"/>
                </a:cubicBezTo>
                <a:cubicBezTo>
                  <a:pt x="1792284" y="753403"/>
                  <a:pt x="1814275" y="776941"/>
                  <a:pt x="1818917" y="805448"/>
                </a:cubicBezTo>
                <a:cubicBezTo>
                  <a:pt x="1826411" y="851386"/>
                  <a:pt x="1791143" y="891133"/>
                  <a:pt x="1746591" y="891133"/>
                </a:cubicBezTo>
                <a:cubicBezTo>
                  <a:pt x="1739586" y="891133"/>
                  <a:pt x="1732826" y="890155"/>
                  <a:pt x="1726392" y="888282"/>
                </a:cubicBezTo>
                <a:cubicBezTo>
                  <a:pt x="1724762" y="887793"/>
                  <a:pt x="1723704" y="889911"/>
                  <a:pt x="1724925" y="891051"/>
                </a:cubicBezTo>
                <a:cubicBezTo>
                  <a:pt x="1742274" y="906527"/>
                  <a:pt x="1765080" y="915893"/>
                  <a:pt x="1790085" y="915893"/>
                </a:cubicBezTo>
                <a:cubicBezTo>
                  <a:pt x="1845796" y="915893"/>
                  <a:pt x="1890593" y="869467"/>
                  <a:pt x="1887986" y="813186"/>
                </a:cubicBezTo>
                <a:cubicBezTo>
                  <a:pt x="1885787" y="763665"/>
                  <a:pt x="1845225" y="722778"/>
                  <a:pt x="1795705" y="720009"/>
                </a:cubicBezTo>
                <a:moveTo>
                  <a:pt x="1583041" y="967450"/>
                </a:moveTo>
                <a:lnTo>
                  <a:pt x="1583041" y="981948"/>
                </a:lnTo>
                <a:lnTo>
                  <a:pt x="1281273" y="981948"/>
                </a:lnTo>
                <a:lnTo>
                  <a:pt x="1281273" y="967450"/>
                </a:lnTo>
                <a:cubicBezTo>
                  <a:pt x="1281273" y="932509"/>
                  <a:pt x="1432198" y="702416"/>
                  <a:pt x="1432198" y="702416"/>
                </a:cubicBezTo>
                <a:cubicBezTo>
                  <a:pt x="1432198" y="702416"/>
                  <a:pt x="1583041" y="932509"/>
                  <a:pt x="1583041" y="967450"/>
                </a:cubicBezTo>
                <a:close/>
              </a:path>
            </a:pathLst>
          </a:custGeom>
          <a:solidFill>
            <a:schemeClr val="bg1"/>
          </a:solidFill>
          <a:ln w="8132" cap="flat">
            <a:noFill/>
            <a:prstDash val="solid"/>
            <a:miter/>
          </a:ln>
        </p:spPr>
        <p:txBody>
          <a:bodyPr rtlCol="0" anchor="ctr"/>
          <a:lstStyle/>
          <a:p>
            <a:endParaRPr lang="da-DK" sz="570" dirty="0"/>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bg1"/>
                </a:solidFill>
              </a:defRPr>
            </a:lvl1pPr>
          </a:lstStyle>
          <a:p>
            <a:r>
              <a:rPr lang="da-DK" dirty="0"/>
              <a:t>Indsæt titel</a:t>
            </a:r>
          </a:p>
        </p:txBody>
      </p:sp>
      <p:sp>
        <p:nvSpPr>
          <p:cNvPr id="17" name="Subtitle 2">
            <a:extLst>
              <a:ext uri="{FF2B5EF4-FFF2-40B4-BE49-F238E27FC236}">
                <a16:creationId xmlns:a16="http://schemas.microsoft.com/office/drawing/2014/main" id="{E36C0DBC-4EC9-4A4E-8DE4-952D9F7BE20A}"/>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bg1"/>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22" name="Text Placeholder 7">
            <a:extLst>
              <a:ext uri="{FF2B5EF4-FFF2-40B4-BE49-F238E27FC236}">
                <a16:creationId xmlns:a16="http://schemas.microsoft.com/office/drawing/2014/main" id="{7EDA8D41-2335-493A-8246-8171A76F0F89}"/>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D4E101DD-89B2-4D7B-8F47-835181F42AA3}"/>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BB051B12-C82D-41E9-8581-101213AFDC33}"/>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Date_GeneralDate">
            <a:extLst>
              <a:ext uri="{FF2B5EF4-FFF2-40B4-BE49-F238E27FC236}">
                <a16:creationId xmlns:a16="http://schemas.microsoft.com/office/drawing/2014/main" id="{9F675B9B-6B60-40BB-A625-D8A4968CE8BB}"/>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B4395921-6CE7-4AEF-AD74-151370579AF9}"/>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0265C43A-BA01-438A-9586-5E7993AD1CD6}"/>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529654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rside mørk/ly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0CBCA9-7183-4B91-A84F-18C0F7795F42}"/>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solidFill>
                <a:schemeClr val="bg2"/>
              </a:solidFill>
            </a:endParaRPr>
          </a:p>
        </p:txBody>
      </p:sp>
      <p:sp>
        <p:nvSpPr>
          <p:cNvPr id="15" name="Graphic 7">
            <a:extLst>
              <a:ext uri="{FF2B5EF4-FFF2-40B4-BE49-F238E27FC236}">
                <a16:creationId xmlns:a16="http://schemas.microsoft.com/office/drawing/2014/main" id="{A2506A83-7F56-4B42-B699-2119B672DFA1}"/>
              </a:ext>
            </a:extLst>
          </p:cNvPr>
          <p:cNvSpPr/>
          <p:nvPr/>
        </p:nvSpPr>
        <p:spPr>
          <a:xfrm>
            <a:off x="10442659" y="5068884"/>
            <a:ext cx="1026802" cy="1069115"/>
          </a:xfrm>
          <a:custGeom>
            <a:avLst/>
            <a:gdLst>
              <a:gd name="connsiteX0" fmla="*/ 1894258 w 2964740"/>
              <a:gd name="connsiteY0" fmla="*/ 2907646 h 3086914"/>
              <a:gd name="connsiteX1" fmla="*/ 1781451 w 2964740"/>
              <a:gd name="connsiteY1" fmla="*/ 2940795 h 3086914"/>
              <a:gd name="connsiteX2" fmla="*/ 1810447 w 2964740"/>
              <a:gd name="connsiteY2" fmla="*/ 3043421 h 3086914"/>
              <a:gd name="connsiteX3" fmla="*/ 1750745 w 2964740"/>
              <a:gd name="connsiteY3" fmla="*/ 3061014 h 3086914"/>
              <a:gd name="connsiteX4" fmla="*/ 1682328 w 2964740"/>
              <a:gd name="connsiteY4" fmla="*/ 2813898 h 3086914"/>
              <a:gd name="connsiteX5" fmla="*/ 1740727 w 2964740"/>
              <a:gd name="connsiteY5" fmla="*/ 2796712 h 3086914"/>
              <a:gd name="connsiteX6" fmla="*/ 1767767 w 2964740"/>
              <a:gd name="connsiteY6" fmla="*/ 2892170 h 3086914"/>
              <a:gd name="connsiteX7" fmla="*/ 1879515 w 2964740"/>
              <a:gd name="connsiteY7" fmla="*/ 2859347 h 3086914"/>
              <a:gd name="connsiteX8" fmla="*/ 1850357 w 2964740"/>
              <a:gd name="connsiteY8" fmla="*/ 2764458 h 3086914"/>
              <a:gd name="connsiteX9" fmla="*/ 1908430 w 2964740"/>
              <a:gd name="connsiteY9" fmla="*/ 2747354 h 3086914"/>
              <a:gd name="connsiteX10" fmla="*/ 1984992 w 2964740"/>
              <a:gd name="connsiteY10" fmla="*/ 2992108 h 3086914"/>
              <a:gd name="connsiteX11" fmla="*/ 1925616 w 2964740"/>
              <a:gd name="connsiteY11" fmla="*/ 3009619 h 3086914"/>
              <a:gd name="connsiteX12" fmla="*/ 1894258 w 2964740"/>
              <a:gd name="connsiteY12" fmla="*/ 2907646 h 3086914"/>
              <a:gd name="connsiteX13" fmla="*/ 2725688 w 2964740"/>
              <a:gd name="connsiteY13" fmla="*/ 960446 h 3086914"/>
              <a:gd name="connsiteX14" fmla="*/ 2614266 w 2964740"/>
              <a:gd name="connsiteY14" fmla="*/ 926237 h 3086914"/>
              <a:gd name="connsiteX15" fmla="*/ 2649452 w 2964740"/>
              <a:gd name="connsiteY15" fmla="*/ 814815 h 3086914"/>
              <a:gd name="connsiteX16" fmla="*/ 2761037 w 2964740"/>
              <a:gd name="connsiteY16" fmla="*/ 849431 h 3086914"/>
              <a:gd name="connsiteX17" fmla="*/ 2725688 w 2964740"/>
              <a:gd name="connsiteY17" fmla="*/ 960446 h 3086914"/>
              <a:gd name="connsiteX18" fmla="*/ 2810558 w 2964740"/>
              <a:gd name="connsiteY18" fmla="*/ 823449 h 3086914"/>
              <a:gd name="connsiteX19" fmla="*/ 2621678 w 2964740"/>
              <a:gd name="connsiteY19" fmla="*/ 761873 h 3086914"/>
              <a:gd name="connsiteX20" fmla="*/ 2564664 w 2964740"/>
              <a:gd name="connsiteY20" fmla="*/ 952220 h 3086914"/>
              <a:gd name="connsiteX21" fmla="*/ 2753544 w 2964740"/>
              <a:gd name="connsiteY21" fmla="*/ 1013795 h 3086914"/>
              <a:gd name="connsiteX22" fmla="*/ 2810558 w 2964740"/>
              <a:gd name="connsiteY22" fmla="*/ 823449 h 3086914"/>
              <a:gd name="connsiteX23" fmla="*/ 1727043 w 2964740"/>
              <a:gd name="connsiteY23" fmla="*/ 133332 h 3086914"/>
              <a:gd name="connsiteX24" fmla="*/ 1707169 w 2964740"/>
              <a:gd name="connsiteY24" fmla="*/ 280592 h 3086914"/>
              <a:gd name="connsiteX25" fmla="*/ 1646816 w 2964740"/>
              <a:gd name="connsiteY25" fmla="*/ 272365 h 3086914"/>
              <a:gd name="connsiteX26" fmla="*/ 1663594 w 2964740"/>
              <a:gd name="connsiteY26" fmla="*/ 138300 h 3086914"/>
              <a:gd name="connsiteX27" fmla="*/ 1617006 w 2964740"/>
              <a:gd name="connsiteY27" fmla="*/ 58969 h 3086914"/>
              <a:gd name="connsiteX28" fmla="*/ 1551602 w 2964740"/>
              <a:gd name="connsiteY28" fmla="*/ 124210 h 3086914"/>
              <a:gd name="connsiteX29" fmla="*/ 1534824 w 2964740"/>
              <a:gd name="connsiteY29" fmla="*/ 258274 h 3086914"/>
              <a:gd name="connsiteX30" fmla="*/ 1474389 w 2964740"/>
              <a:gd name="connsiteY30" fmla="*/ 251433 h 3086914"/>
              <a:gd name="connsiteX31" fmla="*/ 1491249 w 2964740"/>
              <a:gd name="connsiteY31" fmla="*/ 104906 h 3086914"/>
              <a:gd name="connsiteX32" fmla="*/ 1623929 w 2964740"/>
              <a:gd name="connsiteY32" fmla="*/ 3014 h 3086914"/>
              <a:gd name="connsiteX33" fmla="*/ 1727043 w 2964740"/>
              <a:gd name="connsiteY33" fmla="*/ 133332 h 3086914"/>
              <a:gd name="connsiteX34" fmla="*/ 1289662 w 2964740"/>
              <a:gd name="connsiteY34" fmla="*/ 2830106 h 3086914"/>
              <a:gd name="connsiteX35" fmla="*/ 1344477 w 2964740"/>
              <a:gd name="connsiteY35" fmla="*/ 2831165 h 3086914"/>
              <a:gd name="connsiteX36" fmla="*/ 1474226 w 2964740"/>
              <a:gd name="connsiteY36" fmla="*/ 2988687 h 3086914"/>
              <a:gd name="connsiteX37" fmla="*/ 1473574 w 2964740"/>
              <a:gd name="connsiteY37" fmla="*/ 2833038 h 3086914"/>
              <a:gd name="connsiteX38" fmla="*/ 1533357 w 2964740"/>
              <a:gd name="connsiteY38" fmla="*/ 2834016 h 3086914"/>
              <a:gd name="connsiteX39" fmla="*/ 1533439 w 2964740"/>
              <a:gd name="connsiteY39" fmla="*/ 3090336 h 3086914"/>
              <a:gd name="connsiteX40" fmla="*/ 1473981 w 2964740"/>
              <a:gd name="connsiteY40" fmla="*/ 3089440 h 3086914"/>
              <a:gd name="connsiteX41" fmla="*/ 1473900 w 2964740"/>
              <a:gd name="connsiteY41" fmla="*/ 3083250 h 3086914"/>
              <a:gd name="connsiteX42" fmla="*/ 1459239 w 2964740"/>
              <a:gd name="connsiteY42" fmla="*/ 3051647 h 3086914"/>
              <a:gd name="connsiteX43" fmla="*/ 1345699 w 2964740"/>
              <a:gd name="connsiteY43" fmla="*/ 2912858 h 3086914"/>
              <a:gd name="connsiteX44" fmla="*/ 1341708 w 2964740"/>
              <a:gd name="connsiteY44" fmla="*/ 3087485 h 3086914"/>
              <a:gd name="connsiteX45" fmla="*/ 1281273 w 2964740"/>
              <a:gd name="connsiteY45" fmla="*/ 3086507 h 3086914"/>
              <a:gd name="connsiteX46" fmla="*/ 1289662 w 2964740"/>
              <a:gd name="connsiteY46" fmla="*/ 2830106 h 3086914"/>
              <a:gd name="connsiteX47" fmla="*/ 1926593 w 2964740"/>
              <a:gd name="connsiteY47" fmla="*/ 75177 h 3086914"/>
              <a:gd name="connsiteX48" fmla="*/ 1983281 w 2964740"/>
              <a:gd name="connsiteY48" fmla="*/ 95458 h 3086914"/>
              <a:gd name="connsiteX49" fmla="*/ 1936693 w 2964740"/>
              <a:gd name="connsiteY49" fmla="*/ 258274 h 3086914"/>
              <a:gd name="connsiteX50" fmla="*/ 2065626 w 2964740"/>
              <a:gd name="connsiteY50" fmla="*/ 137975 h 3086914"/>
              <a:gd name="connsiteX51" fmla="*/ 2099916 w 2964740"/>
              <a:gd name="connsiteY51" fmla="*/ 153857 h 3086914"/>
              <a:gd name="connsiteX52" fmla="*/ 2091690 w 2964740"/>
              <a:gd name="connsiteY52" fmla="*/ 329950 h 3086914"/>
              <a:gd name="connsiteX53" fmla="*/ 2184949 w 2964740"/>
              <a:gd name="connsiteY53" fmla="*/ 189369 h 3086914"/>
              <a:gd name="connsiteX54" fmla="*/ 2237565 w 2964740"/>
              <a:gd name="connsiteY54" fmla="*/ 219994 h 3086914"/>
              <a:gd name="connsiteX55" fmla="*/ 2089979 w 2964740"/>
              <a:gd name="connsiteY55" fmla="*/ 428829 h 3086914"/>
              <a:gd name="connsiteX56" fmla="*/ 2035816 w 2964740"/>
              <a:gd name="connsiteY56" fmla="*/ 403742 h 3086914"/>
              <a:gd name="connsiteX57" fmla="*/ 2043065 w 2964740"/>
              <a:gd name="connsiteY57" fmla="*/ 232700 h 3086914"/>
              <a:gd name="connsiteX58" fmla="*/ 1915760 w 2964740"/>
              <a:gd name="connsiteY58" fmla="*/ 348194 h 3086914"/>
              <a:gd name="connsiteX59" fmla="*/ 1860538 w 2964740"/>
              <a:gd name="connsiteY59" fmla="*/ 322701 h 3086914"/>
              <a:gd name="connsiteX60" fmla="*/ 1926593 w 2964740"/>
              <a:gd name="connsiteY60" fmla="*/ 75177 h 3086914"/>
              <a:gd name="connsiteX61" fmla="*/ 2387594 w 2964740"/>
              <a:gd name="connsiteY61" fmla="*/ 324085 h 3086914"/>
              <a:gd name="connsiteX62" fmla="*/ 2434183 w 2964740"/>
              <a:gd name="connsiteY62" fmla="*/ 362122 h 3086914"/>
              <a:gd name="connsiteX63" fmla="*/ 2336281 w 2964740"/>
              <a:gd name="connsiteY63" fmla="*/ 498875 h 3086914"/>
              <a:gd name="connsiteX64" fmla="*/ 2498120 w 2964740"/>
              <a:gd name="connsiteY64" fmla="*/ 428910 h 3086914"/>
              <a:gd name="connsiteX65" fmla="*/ 2525080 w 2964740"/>
              <a:gd name="connsiteY65" fmla="*/ 455299 h 3086914"/>
              <a:gd name="connsiteX66" fmla="*/ 2458210 w 2964740"/>
              <a:gd name="connsiteY66" fmla="*/ 618360 h 3086914"/>
              <a:gd name="connsiteX67" fmla="*/ 2592927 w 2964740"/>
              <a:gd name="connsiteY67" fmla="*/ 517527 h 3086914"/>
              <a:gd name="connsiteX68" fmla="*/ 2632348 w 2964740"/>
              <a:gd name="connsiteY68" fmla="*/ 563871 h 3086914"/>
              <a:gd name="connsiteX69" fmla="*/ 2423269 w 2964740"/>
              <a:gd name="connsiteY69" fmla="*/ 710886 h 3086914"/>
              <a:gd name="connsiteX70" fmla="*/ 2380671 w 2964740"/>
              <a:gd name="connsiteY70" fmla="*/ 669021 h 3086914"/>
              <a:gd name="connsiteX71" fmla="*/ 2444934 w 2964740"/>
              <a:gd name="connsiteY71" fmla="*/ 510359 h 3086914"/>
              <a:gd name="connsiteX72" fmla="*/ 2286271 w 2964740"/>
              <a:gd name="connsiteY72" fmla="*/ 576414 h 3086914"/>
              <a:gd name="connsiteX73" fmla="*/ 2242859 w 2964740"/>
              <a:gd name="connsiteY73" fmla="*/ 533816 h 3086914"/>
              <a:gd name="connsiteX74" fmla="*/ 2387594 w 2964740"/>
              <a:gd name="connsiteY74" fmla="*/ 324085 h 3086914"/>
              <a:gd name="connsiteX75" fmla="*/ 405208 w 2964740"/>
              <a:gd name="connsiteY75" fmla="*/ 2548456 h 3086914"/>
              <a:gd name="connsiteX76" fmla="*/ 293298 w 2964740"/>
              <a:gd name="connsiteY76" fmla="*/ 2515876 h 3086914"/>
              <a:gd name="connsiteX77" fmla="*/ 287026 w 2964740"/>
              <a:gd name="connsiteY77" fmla="*/ 2500971 h 3086914"/>
              <a:gd name="connsiteX78" fmla="*/ 448458 w 2964740"/>
              <a:gd name="connsiteY78" fmla="*/ 2484355 h 3086914"/>
              <a:gd name="connsiteX79" fmla="*/ 405208 w 2964740"/>
              <a:gd name="connsiteY79" fmla="*/ 2548456 h 3086914"/>
              <a:gd name="connsiteX80" fmla="*/ 326773 w 2964740"/>
              <a:gd name="connsiteY80" fmla="*/ 2403884 h 3086914"/>
              <a:gd name="connsiteX81" fmla="*/ 438847 w 2964740"/>
              <a:gd name="connsiteY81" fmla="*/ 2436870 h 3086914"/>
              <a:gd name="connsiteX82" fmla="*/ 444548 w 2964740"/>
              <a:gd name="connsiteY82" fmla="*/ 2450228 h 3086914"/>
              <a:gd name="connsiteX83" fmla="*/ 283687 w 2964740"/>
              <a:gd name="connsiteY83" fmla="*/ 2466925 h 3086914"/>
              <a:gd name="connsiteX84" fmla="*/ 326773 w 2964740"/>
              <a:gd name="connsiteY84" fmla="*/ 2403884 h 3086914"/>
              <a:gd name="connsiteX85" fmla="*/ 541147 w 2964740"/>
              <a:gd name="connsiteY85" fmla="*/ 2474826 h 3086914"/>
              <a:gd name="connsiteX86" fmla="*/ 537482 w 2964740"/>
              <a:gd name="connsiteY86" fmla="*/ 2440617 h 3086914"/>
              <a:gd name="connsiteX87" fmla="*/ 501563 w 2964740"/>
              <a:gd name="connsiteY87" fmla="*/ 2444364 h 3086914"/>
              <a:gd name="connsiteX88" fmla="*/ 488042 w 2964740"/>
              <a:gd name="connsiteY88" fmla="*/ 2410237 h 3086914"/>
              <a:gd name="connsiteX89" fmla="*/ 298266 w 2964740"/>
              <a:gd name="connsiteY89" fmla="*/ 2351512 h 3086914"/>
              <a:gd name="connsiteX90" fmla="*/ 225858 w 2964740"/>
              <a:gd name="connsiteY90" fmla="*/ 2473034 h 3086914"/>
              <a:gd name="connsiteX91" fmla="*/ 189043 w 2964740"/>
              <a:gd name="connsiteY91" fmla="*/ 2476862 h 3086914"/>
              <a:gd name="connsiteX92" fmla="*/ 193767 w 2964740"/>
              <a:gd name="connsiteY92" fmla="*/ 2510663 h 3086914"/>
              <a:gd name="connsiteX93" fmla="*/ 230175 w 2964740"/>
              <a:gd name="connsiteY93" fmla="*/ 2506917 h 3086914"/>
              <a:gd name="connsiteX94" fmla="*/ 244021 w 2964740"/>
              <a:gd name="connsiteY94" fmla="*/ 2542592 h 3086914"/>
              <a:gd name="connsiteX95" fmla="*/ 433797 w 2964740"/>
              <a:gd name="connsiteY95" fmla="*/ 2601397 h 3086914"/>
              <a:gd name="connsiteX96" fmla="*/ 506205 w 2964740"/>
              <a:gd name="connsiteY96" fmla="*/ 2478491 h 3086914"/>
              <a:gd name="connsiteX97" fmla="*/ 541147 w 2964740"/>
              <a:gd name="connsiteY97" fmla="*/ 2474826 h 3086914"/>
              <a:gd name="connsiteX98" fmla="*/ 2267620 w 2964740"/>
              <a:gd name="connsiteY98" fmla="*/ 2527605 h 3086914"/>
              <a:gd name="connsiteX99" fmla="*/ 2316896 w 2964740"/>
              <a:gd name="connsiteY99" fmla="*/ 2483460 h 3086914"/>
              <a:gd name="connsiteX100" fmla="*/ 2507324 w 2964740"/>
              <a:gd name="connsiteY100" fmla="*/ 2557334 h 3086914"/>
              <a:gd name="connsiteX101" fmla="*/ 2423187 w 2964740"/>
              <a:gd name="connsiteY101" fmla="*/ 2370734 h 3086914"/>
              <a:gd name="connsiteX102" fmla="*/ 2463667 w 2964740"/>
              <a:gd name="connsiteY102" fmla="*/ 2319584 h 3086914"/>
              <a:gd name="connsiteX103" fmla="*/ 2581605 w 2964740"/>
              <a:gd name="connsiteY103" fmla="*/ 2583071 h 3086914"/>
              <a:gd name="connsiteX104" fmla="*/ 2537379 w 2964740"/>
              <a:gd name="connsiteY104" fmla="*/ 2629986 h 3086914"/>
              <a:gd name="connsiteX105" fmla="*/ 2267620 w 2964740"/>
              <a:gd name="connsiteY105" fmla="*/ 2527605 h 3086914"/>
              <a:gd name="connsiteX106" fmla="*/ 1337229 w 2964740"/>
              <a:gd name="connsiteY106" fmla="*/ 253632 h 3086914"/>
              <a:gd name="connsiteX107" fmla="*/ 1283065 w 2964740"/>
              <a:gd name="connsiteY107" fmla="*/ 262591 h 3086914"/>
              <a:gd name="connsiteX108" fmla="*/ 1126764 w 2964740"/>
              <a:gd name="connsiteY108" fmla="*/ 131377 h 3086914"/>
              <a:gd name="connsiteX109" fmla="*/ 1155842 w 2964740"/>
              <a:gd name="connsiteY109" fmla="*/ 284257 h 3086914"/>
              <a:gd name="connsiteX110" fmla="*/ 1096873 w 2964740"/>
              <a:gd name="connsiteY110" fmla="*/ 294194 h 3086914"/>
              <a:gd name="connsiteX111" fmla="*/ 1049877 w 2964740"/>
              <a:gd name="connsiteY111" fmla="*/ 42190 h 3086914"/>
              <a:gd name="connsiteX112" fmla="*/ 1108520 w 2964740"/>
              <a:gd name="connsiteY112" fmla="*/ 32254 h 3086914"/>
              <a:gd name="connsiteX113" fmla="*/ 1109742 w 2964740"/>
              <a:gd name="connsiteY113" fmla="*/ 38362 h 3086914"/>
              <a:gd name="connsiteX114" fmla="*/ 1129941 w 2964740"/>
              <a:gd name="connsiteY114" fmla="*/ 66788 h 3086914"/>
              <a:gd name="connsiteX115" fmla="*/ 1266938 w 2964740"/>
              <a:gd name="connsiteY115" fmla="*/ 182527 h 3086914"/>
              <a:gd name="connsiteX116" fmla="*/ 1238920 w 2964740"/>
              <a:gd name="connsiteY116" fmla="*/ 10100 h 3086914"/>
              <a:gd name="connsiteX117" fmla="*/ 1298540 w 2964740"/>
              <a:gd name="connsiteY117" fmla="*/ 0 h 3086914"/>
              <a:gd name="connsiteX118" fmla="*/ 1337229 w 2964740"/>
              <a:gd name="connsiteY118" fmla="*/ 253632 h 3086914"/>
              <a:gd name="connsiteX119" fmla="*/ 2523858 w 2964740"/>
              <a:gd name="connsiteY119" fmla="*/ 2233086 h 3086914"/>
              <a:gd name="connsiteX120" fmla="*/ 2548700 w 2964740"/>
              <a:gd name="connsiteY120" fmla="*/ 2184135 h 3086914"/>
              <a:gd name="connsiteX121" fmla="*/ 2747028 w 2964740"/>
              <a:gd name="connsiteY121" fmla="*/ 2135998 h 3086914"/>
              <a:gd name="connsiteX122" fmla="*/ 2606691 w 2964740"/>
              <a:gd name="connsiteY122" fmla="*/ 2068803 h 3086914"/>
              <a:gd name="connsiteX123" fmla="*/ 2633651 w 2964740"/>
              <a:gd name="connsiteY123" fmla="*/ 2015454 h 3086914"/>
              <a:gd name="connsiteX124" fmla="*/ 2864477 w 2964740"/>
              <a:gd name="connsiteY124" fmla="*/ 2127039 h 3086914"/>
              <a:gd name="connsiteX125" fmla="*/ 2837762 w 2964740"/>
              <a:gd name="connsiteY125" fmla="*/ 2180144 h 3086914"/>
              <a:gd name="connsiteX126" fmla="*/ 2832142 w 2964740"/>
              <a:gd name="connsiteY126" fmla="*/ 2177456 h 3086914"/>
              <a:gd name="connsiteX127" fmla="*/ 2797363 w 2964740"/>
              <a:gd name="connsiteY127" fmla="*/ 2176886 h 3086914"/>
              <a:gd name="connsiteX128" fmla="*/ 2622981 w 2964740"/>
              <a:gd name="connsiteY128" fmla="*/ 2218587 h 3086914"/>
              <a:gd name="connsiteX129" fmla="*/ 2778467 w 2964740"/>
              <a:gd name="connsiteY129" fmla="*/ 2298245 h 3086914"/>
              <a:gd name="connsiteX130" fmla="*/ 2751263 w 2964740"/>
              <a:gd name="connsiteY130" fmla="*/ 2352245 h 3086914"/>
              <a:gd name="connsiteX131" fmla="*/ 2523858 w 2964740"/>
              <a:gd name="connsiteY131" fmla="*/ 2233086 h 3086914"/>
              <a:gd name="connsiteX132" fmla="*/ 230989 w 2964740"/>
              <a:gd name="connsiteY132" fmla="*/ 2015454 h 3086914"/>
              <a:gd name="connsiteX133" fmla="*/ 257542 w 2964740"/>
              <a:gd name="connsiteY133" fmla="*/ 2070513 h 3086914"/>
              <a:gd name="connsiteX134" fmla="*/ 168436 w 2964740"/>
              <a:gd name="connsiteY134" fmla="*/ 2113437 h 3086914"/>
              <a:gd name="connsiteX135" fmla="*/ 298755 w 2964740"/>
              <a:gd name="connsiteY135" fmla="*/ 2155953 h 3086914"/>
              <a:gd name="connsiteX136" fmla="*/ 326936 w 2964740"/>
              <a:gd name="connsiteY136" fmla="*/ 2214352 h 3086914"/>
              <a:gd name="connsiteX137" fmla="*/ 173894 w 2964740"/>
              <a:gd name="connsiteY137" fmla="*/ 2171021 h 3086914"/>
              <a:gd name="connsiteX138" fmla="*/ 101404 w 2964740"/>
              <a:gd name="connsiteY138" fmla="*/ 2336933 h 3086914"/>
              <a:gd name="connsiteX139" fmla="*/ 68336 w 2964740"/>
              <a:gd name="connsiteY139" fmla="*/ 2268353 h 3086914"/>
              <a:gd name="connsiteX140" fmla="*/ 128608 w 2964740"/>
              <a:gd name="connsiteY140" fmla="*/ 2132740 h 3086914"/>
              <a:gd name="connsiteX141" fmla="*/ 26634 w 2964740"/>
              <a:gd name="connsiteY141" fmla="*/ 2181935 h 3086914"/>
              <a:gd name="connsiteX142" fmla="*/ 0 w 2964740"/>
              <a:gd name="connsiteY142" fmla="*/ 2126876 h 3086914"/>
              <a:gd name="connsiteX143" fmla="*/ 230989 w 2964740"/>
              <a:gd name="connsiteY143" fmla="*/ 2015454 h 3086914"/>
              <a:gd name="connsiteX144" fmla="*/ 682542 w 2964740"/>
              <a:gd name="connsiteY144" fmla="*/ 2722349 h 3086914"/>
              <a:gd name="connsiteX145" fmla="*/ 731248 w 2964740"/>
              <a:gd name="connsiteY145" fmla="*/ 2719173 h 3086914"/>
              <a:gd name="connsiteX146" fmla="*/ 714959 w 2964740"/>
              <a:gd name="connsiteY146" fmla="*/ 2674783 h 3086914"/>
              <a:gd name="connsiteX147" fmla="*/ 681972 w 2964740"/>
              <a:gd name="connsiteY147" fmla="*/ 2652303 h 3086914"/>
              <a:gd name="connsiteX148" fmla="*/ 649555 w 2964740"/>
              <a:gd name="connsiteY148" fmla="*/ 2699869 h 3086914"/>
              <a:gd name="connsiteX149" fmla="*/ 682542 w 2964740"/>
              <a:gd name="connsiteY149" fmla="*/ 2722349 h 3086914"/>
              <a:gd name="connsiteX150" fmla="*/ 635465 w 2964740"/>
              <a:gd name="connsiteY150" fmla="*/ 2819273 h 3086914"/>
              <a:gd name="connsiteX151" fmla="*/ 686207 w 2964740"/>
              <a:gd name="connsiteY151" fmla="*/ 2815771 h 3086914"/>
              <a:gd name="connsiteX152" fmla="*/ 670162 w 2964740"/>
              <a:gd name="connsiteY152" fmla="*/ 2768449 h 3086914"/>
              <a:gd name="connsiteX153" fmla="*/ 624225 w 2964740"/>
              <a:gd name="connsiteY153" fmla="*/ 2737092 h 3086914"/>
              <a:gd name="connsiteX154" fmla="*/ 589527 w 2964740"/>
              <a:gd name="connsiteY154" fmla="*/ 2787916 h 3086914"/>
              <a:gd name="connsiteX155" fmla="*/ 635465 w 2964740"/>
              <a:gd name="connsiteY155" fmla="*/ 2819273 h 3086914"/>
              <a:gd name="connsiteX156" fmla="*/ 657456 w 2964740"/>
              <a:gd name="connsiteY156" fmla="*/ 2579732 h 3086914"/>
              <a:gd name="connsiteX157" fmla="*/ 741267 w 2964740"/>
              <a:gd name="connsiteY157" fmla="*/ 2636909 h 3086914"/>
              <a:gd name="connsiteX158" fmla="*/ 786226 w 2964740"/>
              <a:gd name="connsiteY158" fmla="*/ 2746458 h 3086914"/>
              <a:gd name="connsiteX159" fmla="*/ 727420 w 2964740"/>
              <a:gd name="connsiteY159" fmla="*/ 2771544 h 3086914"/>
              <a:gd name="connsiteX160" fmla="*/ 735158 w 2964740"/>
              <a:gd name="connsiteY160" fmla="*/ 2851771 h 3086914"/>
              <a:gd name="connsiteX161" fmla="*/ 609727 w 2964740"/>
              <a:gd name="connsiteY161" fmla="*/ 2857554 h 3086914"/>
              <a:gd name="connsiteX162" fmla="*/ 512884 w 2964740"/>
              <a:gd name="connsiteY162" fmla="*/ 2791499 h 3086914"/>
              <a:gd name="connsiteX163" fmla="*/ 657456 w 2964740"/>
              <a:gd name="connsiteY163" fmla="*/ 2579732 h 3086914"/>
              <a:gd name="connsiteX164" fmla="*/ 2886469 w 2964740"/>
              <a:gd name="connsiteY164" fmla="*/ 1944105 h 3086914"/>
              <a:gd name="connsiteX165" fmla="*/ 2857961 w 2964740"/>
              <a:gd name="connsiteY165" fmla="*/ 1893688 h 3086914"/>
              <a:gd name="connsiteX166" fmla="*/ 2907564 w 2964740"/>
              <a:gd name="connsiteY166" fmla="*/ 1831786 h 3086914"/>
              <a:gd name="connsiteX167" fmla="*/ 2887446 w 2964740"/>
              <a:gd name="connsiteY167" fmla="*/ 1784465 h 3086914"/>
              <a:gd name="connsiteX168" fmla="*/ 2842568 w 2964740"/>
              <a:gd name="connsiteY168" fmla="*/ 1829262 h 3086914"/>
              <a:gd name="connsiteX169" fmla="*/ 2743933 w 2964740"/>
              <a:gd name="connsiteY169" fmla="*/ 1905091 h 3086914"/>
              <a:gd name="connsiteX170" fmla="*/ 2685941 w 2964740"/>
              <a:gd name="connsiteY170" fmla="*/ 1792039 h 3086914"/>
              <a:gd name="connsiteX171" fmla="*/ 2745318 w 2964740"/>
              <a:gd name="connsiteY171" fmla="*/ 1701468 h 3086914"/>
              <a:gd name="connsiteX172" fmla="*/ 2772603 w 2964740"/>
              <a:gd name="connsiteY172" fmla="*/ 1750501 h 3086914"/>
              <a:gd name="connsiteX173" fmla="*/ 2735544 w 2964740"/>
              <a:gd name="connsiteY173" fmla="*/ 1803687 h 3086914"/>
              <a:gd name="connsiteX174" fmla="*/ 2751019 w 2964740"/>
              <a:gd name="connsiteY174" fmla="*/ 1846366 h 3086914"/>
              <a:gd name="connsiteX175" fmla="*/ 2792558 w 2964740"/>
              <a:gd name="connsiteY175" fmla="*/ 1804094 h 3086914"/>
              <a:gd name="connsiteX176" fmla="*/ 2894125 w 2964740"/>
              <a:gd name="connsiteY176" fmla="*/ 1725333 h 3086914"/>
              <a:gd name="connsiteX177" fmla="*/ 2957736 w 2964740"/>
              <a:gd name="connsiteY177" fmla="*/ 1843597 h 3086914"/>
              <a:gd name="connsiteX178" fmla="*/ 2886469 w 2964740"/>
              <a:gd name="connsiteY178" fmla="*/ 1944105 h 3086914"/>
              <a:gd name="connsiteX179" fmla="*/ 2714367 w 2964740"/>
              <a:gd name="connsiteY179" fmla="*/ 1367120 h 3086914"/>
              <a:gd name="connsiteX180" fmla="*/ 2701417 w 2964740"/>
              <a:gd name="connsiteY180" fmla="*/ 1307337 h 3086914"/>
              <a:gd name="connsiteX181" fmla="*/ 2798096 w 2964740"/>
              <a:gd name="connsiteY181" fmla="*/ 1286323 h 3086914"/>
              <a:gd name="connsiteX182" fmla="*/ 2681299 w 2964740"/>
              <a:gd name="connsiteY182" fmla="*/ 1214648 h 3086914"/>
              <a:gd name="connsiteX183" fmla="*/ 2667534 w 2964740"/>
              <a:gd name="connsiteY183" fmla="*/ 1151281 h 3086914"/>
              <a:gd name="connsiteX184" fmla="*/ 2806241 w 2964740"/>
              <a:gd name="connsiteY184" fmla="*/ 1229146 h 3086914"/>
              <a:gd name="connsiteX185" fmla="*/ 2915464 w 2964740"/>
              <a:gd name="connsiteY185" fmla="*/ 1084737 h 3086914"/>
              <a:gd name="connsiteX186" fmla="*/ 2931591 w 2964740"/>
              <a:gd name="connsiteY186" fmla="*/ 1159181 h 3086914"/>
              <a:gd name="connsiteX187" fmla="*/ 2841346 w 2964740"/>
              <a:gd name="connsiteY187" fmla="*/ 1276956 h 3086914"/>
              <a:gd name="connsiteX188" fmla="*/ 2951954 w 2964740"/>
              <a:gd name="connsiteY188" fmla="*/ 1252929 h 3086914"/>
              <a:gd name="connsiteX189" fmla="*/ 2964904 w 2964740"/>
              <a:gd name="connsiteY189" fmla="*/ 1312713 h 3086914"/>
              <a:gd name="connsiteX190" fmla="*/ 2714367 w 2964740"/>
              <a:gd name="connsiteY190" fmla="*/ 1367120 h 3086914"/>
              <a:gd name="connsiteX191" fmla="*/ 966717 w 2964740"/>
              <a:gd name="connsiteY191" fmla="*/ 338990 h 3086914"/>
              <a:gd name="connsiteX192" fmla="*/ 791521 w 2964740"/>
              <a:gd name="connsiteY192" fmla="*/ 421661 h 3086914"/>
              <a:gd name="connsiteX193" fmla="*/ 769774 w 2964740"/>
              <a:gd name="connsiteY193" fmla="*/ 375642 h 3086914"/>
              <a:gd name="connsiteX194" fmla="*/ 889667 w 2964740"/>
              <a:gd name="connsiteY194" fmla="*/ 319036 h 3086914"/>
              <a:gd name="connsiteX195" fmla="*/ 868409 w 2964740"/>
              <a:gd name="connsiteY195" fmla="*/ 273994 h 3086914"/>
              <a:gd name="connsiteX196" fmla="*/ 768308 w 2964740"/>
              <a:gd name="connsiteY196" fmla="*/ 321235 h 3086914"/>
              <a:gd name="connsiteX197" fmla="*/ 746642 w 2964740"/>
              <a:gd name="connsiteY197" fmla="*/ 275216 h 3086914"/>
              <a:gd name="connsiteX198" fmla="*/ 846662 w 2964740"/>
              <a:gd name="connsiteY198" fmla="*/ 227976 h 3086914"/>
              <a:gd name="connsiteX199" fmla="*/ 823693 w 2964740"/>
              <a:gd name="connsiteY199" fmla="*/ 179269 h 3086914"/>
              <a:gd name="connsiteX200" fmla="*/ 703800 w 2964740"/>
              <a:gd name="connsiteY200" fmla="*/ 235876 h 3086914"/>
              <a:gd name="connsiteX201" fmla="*/ 682053 w 2964740"/>
              <a:gd name="connsiteY201" fmla="*/ 189776 h 3086914"/>
              <a:gd name="connsiteX202" fmla="*/ 857331 w 2964740"/>
              <a:gd name="connsiteY202" fmla="*/ 107105 h 3086914"/>
              <a:gd name="connsiteX203" fmla="*/ 966717 w 2964740"/>
              <a:gd name="connsiteY203" fmla="*/ 338990 h 3086914"/>
              <a:gd name="connsiteX204" fmla="*/ 958084 w 2964740"/>
              <a:gd name="connsiteY204" fmla="*/ 2745481 h 3086914"/>
              <a:gd name="connsiteX205" fmla="*/ 1142891 w 2964740"/>
              <a:gd name="connsiteY205" fmla="*/ 2803635 h 3086914"/>
              <a:gd name="connsiteX206" fmla="*/ 1127660 w 2964740"/>
              <a:gd name="connsiteY206" fmla="*/ 2852179 h 3086914"/>
              <a:gd name="connsiteX207" fmla="*/ 1001170 w 2964740"/>
              <a:gd name="connsiteY207" fmla="*/ 2812350 h 3086914"/>
              <a:gd name="connsiteX208" fmla="*/ 986265 w 2964740"/>
              <a:gd name="connsiteY208" fmla="*/ 2859835 h 3086914"/>
              <a:gd name="connsiteX209" fmla="*/ 1091742 w 2964740"/>
              <a:gd name="connsiteY209" fmla="*/ 2893066 h 3086914"/>
              <a:gd name="connsiteX210" fmla="*/ 1076510 w 2964740"/>
              <a:gd name="connsiteY210" fmla="*/ 2941610 h 3086914"/>
              <a:gd name="connsiteX211" fmla="*/ 970953 w 2964740"/>
              <a:gd name="connsiteY211" fmla="*/ 2908460 h 3086914"/>
              <a:gd name="connsiteX212" fmla="*/ 954826 w 2964740"/>
              <a:gd name="connsiteY212" fmla="*/ 2959773 h 3086914"/>
              <a:gd name="connsiteX213" fmla="*/ 1081316 w 2964740"/>
              <a:gd name="connsiteY213" fmla="*/ 2999601 h 3086914"/>
              <a:gd name="connsiteX214" fmla="*/ 1066004 w 2964740"/>
              <a:gd name="connsiteY214" fmla="*/ 3048226 h 3086914"/>
              <a:gd name="connsiteX215" fmla="*/ 881196 w 2964740"/>
              <a:gd name="connsiteY215" fmla="*/ 2990072 h 3086914"/>
              <a:gd name="connsiteX216" fmla="*/ 958084 w 2964740"/>
              <a:gd name="connsiteY216" fmla="*/ 2745481 h 3086914"/>
              <a:gd name="connsiteX217" fmla="*/ 2163772 w 2964740"/>
              <a:gd name="connsiteY217" fmla="*/ 2789545 h 3086914"/>
              <a:gd name="connsiteX218" fmla="*/ 2148541 w 2964740"/>
              <a:gd name="connsiteY218" fmla="*/ 2687489 h 3086914"/>
              <a:gd name="connsiteX219" fmla="*/ 2234307 w 2964740"/>
              <a:gd name="connsiteY219" fmla="*/ 2745562 h 3086914"/>
              <a:gd name="connsiteX220" fmla="*/ 2163772 w 2964740"/>
              <a:gd name="connsiteY220" fmla="*/ 2789545 h 3086914"/>
              <a:gd name="connsiteX221" fmla="*/ 2327729 w 2964740"/>
              <a:gd name="connsiteY221" fmla="*/ 2808767 h 3086914"/>
              <a:gd name="connsiteX222" fmla="*/ 2379531 w 2964740"/>
              <a:gd name="connsiteY222" fmla="*/ 2770322 h 3086914"/>
              <a:gd name="connsiteX223" fmla="*/ 2144876 w 2964740"/>
              <a:gd name="connsiteY223" fmla="*/ 2619479 h 3086914"/>
              <a:gd name="connsiteX224" fmla="*/ 2090305 w 2964740"/>
              <a:gd name="connsiteY224" fmla="*/ 2653851 h 3086914"/>
              <a:gd name="connsiteX225" fmla="*/ 2125247 w 2964740"/>
              <a:gd name="connsiteY225" fmla="*/ 2930370 h 3086914"/>
              <a:gd name="connsiteX226" fmla="*/ 2180469 w 2964740"/>
              <a:gd name="connsiteY226" fmla="*/ 2901455 h 3086914"/>
              <a:gd name="connsiteX227" fmla="*/ 2171999 w 2964740"/>
              <a:gd name="connsiteY227" fmla="*/ 2844523 h 3086914"/>
              <a:gd name="connsiteX228" fmla="*/ 2280570 w 2964740"/>
              <a:gd name="connsiteY228" fmla="*/ 2776839 h 3086914"/>
              <a:gd name="connsiteX229" fmla="*/ 2327729 w 2964740"/>
              <a:gd name="connsiteY229" fmla="*/ 2808767 h 3086914"/>
              <a:gd name="connsiteX230" fmla="*/ 1432198 w 2964740"/>
              <a:gd name="connsiteY230" fmla="*/ 2344752 h 3086914"/>
              <a:gd name="connsiteX231" fmla="*/ 1173028 w 2964740"/>
              <a:gd name="connsiteY231" fmla="*/ 2415450 h 3086914"/>
              <a:gd name="connsiteX232" fmla="*/ 1432198 w 2964740"/>
              <a:gd name="connsiteY232" fmla="*/ 2452591 h 3086914"/>
              <a:gd name="connsiteX233" fmla="*/ 1691368 w 2964740"/>
              <a:gd name="connsiteY233" fmla="*/ 2415450 h 3086914"/>
              <a:gd name="connsiteX234" fmla="*/ 1432198 w 2964740"/>
              <a:gd name="connsiteY234" fmla="*/ 2344752 h 3086914"/>
              <a:gd name="connsiteX235" fmla="*/ 1917878 w 2964740"/>
              <a:gd name="connsiteY235" fmla="*/ 2191872 h 3086914"/>
              <a:gd name="connsiteX236" fmla="*/ 1768338 w 2964740"/>
              <a:gd name="connsiteY236" fmla="*/ 2227873 h 3086914"/>
              <a:gd name="connsiteX237" fmla="*/ 1619205 w 2964740"/>
              <a:gd name="connsiteY237" fmla="*/ 2189755 h 3086914"/>
              <a:gd name="connsiteX238" fmla="*/ 1432117 w 2964740"/>
              <a:gd name="connsiteY238" fmla="*/ 2134288 h 3086914"/>
              <a:gd name="connsiteX239" fmla="*/ 1245028 w 2964740"/>
              <a:gd name="connsiteY239" fmla="*/ 2189755 h 3086914"/>
              <a:gd name="connsiteX240" fmla="*/ 1095895 w 2964740"/>
              <a:gd name="connsiteY240" fmla="*/ 2227873 h 3086914"/>
              <a:gd name="connsiteX241" fmla="*/ 946355 w 2964740"/>
              <a:gd name="connsiteY241" fmla="*/ 2191872 h 3086914"/>
              <a:gd name="connsiteX242" fmla="*/ 745013 w 2964740"/>
              <a:gd name="connsiteY242" fmla="*/ 2138442 h 3086914"/>
              <a:gd name="connsiteX243" fmla="*/ 1098502 w 2964740"/>
              <a:gd name="connsiteY243" fmla="*/ 2327077 h 3086914"/>
              <a:gd name="connsiteX244" fmla="*/ 1283961 w 2964740"/>
              <a:gd name="connsiteY244" fmla="*/ 2284235 h 3086914"/>
              <a:gd name="connsiteX245" fmla="*/ 1432117 w 2964740"/>
              <a:gd name="connsiteY245" fmla="*/ 2236343 h 3086914"/>
              <a:gd name="connsiteX246" fmla="*/ 1580272 w 2964740"/>
              <a:gd name="connsiteY246" fmla="*/ 2284235 h 3086914"/>
              <a:gd name="connsiteX247" fmla="*/ 1765731 w 2964740"/>
              <a:gd name="connsiteY247" fmla="*/ 2327077 h 3086914"/>
              <a:gd name="connsiteX248" fmla="*/ 2119220 w 2964740"/>
              <a:gd name="connsiteY248" fmla="*/ 2138442 h 3086914"/>
              <a:gd name="connsiteX249" fmla="*/ 1917878 w 2964740"/>
              <a:gd name="connsiteY249" fmla="*/ 2191872 h 3086914"/>
              <a:gd name="connsiteX250" fmla="*/ 2114577 w 2964740"/>
              <a:gd name="connsiteY250" fmla="*/ 1920077 h 3086914"/>
              <a:gd name="connsiteX251" fmla="*/ 1920403 w 2964740"/>
              <a:gd name="connsiteY251" fmla="*/ 1983037 h 3086914"/>
              <a:gd name="connsiteX252" fmla="*/ 1772736 w 2964740"/>
              <a:gd name="connsiteY252" fmla="*/ 2026857 h 3086914"/>
              <a:gd name="connsiteX253" fmla="*/ 1624988 w 2964740"/>
              <a:gd name="connsiteY253" fmla="*/ 1983037 h 3086914"/>
              <a:gd name="connsiteX254" fmla="*/ 1432198 w 2964740"/>
              <a:gd name="connsiteY254" fmla="*/ 1929525 h 3086914"/>
              <a:gd name="connsiteX255" fmla="*/ 1239408 w 2964740"/>
              <a:gd name="connsiteY255" fmla="*/ 1983037 h 3086914"/>
              <a:gd name="connsiteX256" fmla="*/ 1091660 w 2964740"/>
              <a:gd name="connsiteY256" fmla="*/ 2026857 h 3086914"/>
              <a:gd name="connsiteX257" fmla="*/ 943993 w 2964740"/>
              <a:gd name="connsiteY257" fmla="*/ 1983037 h 3086914"/>
              <a:gd name="connsiteX258" fmla="*/ 749819 w 2964740"/>
              <a:gd name="connsiteY258" fmla="*/ 1920077 h 3086914"/>
              <a:gd name="connsiteX259" fmla="*/ 614125 w 2964740"/>
              <a:gd name="connsiteY259" fmla="*/ 1939543 h 3086914"/>
              <a:gd name="connsiteX260" fmla="*/ 667148 w 2964740"/>
              <a:gd name="connsiteY260" fmla="*/ 2031825 h 3086914"/>
              <a:gd name="connsiteX261" fmla="*/ 749737 w 2964740"/>
              <a:gd name="connsiteY261" fmla="*/ 2023843 h 3086914"/>
              <a:gd name="connsiteX262" fmla="*/ 902291 w 2964740"/>
              <a:gd name="connsiteY262" fmla="*/ 2067581 h 3086914"/>
              <a:gd name="connsiteX263" fmla="*/ 1082945 w 2964740"/>
              <a:gd name="connsiteY263" fmla="*/ 2127283 h 3086914"/>
              <a:gd name="connsiteX264" fmla="*/ 1279237 w 2964740"/>
              <a:gd name="connsiteY264" fmla="*/ 2070513 h 3086914"/>
              <a:gd name="connsiteX265" fmla="*/ 1432198 w 2964740"/>
              <a:gd name="connsiteY265" fmla="*/ 2029056 h 3086914"/>
              <a:gd name="connsiteX266" fmla="*/ 1585159 w 2964740"/>
              <a:gd name="connsiteY266" fmla="*/ 2070513 h 3086914"/>
              <a:gd name="connsiteX267" fmla="*/ 1781451 w 2964740"/>
              <a:gd name="connsiteY267" fmla="*/ 2127283 h 3086914"/>
              <a:gd name="connsiteX268" fmla="*/ 1962105 w 2964740"/>
              <a:gd name="connsiteY268" fmla="*/ 2067581 h 3086914"/>
              <a:gd name="connsiteX269" fmla="*/ 2114658 w 2964740"/>
              <a:gd name="connsiteY269" fmla="*/ 2023843 h 3086914"/>
              <a:gd name="connsiteX270" fmla="*/ 2197248 w 2964740"/>
              <a:gd name="connsiteY270" fmla="*/ 2031825 h 3086914"/>
              <a:gd name="connsiteX271" fmla="*/ 2250271 w 2964740"/>
              <a:gd name="connsiteY271" fmla="*/ 1939543 h 3086914"/>
              <a:gd name="connsiteX272" fmla="*/ 2114577 w 2964740"/>
              <a:gd name="connsiteY272" fmla="*/ 1920077 h 3086914"/>
              <a:gd name="connsiteX273" fmla="*/ 1038800 w 2964740"/>
              <a:gd name="connsiteY273" fmla="*/ 776941 h 3086914"/>
              <a:gd name="connsiteX274" fmla="*/ 961016 w 2964740"/>
              <a:gd name="connsiteY274" fmla="*/ 759349 h 3086914"/>
              <a:gd name="connsiteX275" fmla="*/ 1015179 w 2964740"/>
              <a:gd name="connsiteY275" fmla="*/ 817910 h 3086914"/>
              <a:gd name="connsiteX276" fmla="*/ 961016 w 2964740"/>
              <a:gd name="connsiteY276" fmla="*/ 876472 h 3086914"/>
              <a:gd name="connsiteX277" fmla="*/ 1038800 w 2964740"/>
              <a:gd name="connsiteY277" fmla="*/ 858879 h 3086914"/>
              <a:gd name="connsiteX278" fmla="*/ 1062420 w 2964740"/>
              <a:gd name="connsiteY278" fmla="*/ 935034 h 3086914"/>
              <a:gd name="connsiteX279" fmla="*/ 1086040 w 2964740"/>
              <a:gd name="connsiteY279" fmla="*/ 858879 h 3086914"/>
              <a:gd name="connsiteX280" fmla="*/ 1163824 w 2964740"/>
              <a:gd name="connsiteY280" fmla="*/ 876472 h 3086914"/>
              <a:gd name="connsiteX281" fmla="*/ 1109660 w 2964740"/>
              <a:gd name="connsiteY281" fmla="*/ 817910 h 3086914"/>
              <a:gd name="connsiteX282" fmla="*/ 1163824 w 2964740"/>
              <a:gd name="connsiteY282" fmla="*/ 759349 h 3086914"/>
              <a:gd name="connsiteX283" fmla="*/ 1086040 w 2964740"/>
              <a:gd name="connsiteY283" fmla="*/ 776941 h 3086914"/>
              <a:gd name="connsiteX284" fmla="*/ 1062420 w 2964740"/>
              <a:gd name="connsiteY284" fmla="*/ 700787 h 3086914"/>
              <a:gd name="connsiteX285" fmla="*/ 1038800 w 2964740"/>
              <a:gd name="connsiteY285" fmla="*/ 776941 h 3086914"/>
              <a:gd name="connsiteX286" fmla="*/ 2027427 w 2964740"/>
              <a:gd name="connsiteY286" fmla="*/ 1425438 h 3086914"/>
              <a:gd name="connsiteX287" fmla="*/ 2052106 w 2964740"/>
              <a:gd name="connsiteY287" fmla="*/ 1425438 h 3086914"/>
              <a:gd name="connsiteX288" fmla="*/ 2052106 w 2964740"/>
              <a:gd name="connsiteY288" fmla="*/ 1389030 h 3086914"/>
              <a:gd name="connsiteX289" fmla="*/ 2020422 w 2964740"/>
              <a:gd name="connsiteY289" fmla="*/ 1349446 h 3086914"/>
              <a:gd name="connsiteX290" fmla="*/ 2020178 w 2964740"/>
              <a:gd name="connsiteY290" fmla="*/ 1349446 h 3086914"/>
              <a:gd name="connsiteX291" fmla="*/ 2018467 w 2964740"/>
              <a:gd name="connsiteY291" fmla="*/ 1317681 h 3086914"/>
              <a:gd name="connsiteX292" fmla="*/ 2049011 w 2964740"/>
              <a:gd name="connsiteY292" fmla="*/ 1292920 h 3086914"/>
              <a:gd name="connsiteX293" fmla="*/ 2055119 w 2964740"/>
              <a:gd name="connsiteY293" fmla="*/ 1227517 h 3086914"/>
              <a:gd name="connsiteX294" fmla="*/ 2010485 w 2964740"/>
              <a:gd name="connsiteY294" fmla="*/ 1227517 h 3086914"/>
              <a:gd name="connsiteX295" fmla="*/ 2004702 w 2964740"/>
              <a:gd name="connsiteY295" fmla="*/ 1273861 h 3086914"/>
              <a:gd name="connsiteX296" fmla="*/ 1961535 w 2964740"/>
              <a:gd name="connsiteY296" fmla="*/ 1273861 h 3086914"/>
              <a:gd name="connsiteX297" fmla="*/ 1955182 w 2964740"/>
              <a:gd name="connsiteY297" fmla="*/ 1227517 h 3086914"/>
              <a:gd name="connsiteX298" fmla="*/ 1930584 w 2964740"/>
              <a:gd name="connsiteY298" fmla="*/ 1227517 h 3086914"/>
              <a:gd name="connsiteX299" fmla="*/ 1905905 w 2964740"/>
              <a:gd name="connsiteY299" fmla="*/ 1227517 h 3086914"/>
              <a:gd name="connsiteX300" fmla="*/ 1899552 w 2964740"/>
              <a:gd name="connsiteY300" fmla="*/ 1273861 h 3086914"/>
              <a:gd name="connsiteX301" fmla="*/ 1856384 w 2964740"/>
              <a:gd name="connsiteY301" fmla="*/ 1273861 h 3086914"/>
              <a:gd name="connsiteX302" fmla="*/ 1850601 w 2964740"/>
              <a:gd name="connsiteY302" fmla="*/ 1227517 h 3086914"/>
              <a:gd name="connsiteX303" fmla="*/ 1805967 w 2964740"/>
              <a:gd name="connsiteY303" fmla="*/ 1227517 h 3086914"/>
              <a:gd name="connsiteX304" fmla="*/ 1812076 w 2964740"/>
              <a:gd name="connsiteY304" fmla="*/ 1292920 h 3086914"/>
              <a:gd name="connsiteX305" fmla="*/ 1842619 w 2964740"/>
              <a:gd name="connsiteY305" fmla="*/ 1317681 h 3086914"/>
              <a:gd name="connsiteX306" fmla="*/ 1840827 w 2964740"/>
              <a:gd name="connsiteY306" fmla="*/ 1349446 h 3086914"/>
              <a:gd name="connsiteX307" fmla="*/ 1840664 w 2964740"/>
              <a:gd name="connsiteY307" fmla="*/ 1349446 h 3086914"/>
              <a:gd name="connsiteX308" fmla="*/ 1808899 w 2964740"/>
              <a:gd name="connsiteY308" fmla="*/ 1389030 h 3086914"/>
              <a:gd name="connsiteX309" fmla="*/ 1808899 w 2964740"/>
              <a:gd name="connsiteY309" fmla="*/ 1425438 h 3086914"/>
              <a:gd name="connsiteX310" fmla="*/ 1833578 w 2964740"/>
              <a:gd name="connsiteY310" fmla="*/ 1425438 h 3086914"/>
              <a:gd name="connsiteX311" fmla="*/ 1771514 w 2964740"/>
              <a:gd name="connsiteY311" fmla="*/ 1859153 h 3086914"/>
              <a:gd name="connsiteX312" fmla="*/ 1930584 w 2964740"/>
              <a:gd name="connsiteY312" fmla="*/ 1859153 h 3086914"/>
              <a:gd name="connsiteX313" fmla="*/ 2089654 w 2964740"/>
              <a:gd name="connsiteY313" fmla="*/ 1859153 h 3086914"/>
              <a:gd name="connsiteX314" fmla="*/ 2027427 w 2964740"/>
              <a:gd name="connsiteY314" fmla="*/ 1425438 h 3086914"/>
              <a:gd name="connsiteX315" fmla="*/ 2029626 w 2964740"/>
              <a:gd name="connsiteY315" fmla="*/ 1184838 h 3086914"/>
              <a:gd name="connsiteX316" fmla="*/ 2029626 w 2964740"/>
              <a:gd name="connsiteY316" fmla="*/ 1163498 h 3086914"/>
              <a:gd name="connsiteX317" fmla="*/ 1930421 w 2964740"/>
              <a:gd name="connsiteY317" fmla="*/ 1063967 h 3086914"/>
              <a:gd name="connsiteX318" fmla="*/ 1831216 w 2964740"/>
              <a:gd name="connsiteY318" fmla="*/ 1163498 h 3086914"/>
              <a:gd name="connsiteX319" fmla="*/ 1831216 w 2964740"/>
              <a:gd name="connsiteY319" fmla="*/ 1184838 h 3086914"/>
              <a:gd name="connsiteX320" fmla="*/ 2029626 w 2964740"/>
              <a:gd name="connsiteY320" fmla="*/ 1184838 h 3086914"/>
              <a:gd name="connsiteX321" fmla="*/ 1030899 w 2964740"/>
              <a:gd name="connsiteY321" fmla="*/ 1425438 h 3086914"/>
              <a:gd name="connsiteX322" fmla="*/ 1055578 w 2964740"/>
              <a:gd name="connsiteY322" fmla="*/ 1425438 h 3086914"/>
              <a:gd name="connsiteX323" fmla="*/ 1055578 w 2964740"/>
              <a:gd name="connsiteY323" fmla="*/ 1389030 h 3086914"/>
              <a:gd name="connsiteX324" fmla="*/ 1023813 w 2964740"/>
              <a:gd name="connsiteY324" fmla="*/ 1349446 h 3086914"/>
              <a:gd name="connsiteX325" fmla="*/ 1023650 w 2964740"/>
              <a:gd name="connsiteY325" fmla="*/ 1349446 h 3086914"/>
              <a:gd name="connsiteX326" fmla="*/ 1021858 w 2964740"/>
              <a:gd name="connsiteY326" fmla="*/ 1317681 h 3086914"/>
              <a:gd name="connsiteX327" fmla="*/ 1052402 w 2964740"/>
              <a:gd name="connsiteY327" fmla="*/ 1292920 h 3086914"/>
              <a:gd name="connsiteX328" fmla="*/ 1058510 w 2964740"/>
              <a:gd name="connsiteY328" fmla="*/ 1227517 h 3086914"/>
              <a:gd name="connsiteX329" fmla="*/ 1013876 w 2964740"/>
              <a:gd name="connsiteY329" fmla="*/ 1227517 h 3086914"/>
              <a:gd name="connsiteX330" fmla="*/ 1008093 w 2964740"/>
              <a:gd name="connsiteY330" fmla="*/ 1273861 h 3086914"/>
              <a:gd name="connsiteX331" fmla="*/ 964925 w 2964740"/>
              <a:gd name="connsiteY331" fmla="*/ 1273861 h 3086914"/>
              <a:gd name="connsiteX332" fmla="*/ 958572 w 2964740"/>
              <a:gd name="connsiteY332" fmla="*/ 1227517 h 3086914"/>
              <a:gd name="connsiteX333" fmla="*/ 933893 w 2964740"/>
              <a:gd name="connsiteY333" fmla="*/ 1227517 h 3086914"/>
              <a:gd name="connsiteX334" fmla="*/ 909296 w 2964740"/>
              <a:gd name="connsiteY334" fmla="*/ 1227517 h 3086914"/>
              <a:gd name="connsiteX335" fmla="*/ 902943 w 2964740"/>
              <a:gd name="connsiteY335" fmla="*/ 1273861 h 3086914"/>
              <a:gd name="connsiteX336" fmla="*/ 859775 w 2964740"/>
              <a:gd name="connsiteY336" fmla="*/ 1273861 h 3086914"/>
              <a:gd name="connsiteX337" fmla="*/ 853992 w 2964740"/>
              <a:gd name="connsiteY337" fmla="*/ 1227517 h 3086914"/>
              <a:gd name="connsiteX338" fmla="*/ 809358 w 2964740"/>
              <a:gd name="connsiteY338" fmla="*/ 1227517 h 3086914"/>
              <a:gd name="connsiteX339" fmla="*/ 815385 w 2964740"/>
              <a:gd name="connsiteY339" fmla="*/ 1292920 h 3086914"/>
              <a:gd name="connsiteX340" fmla="*/ 845929 w 2964740"/>
              <a:gd name="connsiteY340" fmla="*/ 1317681 h 3086914"/>
              <a:gd name="connsiteX341" fmla="*/ 844137 w 2964740"/>
              <a:gd name="connsiteY341" fmla="*/ 1349446 h 3086914"/>
              <a:gd name="connsiteX342" fmla="*/ 843974 w 2964740"/>
              <a:gd name="connsiteY342" fmla="*/ 1349446 h 3086914"/>
              <a:gd name="connsiteX343" fmla="*/ 812209 w 2964740"/>
              <a:gd name="connsiteY343" fmla="*/ 1389030 h 3086914"/>
              <a:gd name="connsiteX344" fmla="*/ 812209 w 2964740"/>
              <a:gd name="connsiteY344" fmla="*/ 1425438 h 3086914"/>
              <a:gd name="connsiteX345" fmla="*/ 836888 w 2964740"/>
              <a:gd name="connsiteY345" fmla="*/ 1425438 h 3086914"/>
              <a:gd name="connsiteX346" fmla="*/ 774824 w 2964740"/>
              <a:gd name="connsiteY346" fmla="*/ 1859153 h 3086914"/>
              <a:gd name="connsiteX347" fmla="*/ 933812 w 2964740"/>
              <a:gd name="connsiteY347" fmla="*/ 1859153 h 3086914"/>
              <a:gd name="connsiteX348" fmla="*/ 1092882 w 2964740"/>
              <a:gd name="connsiteY348" fmla="*/ 1859153 h 3086914"/>
              <a:gd name="connsiteX349" fmla="*/ 1030899 w 2964740"/>
              <a:gd name="connsiteY349" fmla="*/ 1425438 h 3086914"/>
              <a:gd name="connsiteX350" fmla="*/ 1482289 w 2964740"/>
              <a:gd name="connsiteY350" fmla="*/ 622107 h 3086914"/>
              <a:gd name="connsiteX351" fmla="*/ 1432198 w 2964740"/>
              <a:gd name="connsiteY351" fmla="*/ 572016 h 3086914"/>
              <a:gd name="connsiteX352" fmla="*/ 1382107 w 2964740"/>
              <a:gd name="connsiteY352" fmla="*/ 622107 h 3086914"/>
              <a:gd name="connsiteX353" fmla="*/ 1432198 w 2964740"/>
              <a:gd name="connsiteY353" fmla="*/ 672198 h 3086914"/>
              <a:gd name="connsiteX354" fmla="*/ 1482289 w 2964740"/>
              <a:gd name="connsiteY354" fmla="*/ 622107 h 3086914"/>
              <a:gd name="connsiteX355" fmla="*/ 1636879 w 2964740"/>
              <a:gd name="connsiteY355" fmla="*/ 1314016 h 3086914"/>
              <a:gd name="connsiteX356" fmla="*/ 1227517 w 2964740"/>
              <a:gd name="connsiteY356" fmla="*/ 1314016 h 3086914"/>
              <a:gd name="connsiteX357" fmla="*/ 1227517 w 2964740"/>
              <a:gd name="connsiteY357" fmla="*/ 1375836 h 3086914"/>
              <a:gd name="connsiteX358" fmla="*/ 1253010 w 2964740"/>
              <a:gd name="connsiteY358" fmla="*/ 1415501 h 3086914"/>
              <a:gd name="connsiteX359" fmla="*/ 1217336 w 2964740"/>
              <a:gd name="connsiteY359" fmla="*/ 1859072 h 3086914"/>
              <a:gd name="connsiteX360" fmla="*/ 1359871 w 2964740"/>
              <a:gd name="connsiteY360" fmla="*/ 1859072 h 3086914"/>
              <a:gd name="connsiteX361" fmla="*/ 1370623 w 2964740"/>
              <a:gd name="connsiteY361" fmla="*/ 1705133 h 3086914"/>
              <a:gd name="connsiteX362" fmla="*/ 1432117 w 2964740"/>
              <a:gd name="connsiteY362" fmla="*/ 1643558 h 3086914"/>
              <a:gd name="connsiteX363" fmla="*/ 1493610 w 2964740"/>
              <a:gd name="connsiteY363" fmla="*/ 1705133 h 3086914"/>
              <a:gd name="connsiteX364" fmla="*/ 1504362 w 2964740"/>
              <a:gd name="connsiteY364" fmla="*/ 1859072 h 3086914"/>
              <a:gd name="connsiteX365" fmla="*/ 1646897 w 2964740"/>
              <a:gd name="connsiteY365" fmla="*/ 1859072 h 3086914"/>
              <a:gd name="connsiteX366" fmla="*/ 1611223 w 2964740"/>
              <a:gd name="connsiteY366" fmla="*/ 1415501 h 3086914"/>
              <a:gd name="connsiteX367" fmla="*/ 1636716 w 2964740"/>
              <a:gd name="connsiteY367" fmla="*/ 1375836 h 3086914"/>
              <a:gd name="connsiteX368" fmla="*/ 1636879 w 2964740"/>
              <a:gd name="connsiteY368" fmla="*/ 1314016 h 3086914"/>
              <a:gd name="connsiteX369" fmla="*/ 1033180 w 2964740"/>
              <a:gd name="connsiteY369" fmla="*/ 1184838 h 3086914"/>
              <a:gd name="connsiteX370" fmla="*/ 1033180 w 2964740"/>
              <a:gd name="connsiteY370" fmla="*/ 1163498 h 3086914"/>
              <a:gd name="connsiteX371" fmla="*/ 933975 w 2964740"/>
              <a:gd name="connsiteY371" fmla="*/ 1063967 h 3086914"/>
              <a:gd name="connsiteX372" fmla="*/ 834770 w 2964740"/>
              <a:gd name="connsiteY372" fmla="*/ 1163498 h 3086914"/>
              <a:gd name="connsiteX373" fmla="*/ 834770 w 2964740"/>
              <a:gd name="connsiteY373" fmla="*/ 1184838 h 3086914"/>
              <a:gd name="connsiteX374" fmla="*/ 1033180 w 2964740"/>
              <a:gd name="connsiteY374" fmla="*/ 1184838 h 3086914"/>
              <a:gd name="connsiteX375" fmla="*/ 1588254 w 2964740"/>
              <a:gd name="connsiteY375" fmla="*/ 1265146 h 3086914"/>
              <a:gd name="connsiteX376" fmla="*/ 1578236 w 2964740"/>
              <a:gd name="connsiteY376" fmla="*/ 1162846 h 3086914"/>
              <a:gd name="connsiteX377" fmla="*/ 1613585 w 2964740"/>
              <a:gd name="connsiteY377" fmla="*/ 1111860 h 3086914"/>
              <a:gd name="connsiteX378" fmla="*/ 1617983 w 2964740"/>
              <a:gd name="connsiteY378" fmla="*/ 1029840 h 3086914"/>
              <a:gd name="connsiteX379" fmla="*/ 1550950 w 2964740"/>
              <a:gd name="connsiteY379" fmla="*/ 1029840 h 3086914"/>
              <a:gd name="connsiteX380" fmla="*/ 1544027 w 2964740"/>
              <a:gd name="connsiteY380" fmla="*/ 1081316 h 3086914"/>
              <a:gd name="connsiteX381" fmla="*/ 1484814 w 2964740"/>
              <a:gd name="connsiteY381" fmla="*/ 1081316 h 3086914"/>
              <a:gd name="connsiteX382" fmla="*/ 1477972 w 2964740"/>
              <a:gd name="connsiteY382" fmla="*/ 1029840 h 3086914"/>
              <a:gd name="connsiteX383" fmla="*/ 1386505 w 2964740"/>
              <a:gd name="connsiteY383" fmla="*/ 1029840 h 3086914"/>
              <a:gd name="connsiteX384" fmla="*/ 1379663 w 2964740"/>
              <a:gd name="connsiteY384" fmla="*/ 1081316 h 3086914"/>
              <a:gd name="connsiteX385" fmla="*/ 1320450 w 2964740"/>
              <a:gd name="connsiteY385" fmla="*/ 1081316 h 3086914"/>
              <a:gd name="connsiteX386" fmla="*/ 1313608 w 2964740"/>
              <a:gd name="connsiteY386" fmla="*/ 1029840 h 3086914"/>
              <a:gd name="connsiteX387" fmla="*/ 1246494 w 2964740"/>
              <a:gd name="connsiteY387" fmla="*/ 1029840 h 3086914"/>
              <a:gd name="connsiteX388" fmla="*/ 1250893 w 2964740"/>
              <a:gd name="connsiteY388" fmla="*/ 1111860 h 3086914"/>
              <a:gd name="connsiteX389" fmla="*/ 1286241 w 2964740"/>
              <a:gd name="connsiteY389" fmla="*/ 1162846 h 3086914"/>
              <a:gd name="connsiteX390" fmla="*/ 1276223 w 2964740"/>
              <a:gd name="connsiteY390" fmla="*/ 1265146 h 3086914"/>
              <a:gd name="connsiteX391" fmla="*/ 1588254 w 2964740"/>
              <a:gd name="connsiteY391" fmla="*/ 1265146 h 3086914"/>
              <a:gd name="connsiteX392" fmla="*/ 1795705 w 2964740"/>
              <a:gd name="connsiteY392" fmla="*/ 720009 h 3086914"/>
              <a:gd name="connsiteX393" fmla="*/ 1724925 w 2964740"/>
              <a:gd name="connsiteY393" fmla="*/ 744688 h 3086914"/>
              <a:gd name="connsiteX394" fmla="*/ 1726473 w 2964740"/>
              <a:gd name="connsiteY394" fmla="*/ 747376 h 3086914"/>
              <a:gd name="connsiteX395" fmla="*/ 1764184 w 2964740"/>
              <a:gd name="connsiteY395" fmla="*/ 746642 h 3086914"/>
              <a:gd name="connsiteX396" fmla="*/ 1818917 w 2964740"/>
              <a:gd name="connsiteY396" fmla="*/ 805448 h 3086914"/>
              <a:gd name="connsiteX397" fmla="*/ 1746591 w 2964740"/>
              <a:gd name="connsiteY397" fmla="*/ 891133 h 3086914"/>
              <a:gd name="connsiteX398" fmla="*/ 1726392 w 2964740"/>
              <a:gd name="connsiteY398" fmla="*/ 888282 h 3086914"/>
              <a:gd name="connsiteX399" fmla="*/ 1724925 w 2964740"/>
              <a:gd name="connsiteY399" fmla="*/ 891051 h 3086914"/>
              <a:gd name="connsiteX400" fmla="*/ 1790085 w 2964740"/>
              <a:gd name="connsiteY400" fmla="*/ 915893 h 3086914"/>
              <a:gd name="connsiteX401" fmla="*/ 1887986 w 2964740"/>
              <a:gd name="connsiteY401" fmla="*/ 813186 h 3086914"/>
              <a:gd name="connsiteX402" fmla="*/ 1795705 w 2964740"/>
              <a:gd name="connsiteY402" fmla="*/ 720009 h 3086914"/>
              <a:gd name="connsiteX403" fmla="*/ 1583041 w 2964740"/>
              <a:gd name="connsiteY403" fmla="*/ 967450 h 3086914"/>
              <a:gd name="connsiteX404" fmla="*/ 1583041 w 2964740"/>
              <a:gd name="connsiteY404" fmla="*/ 981948 h 3086914"/>
              <a:gd name="connsiteX405" fmla="*/ 1281273 w 2964740"/>
              <a:gd name="connsiteY405" fmla="*/ 981948 h 3086914"/>
              <a:gd name="connsiteX406" fmla="*/ 1281273 w 2964740"/>
              <a:gd name="connsiteY406" fmla="*/ 967450 h 3086914"/>
              <a:gd name="connsiteX407" fmla="*/ 1432198 w 2964740"/>
              <a:gd name="connsiteY407" fmla="*/ 702416 h 3086914"/>
              <a:gd name="connsiteX408" fmla="*/ 1583041 w 2964740"/>
              <a:gd name="connsiteY408" fmla="*/ 967450 h 308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2964740" h="3086914">
                <a:moveTo>
                  <a:pt x="1894258" y="2907646"/>
                </a:moveTo>
                <a:lnTo>
                  <a:pt x="1781451" y="2940795"/>
                </a:lnTo>
                <a:lnTo>
                  <a:pt x="1810447" y="3043421"/>
                </a:lnTo>
                <a:lnTo>
                  <a:pt x="1750745" y="3061014"/>
                </a:lnTo>
                <a:lnTo>
                  <a:pt x="1682328" y="2813898"/>
                </a:lnTo>
                <a:lnTo>
                  <a:pt x="1740727" y="2796712"/>
                </a:lnTo>
                <a:lnTo>
                  <a:pt x="1767767" y="2892170"/>
                </a:lnTo>
                <a:lnTo>
                  <a:pt x="1879515" y="2859347"/>
                </a:lnTo>
                <a:lnTo>
                  <a:pt x="1850357" y="2764458"/>
                </a:lnTo>
                <a:lnTo>
                  <a:pt x="1908430" y="2747354"/>
                </a:lnTo>
                <a:lnTo>
                  <a:pt x="1984992" y="2992108"/>
                </a:lnTo>
                <a:lnTo>
                  <a:pt x="1925616" y="3009619"/>
                </a:lnTo>
                <a:lnTo>
                  <a:pt x="1894258" y="2907646"/>
                </a:lnTo>
                <a:close/>
                <a:moveTo>
                  <a:pt x="2725688" y="960446"/>
                </a:moveTo>
                <a:cubicBezTo>
                  <a:pt x="2684149" y="982193"/>
                  <a:pt x="2635036" y="965903"/>
                  <a:pt x="2614266" y="926237"/>
                </a:cubicBezTo>
                <a:cubicBezTo>
                  <a:pt x="2593252" y="886083"/>
                  <a:pt x="2607913" y="836481"/>
                  <a:pt x="2649452" y="814815"/>
                </a:cubicBezTo>
                <a:cubicBezTo>
                  <a:pt x="2690991" y="793068"/>
                  <a:pt x="2740105" y="809358"/>
                  <a:pt x="2761037" y="849431"/>
                </a:cubicBezTo>
                <a:cubicBezTo>
                  <a:pt x="2781888" y="889097"/>
                  <a:pt x="2767227" y="938699"/>
                  <a:pt x="2725688" y="960446"/>
                </a:cubicBezTo>
                <a:moveTo>
                  <a:pt x="2810558" y="823449"/>
                </a:moveTo>
                <a:cubicBezTo>
                  <a:pt x="2774476" y="754624"/>
                  <a:pt x="2693516" y="724244"/>
                  <a:pt x="2621678" y="761873"/>
                </a:cubicBezTo>
                <a:cubicBezTo>
                  <a:pt x="2549840" y="799421"/>
                  <a:pt x="2528663" y="883395"/>
                  <a:pt x="2564664" y="952220"/>
                </a:cubicBezTo>
                <a:cubicBezTo>
                  <a:pt x="2600746" y="1021044"/>
                  <a:pt x="2681706" y="1051424"/>
                  <a:pt x="2753544" y="1013795"/>
                </a:cubicBezTo>
                <a:cubicBezTo>
                  <a:pt x="2825382" y="976084"/>
                  <a:pt x="2846640" y="892273"/>
                  <a:pt x="2810558" y="823449"/>
                </a:cubicBezTo>
                <a:moveTo>
                  <a:pt x="1727043" y="133332"/>
                </a:moveTo>
                <a:lnTo>
                  <a:pt x="1707169" y="280592"/>
                </a:lnTo>
                <a:lnTo>
                  <a:pt x="1646816" y="272365"/>
                </a:lnTo>
                <a:lnTo>
                  <a:pt x="1663594" y="138300"/>
                </a:lnTo>
                <a:cubicBezTo>
                  <a:pt x="1669133" y="93992"/>
                  <a:pt x="1659522" y="64345"/>
                  <a:pt x="1617006" y="58969"/>
                </a:cubicBezTo>
                <a:cubicBezTo>
                  <a:pt x="1573756" y="53593"/>
                  <a:pt x="1557059" y="80634"/>
                  <a:pt x="1551602" y="124210"/>
                </a:cubicBezTo>
                <a:lnTo>
                  <a:pt x="1534824" y="258274"/>
                </a:lnTo>
                <a:lnTo>
                  <a:pt x="1474389" y="251433"/>
                </a:lnTo>
                <a:lnTo>
                  <a:pt x="1491249" y="104906"/>
                </a:lnTo>
                <a:cubicBezTo>
                  <a:pt x="1500045" y="34371"/>
                  <a:pt x="1547285" y="-6597"/>
                  <a:pt x="1623929" y="3014"/>
                </a:cubicBezTo>
                <a:cubicBezTo>
                  <a:pt x="1700409" y="12543"/>
                  <a:pt x="1735758" y="63449"/>
                  <a:pt x="1727043" y="133332"/>
                </a:cubicBezTo>
                <a:moveTo>
                  <a:pt x="1289662" y="2830106"/>
                </a:moveTo>
                <a:lnTo>
                  <a:pt x="1344477" y="2831165"/>
                </a:lnTo>
                <a:lnTo>
                  <a:pt x="1474226" y="2988687"/>
                </a:lnTo>
                <a:lnTo>
                  <a:pt x="1473574" y="2833038"/>
                </a:lnTo>
                <a:lnTo>
                  <a:pt x="1533357" y="2834016"/>
                </a:lnTo>
                <a:lnTo>
                  <a:pt x="1533439" y="3090336"/>
                </a:lnTo>
                <a:lnTo>
                  <a:pt x="1473981" y="3089440"/>
                </a:lnTo>
                <a:lnTo>
                  <a:pt x="1473900" y="3083250"/>
                </a:lnTo>
                <a:cubicBezTo>
                  <a:pt x="1473981" y="3074453"/>
                  <a:pt x="1468687" y="3062317"/>
                  <a:pt x="1459239" y="3051647"/>
                </a:cubicBezTo>
                <a:lnTo>
                  <a:pt x="1345699" y="2912858"/>
                </a:lnTo>
                <a:lnTo>
                  <a:pt x="1341708" y="3087485"/>
                </a:lnTo>
                <a:lnTo>
                  <a:pt x="1281273" y="3086507"/>
                </a:lnTo>
                <a:lnTo>
                  <a:pt x="1289662" y="2830106"/>
                </a:lnTo>
                <a:close/>
                <a:moveTo>
                  <a:pt x="1926593" y="75177"/>
                </a:moveTo>
                <a:lnTo>
                  <a:pt x="1983281" y="95458"/>
                </a:lnTo>
                <a:lnTo>
                  <a:pt x="1936693" y="258274"/>
                </a:lnTo>
                <a:lnTo>
                  <a:pt x="2065626" y="137975"/>
                </a:lnTo>
                <a:lnTo>
                  <a:pt x="2099916" y="153857"/>
                </a:lnTo>
                <a:lnTo>
                  <a:pt x="2091690" y="329950"/>
                </a:lnTo>
                <a:lnTo>
                  <a:pt x="2184949" y="189369"/>
                </a:lnTo>
                <a:lnTo>
                  <a:pt x="2237565" y="219994"/>
                </a:lnTo>
                <a:lnTo>
                  <a:pt x="2089979" y="428829"/>
                </a:lnTo>
                <a:lnTo>
                  <a:pt x="2035816" y="403742"/>
                </a:lnTo>
                <a:lnTo>
                  <a:pt x="2043065" y="232700"/>
                </a:lnTo>
                <a:lnTo>
                  <a:pt x="1915760" y="348194"/>
                </a:lnTo>
                <a:lnTo>
                  <a:pt x="1860538" y="322701"/>
                </a:lnTo>
                <a:lnTo>
                  <a:pt x="1926593" y="75177"/>
                </a:lnTo>
                <a:close/>
                <a:moveTo>
                  <a:pt x="2387594" y="324085"/>
                </a:moveTo>
                <a:lnTo>
                  <a:pt x="2434183" y="362122"/>
                </a:lnTo>
                <a:lnTo>
                  <a:pt x="2336281" y="498875"/>
                </a:lnTo>
                <a:lnTo>
                  <a:pt x="2498120" y="428910"/>
                </a:lnTo>
                <a:lnTo>
                  <a:pt x="2525080" y="455299"/>
                </a:lnTo>
                <a:lnTo>
                  <a:pt x="2458210" y="618360"/>
                </a:lnTo>
                <a:lnTo>
                  <a:pt x="2592927" y="517527"/>
                </a:lnTo>
                <a:lnTo>
                  <a:pt x="2632348" y="563871"/>
                </a:lnTo>
                <a:lnTo>
                  <a:pt x="2423269" y="710886"/>
                </a:lnTo>
                <a:lnTo>
                  <a:pt x="2380671" y="669021"/>
                </a:lnTo>
                <a:lnTo>
                  <a:pt x="2444934" y="510359"/>
                </a:lnTo>
                <a:lnTo>
                  <a:pt x="2286271" y="576414"/>
                </a:lnTo>
                <a:lnTo>
                  <a:pt x="2242859" y="533816"/>
                </a:lnTo>
                <a:lnTo>
                  <a:pt x="2387594" y="324085"/>
                </a:lnTo>
                <a:close/>
                <a:moveTo>
                  <a:pt x="405208" y="2548456"/>
                </a:moveTo>
                <a:cubicBezTo>
                  <a:pt x="363995" y="2570773"/>
                  <a:pt x="314637" y="2555298"/>
                  <a:pt x="293298" y="2515876"/>
                </a:cubicBezTo>
                <a:cubicBezTo>
                  <a:pt x="290691" y="2511071"/>
                  <a:pt x="288574" y="2506021"/>
                  <a:pt x="287026" y="2500971"/>
                </a:cubicBezTo>
                <a:lnTo>
                  <a:pt x="448458" y="2484355"/>
                </a:lnTo>
                <a:cubicBezTo>
                  <a:pt x="445770" y="2510256"/>
                  <a:pt x="430702" y="2534609"/>
                  <a:pt x="405208" y="2548456"/>
                </a:cubicBezTo>
                <a:moveTo>
                  <a:pt x="326773" y="2403884"/>
                </a:moveTo>
                <a:cubicBezTo>
                  <a:pt x="367986" y="2381567"/>
                  <a:pt x="417263" y="2397042"/>
                  <a:pt x="438847" y="2436870"/>
                </a:cubicBezTo>
                <a:cubicBezTo>
                  <a:pt x="441209" y="2441187"/>
                  <a:pt x="443082" y="2445667"/>
                  <a:pt x="444548" y="2450228"/>
                </a:cubicBezTo>
                <a:lnTo>
                  <a:pt x="283687" y="2466925"/>
                </a:lnTo>
                <a:cubicBezTo>
                  <a:pt x="286782" y="2441351"/>
                  <a:pt x="301687" y="2417486"/>
                  <a:pt x="326773" y="2403884"/>
                </a:cubicBezTo>
                <a:moveTo>
                  <a:pt x="541147" y="2474826"/>
                </a:moveTo>
                <a:lnTo>
                  <a:pt x="537482" y="2440617"/>
                </a:lnTo>
                <a:lnTo>
                  <a:pt x="501563" y="2444364"/>
                </a:lnTo>
                <a:cubicBezTo>
                  <a:pt x="498549" y="2432798"/>
                  <a:pt x="494069" y="2421314"/>
                  <a:pt x="488042" y="2410237"/>
                </a:cubicBezTo>
                <a:cubicBezTo>
                  <a:pt x="450983" y="2341983"/>
                  <a:pt x="369534" y="2312824"/>
                  <a:pt x="298266" y="2351512"/>
                </a:cubicBezTo>
                <a:cubicBezTo>
                  <a:pt x="250211" y="2377576"/>
                  <a:pt x="225451" y="2424409"/>
                  <a:pt x="225858" y="2473034"/>
                </a:cubicBezTo>
                <a:lnTo>
                  <a:pt x="189043" y="2476862"/>
                </a:lnTo>
                <a:lnTo>
                  <a:pt x="193767" y="2510663"/>
                </a:lnTo>
                <a:lnTo>
                  <a:pt x="230175" y="2506917"/>
                </a:lnTo>
                <a:cubicBezTo>
                  <a:pt x="233188" y="2519053"/>
                  <a:pt x="237831" y="2531107"/>
                  <a:pt x="244021" y="2542592"/>
                </a:cubicBezTo>
                <a:cubicBezTo>
                  <a:pt x="281080" y="2610846"/>
                  <a:pt x="362529" y="2640086"/>
                  <a:pt x="433797" y="2601397"/>
                </a:cubicBezTo>
                <a:cubicBezTo>
                  <a:pt x="482341" y="2575090"/>
                  <a:pt x="507020" y="2527605"/>
                  <a:pt x="506205" y="2478491"/>
                </a:cubicBezTo>
                <a:lnTo>
                  <a:pt x="541147" y="2474826"/>
                </a:lnTo>
                <a:close/>
                <a:moveTo>
                  <a:pt x="2267620" y="2527605"/>
                </a:moveTo>
                <a:lnTo>
                  <a:pt x="2316896" y="2483460"/>
                </a:lnTo>
                <a:lnTo>
                  <a:pt x="2507324" y="2557334"/>
                </a:lnTo>
                <a:lnTo>
                  <a:pt x="2423187" y="2370734"/>
                </a:lnTo>
                <a:lnTo>
                  <a:pt x="2463667" y="2319584"/>
                </a:lnTo>
                <a:lnTo>
                  <a:pt x="2581605" y="2583071"/>
                </a:lnTo>
                <a:lnTo>
                  <a:pt x="2537379" y="2629986"/>
                </a:lnTo>
                <a:lnTo>
                  <a:pt x="2267620" y="2527605"/>
                </a:lnTo>
                <a:close/>
                <a:moveTo>
                  <a:pt x="1337229" y="253632"/>
                </a:moveTo>
                <a:lnTo>
                  <a:pt x="1283065" y="262591"/>
                </a:lnTo>
                <a:lnTo>
                  <a:pt x="1126764" y="131377"/>
                </a:lnTo>
                <a:lnTo>
                  <a:pt x="1155842" y="284257"/>
                </a:lnTo>
                <a:lnTo>
                  <a:pt x="1096873" y="294194"/>
                </a:lnTo>
                <a:lnTo>
                  <a:pt x="1049877" y="42190"/>
                </a:lnTo>
                <a:lnTo>
                  <a:pt x="1108520" y="32254"/>
                </a:lnTo>
                <a:lnTo>
                  <a:pt x="1109742" y="38362"/>
                </a:lnTo>
                <a:cubicBezTo>
                  <a:pt x="1111208" y="47077"/>
                  <a:pt x="1118701" y="57992"/>
                  <a:pt x="1129941" y="66788"/>
                </a:cubicBezTo>
                <a:lnTo>
                  <a:pt x="1266938" y="182527"/>
                </a:lnTo>
                <a:lnTo>
                  <a:pt x="1238920" y="10100"/>
                </a:lnTo>
                <a:lnTo>
                  <a:pt x="1298540" y="0"/>
                </a:lnTo>
                <a:lnTo>
                  <a:pt x="1337229" y="253632"/>
                </a:lnTo>
                <a:close/>
                <a:moveTo>
                  <a:pt x="2523858" y="2233086"/>
                </a:moveTo>
                <a:lnTo>
                  <a:pt x="2548700" y="2184135"/>
                </a:lnTo>
                <a:lnTo>
                  <a:pt x="2747028" y="2135998"/>
                </a:lnTo>
                <a:lnTo>
                  <a:pt x="2606691" y="2068803"/>
                </a:lnTo>
                <a:lnTo>
                  <a:pt x="2633651" y="2015454"/>
                </a:lnTo>
                <a:lnTo>
                  <a:pt x="2864477" y="2127039"/>
                </a:lnTo>
                <a:lnTo>
                  <a:pt x="2837762" y="2180144"/>
                </a:lnTo>
                <a:lnTo>
                  <a:pt x="2832142" y="2177456"/>
                </a:lnTo>
                <a:cubicBezTo>
                  <a:pt x="2824323" y="2173546"/>
                  <a:pt x="2811047" y="2172976"/>
                  <a:pt x="2797363" y="2176886"/>
                </a:cubicBezTo>
                <a:lnTo>
                  <a:pt x="2622981" y="2218587"/>
                </a:lnTo>
                <a:lnTo>
                  <a:pt x="2778467" y="2298245"/>
                </a:lnTo>
                <a:lnTo>
                  <a:pt x="2751263" y="2352245"/>
                </a:lnTo>
                <a:lnTo>
                  <a:pt x="2523858" y="2233086"/>
                </a:lnTo>
                <a:close/>
                <a:moveTo>
                  <a:pt x="230989" y="2015454"/>
                </a:moveTo>
                <a:lnTo>
                  <a:pt x="257542" y="2070513"/>
                </a:lnTo>
                <a:lnTo>
                  <a:pt x="168436" y="2113437"/>
                </a:lnTo>
                <a:cubicBezTo>
                  <a:pt x="203297" y="2137709"/>
                  <a:pt x="257786" y="2157012"/>
                  <a:pt x="298755" y="2155953"/>
                </a:cubicBezTo>
                <a:lnTo>
                  <a:pt x="326936" y="2214352"/>
                </a:lnTo>
                <a:cubicBezTo>
                  <a:pt x="278067" y="2218425"/>
                  <a:pt x="213641" y="2195375"/>
                  <a:pt x="173894" y="2171021"/>
                </a:cubicBezTo>
                <a:lnTo>
                  <a:pt x="101404" y="2336933"/>
                </a:lnTo>
                <a:lnTo>
                  <a:pt x="68336" y="2268353"/>
                </a:lnTo>
                <a:lnTo>
                  <a:pt x="128608" y="2132740"/>
                </a:lnTo>
                <a:lnTo>
                  <a:pt x="26634" y="2181935"/>
                </a:lnTo>
                <a:lnTo>
                  <a:pt x="0" y="2126876"/>
                </a:lnTo>
                <a:lnTo>
                  <a:pt x="230989" y="2015454"/>
                </a:lnTo>
                <a:close/>
                <a:moveTo>
                  <a:pt x="682542" y="2722349"/>
                </a:moveTo>
                <a:cubicBezTo>
                  <a:pt x="701275" y="2735137"/>
                  <a:pt x="720090" y="2735544"/>
                  <a:pt x="731248" y="2719173"/>
                </a:cubicBezTo>
                <a:cubicBezTo>
                  <a:pt x="741185" y="2704675"/>
                  <a:pt x="737357" y="2690095"/>
                  <a:pt x="714959" y="2674783"/>
                </a:cubicBezTo>
                <a:lnTo>
                  <a:pt x="681972" y="2652303"/>
                </a:lnTo>
                <a:lnTo>
                  <a:pt x="649555" y="2699869"/>
                </a:lnTo>
                <a:lnTo>
                  <a:pt x="682542" y="2722349"/>
                </a:lnTo>
                <a:close/>
                <a:moveTo>
                  <a:pt x="635465" y="2819273"/>
                </a:moveTo>
                <a:cubicBezTo>
                  <a:pt x="657863" y="2834504"/>
                  <a:pt x="675293" y="2831735"/>
                  <a:pt x="686207" y="2815771"/>
                </a:cubicBezTo>
                <a:cubicBezTo>
                  <a:pt x="695900" y="2801599"/>
                  <a:pt x="693130" y="2784169"/>
                  <a:pt x="670162" y="2768449"/>
                </a:cubicBezTo>
                <a:lnTo>
                  <a:pt x="624225" y="2737092"/>
                </a:lnTo>
                <a:lnTo>
                  <a:pt x="589527" y="2787916"/>
                </a:lnTo>
                <a:lnTo>
                  <a:pt x="635465" y="2819273"/>
                </a:lnTo>
                <a:close/>
                <a:moveTo>
                  <a:pt x="657456" y="2579732"/>
                </a:moveTo>
                <a:lnTo>
                  <a:pt x="741267" y="2636909"/>
                </a:lnTo>
                <a:cubicBezTo>
                  <a:pt x="802109" y="2678367"/>
                  <a:pt x="808706" y="2713553"/>
                  <a:pt x="786226" y="2746458"/>
                </a:cubicBezTo>
                <a:cubicBezTo>
                  <a:pt x="773032" y="2765843"/>
                  <a:pt x="752425" y="2775291"/>
                  <a:pt x="727420" y="2771544"/>
                </a:cubicBezTo>
                <a:cubicBezTo>
                  <a:pt x="750389" y="2798260"/>
                  <a:pt x="752507" y="2826359"/>
                  <a:pt x="735158" y="2851771"/>
                </a:cubicBezTo>
                <a:cubicBezTo>
                  <a:pt x="711375" y="2886550"/>
                  <a:pt x="671139" y="2899419"/>
                  <a:pt x="609727" y="2857554"/>
                </a:cubicBezTo>
                <a:lnTo>
                  <a:pt x="512884" y="2791499"/>
                </a:lnTo>
                <a:lnTo>
                  <a:pt x="657456" y="2579732"/>
                </a:lnTo>
                <a:close/>
                <a:moveTo>
                  <a:pt x="2886469" y="1944105"/>
                </a:moveTo>
                <a:lnTo>
                  <a:pt x="2857961" y="1893688"/>
                </a:lnTo>
                <a:cubicBezTo>
                  <a:pt x="2886061" y="1877968"/>
                  <a:pt x="2902188" y="1859072"/>
                  <a:pt x="2907564" y="1831786"/>
                </a:cubicBezTo>
                <a:cubicBezTo>
                  <a:pt x="2912369" y="1807352"/>
                  <a:pt x="2905772" y="1788130"/>
                  <a:pt x="2887446" y="1784465"/>
                </a:cubicBezTo>
                <a:cubicBezTo>
                  <a:pt x="2866595" y="1780392"/>
                  <a:pt x="2852749" y="1804420"/>
                  <a:pt x="2842568" y="1829262"/>
                </a:cubicBezTo>
                <a:cubicBezTo>
                  <a:pt x="2825382" y="1874791"/>
                  <a:pt x="2797445" y="1915679"/>
                  <a:pt x="2743933" y="1905091"/>
                </a:cubicBezTo>
                <a:cubicBezTo>
                  <a:pt x="2696122" y="1895642"/>
                  <a:pt x="2674131" y="1852067"/>
                  <a:pt x="2685941" y="1792039"/>
                </a:cubicBezTo>
                <a:cubicBezTo>
                  <a:pt x="2694005" y="1751478"/>
                  <a:pt x="2710294" y="1723704"/>
                  <a:pt x="2745318" y="1701468"/>
                </a:cubicBezTo>
                <a:lnTo>
                  <a:pt x="2772603" y="1750501"/>
                </a:lnTo>
                <a:cubicBezTo>
                  <a:pt x="2752648" y="1762636"/>
                  <a:pt x="2740186" y="1780311"/>
                  <a:pt x="2735544" y="1803687"/>
                </a:cubicBezTo>
                <a:cubicBezTo>
                  <a:pt x="2730738" y="1828121"/>
                  <a:pt x="2736603" y="1843515"/>
                  <a:pt x="2751019" y="1846366"/>
                </a:cubicBezTo>
                <a:cubicBezTo>
                  <a:pt x="2768938" y="1849868"/>
                  <a:pt x="2782295" y="1831542"/>
                  <a:pt x="2792558" y="1804094"/>
                </a:cubicBezTo>
                <a:cubicBezTo>
                  <a:pt x="2811617" y="1754817"/>
                  <a:pt x="2837029" y="1714011"/>
                  <a:pt x="2894125" y="1725333"/>
                </a:cubicBezTo>
                <a:cubicBezTo>
                  <a:pt x="2951302" y="1736654"/>
                  <a:pt x="2968732" y="1788211"/>
                  <a:pt x="2957736" y="1843597"/>
                </a:cubicBezTo>
                <a:cubicBezTo>
                  <a:pt x="2948533" y="1891000"/>
                  <a:pt x="2924342" y="1922439"/>
                  <a:pt x="2886469" y="1944105"/>
                </a:cubicBezTo>
                <a:moveTo>
                  <a:pt x="2714367" y="1367120"/>
                </a:moveTo>
                <a:lnTo>
                  <a:pt x="2701417" y="1307337"/>
                </a:lnTo>
                <a:lnTo>
                  <a:pt x="2798096" y="1286323"/>
                </a:lnTo>
                <a:cubicBezTo>
                  <a:pt x="2769834" y="1254558"/>
                  <a:pt x="2721453" y="1223200"/>
                  <a:pt x="2681299" y="1214648"/>
                </a:cubicBezTo>
                <a:lnTo>
                  <a:pt x="2667534" y="1151281"/>
                </a:lnTo>
                <a:cubicBezTo>
                  <a:pt x="2715996" y="1158774"/>
                  <a:pt x="2773255" y="1196159"/>
                  <a:pt x="2806241" y="1229146"/>
                </a:cubicBezTo>
                <a:lnTo>
                  <a:pt x="2915464" y="1084737"/>
                </a:lnTo>
                <a:lnTo>
                  <a:pt x="2931591" y="1159181"/>
                </a:lnTo>
                <a:lnTo>
                  <a:pt x="2841346" y="1276956"/>
                </a:lnTo>
                <a:lnTo>
                  <a:pt x="2951954" y="1252929"/>
                </a:lnTo>
                <a:lnTo>
                  <a:pt x="2964904" y="1312713"/>
                </a:lnTo>
                <a:lnTo>
                  <a:pt x="2714367" y="1367120"/>
                </a:lnTo>
                <a:close/>
                <a:moveTo>
                  <a:pt x="966717" y="338990"/>
                </a:moveTo>
                <a:lnTo>
                  <a:pt x="791521" y="421661"/>
                </a:lnTo>
                <a:lnTo>
                  <a:pt x="769774" y="375642"/>
                </a:lnTo>
                <a:lnTo>
                  <a:pt x="889667" y="319036"/>
                </a:lnTo>
                <a:lnTo>
                  <a:pt x="868409" y="273994"/>
                </a:lnTo>
                <a:lnTo>
                  <a:pt x="768308" y="321235"/>
                </a:lnTo>
                <a:lnTo>
                  <a:pt x="746642" y="275216"/>
                </a:lnTo>
                <a:lnTo>
                  <a:pt x="846662" y="227976"/>
                </a:lnTo>
                <a:lnTo>
                  <a:pt x="823693" y="179269"/>
                </a:lnTo>
                <a:lnTo>
                  <a:pt x="703800" y="235876"/>
                </a:lnTo>
                <a:lnTo>
                  <a:pt x="682053" y="189776"/>
                </a:lnTo>
                <a:lnTo>
                  <a:pt x="857331" y="107105"/>
                </a:lnTo>
                <a:lnTo>
                  <a:pt x="966717" y="338990"/>
                </a:lnTo>
                <a:close/>
                <a:moveTo>
                  <a:pt x="958084" y="2745481"/>
                </a:moveTo>
                <a:lnTo>
                  <a:pt x="1142891" y="2803635"/>
                </a:lnTo>
                <a:lnTo>
                  <a:pt x="1127660" y="2852179"/>
                </a:lnTo>
                <a:lnTo>
                  <a:pt x="1001170" y="2812350"/>
                </a:lnTo>
                <a:lnTo>
                  <a:pt x="986265" y="2859835"/>
                </a:lnTo>
                <a:lnTo>
                  <a:pt x="1091742" y="2893066"/>
                </a:lnTo>
                <a:lnTo>
                  <a:pt x="1076510" y="2941610"/>
                </a:lnTo>
                <a:lnTo>
                  <a:pt x="970953" y="2908460"/>
                </a:lnTo>
                <a:lnTo>
                  <a:pt x="954826" y="2959773"/>
                </a:lnTo>
                <a:lnTo>
                  <a:pt x="1081316" y="2999601"/>
                </a:lnTo>
                <a:lnTo>
                  <a:pt x="1066004" y="3048226"/>
                </a:lnTo>
                <a:lnTo>
                  <a:pt x="881196" y="2990072"/>
                </a:lnTo>
                <a:lnTo>
                  <a:pt x="958084" y="2745481"/>
                </a:lnTo>
                <a:close/>
                <a:moveTo>
                  <a:pt x="2163772" y="2789545"/>
                </a:moveTo>
                <a:lnTo>
                  <a:pt x="2148541" y="2687489"/>
                </a:lnTo>
                <a:lnTo>
                  <a:pt x="2234307" y="2745562"/>
                </a:lnTo>
                <a:lnTo>
                  <a:pt x="2163772" y="2789545"/>
                </a:lnTo>
                <a:close/>
                <a:moveTo>
                  <a:pt x="2327729" y="2808767"/>
                </a:moveTo>
                <a:lnTo>
                  <a:pt x="2379531" y="2770322"/>
                </a:lnTo>
                <a:lnTo>
                  <a:pt x="2144876" y="2619479"/>
                </a:lnTo>
                <a:lnTo>
                  <a:pt x="2090305" y="2653851"/>
                </a:lnTo>
                <a:lnTo>
                  <a:pt x="2125247" y="2930370"/>
                </a:lnTo>
                <a:lnTo>
                  <a:pt x="2180469" y="2901455"/>
                </a:lnTo>
                <a:lnTo>
                  <a:pt x="2171999" y="2844523"/>
                </a:lnTo>
                <a:lnTo>
                  <a:pt x="2280570" y="2776839"/>
                </a:lnTo>
                <a:lnTo>
                  <a:pt x="2327729" y="2808767"/>
                </a:lnTo>
                <a:close/>
                <a:moveTo>
                  <a:pt x="1432198" y="2344752"/>
                </a:moveTo>
                <a:cubicBezTo>
                  <a:pt x="1337880" y="2344752"/>
                  <a:pt x="1297563" y="2415450"/>
                  <a:pt x="1173028" y="2415450"/>
                </a:cubicBezTo>
                <a:cubicBezTo>
                  <a:pt x="1221001" y="2429622"/>
                  <a:pt x="1324930" y="2452591"/>
                  <a:pt x="1432198" y="2452591"/>
                </a:cubicBezTo>
                <a:cubicBezTo>
                  <a:pt x="1539548" y="2452591"/>
                  <a:pt x="1643395" y="2429622"/>
                  <a:pt x="1691368" y="2415450"/>
                </a:cubicBezTo>
                <a:cubicBezTo>
                  <a:pt x="1566833" y="2415450"/>
                  <a:pt x="1526516" y="2344752"/>
                  <a:pt x="1432198" y="2344752"/>
                </a:cubicBezTo>
                <a:moveTo>
                  <a:pt x="1917878" y="2191872"/>
                </a:moveTo>
                <a:cubicBezTo>
                  <a:pt x="1878782" y="2213538"/>
                  <a:pt x="1839605" y="2227873"/>
                  <a:pt x="1768338" y="2227873"/>
                </a:cubicBezTo>
                <a:cubicBezTo>
                  <a:pt x="1697070" y="2227873"/>
                  <a:pt x="1658300" y="2211420"/>
                  <a:pt x="1619205" y="2189755"/>
                </a:cubicBezTo>
                <a:cubicBezTo>
                  <a:pt x="1575711" y="2165646"/>
                  <a:pt x="1525294" y="2135021"/>
                  <a:pt x="1432117" y="2134288"/>
                </a:cubicBezTo>
                <a:cubicBezTo>
                  <a:pt x="1338939" y="2135102"/>
                  <a:pt x="1288522" y="2165646"/>
                  <a:pt x="1245028" y="2189755"/>
                </a:cubicBezTo>
                <a:cubicBezTo>
                  <a:pt x="1205933" y="2211420"/>
                  <a:pt x="1167163" y="2227873"/>
                  <a:pt x="1095895" y="2227873"/>
                </a:cubicBezTo>
                <a:cubicBezTo>
                  <a:pt x="1024628" y="2227873"/>
                  <a:pt x="985451" y="2213538"/>
                  <a:pt x="946355" y="2191872"/>
                </a:cubicBezTo>
                <a:cubicBezTo>
                  <a:pt x="902373" y="2167438"/>
                  <a:pt x="843485" y="2127446"/>
                  <a:pt x="745013" y="2138442"/>
                </a:cubicBezTo>
                <a:cubicBezTo>
                  <a:pt x="893984" y="2330010"/>
                  <a:pt x="1098502" y="2327077"/>
                  <a:pt x="1098502" y="2327077"/>
                </a:cubicBezTo>
                <a:cubicBezTo>
                  <a:pt x="1188747" y="2327077"/>
                  <a:pt x="1239979" y="2308670"/>
                  <a:pt x="1283961" y="2284235"/>
                </a:cubicBezTo>
                <a:cubicBezTo>
                  <a:pt x="1322486" y="2262814"/>
                  <a:pt x="1362559" y="2236995"/>
                  <a:pt x="1432117" y="2236343"/>
                </a:cubicBezTo>
                <a:cubicBezTo>
                  <a:pt x="1501674" y="2236995"/>
                  <a:pt x="1541665" y="2262733"/>
                  <a:pt x="1580272" y="2284235"/>
                </a:cubicBezTo>
                <a:cubicBezTo>
                  <a:pt x="1624336" y="2308670"/>
                  <a:pt x="1675486" y="2327077"/>
                  <a:pt x="1765731" y="2327077"/>
                </a:cubicBezTo>
                <a:cubicBezTo>
                  <a:pt x="1765731" y="2327077"/>
                  <a:pt x="1970250" y="2330010"/>
                  <a:pt x="2119220" y="2138442"/>
                </a:cubicBezTo>
                <a:cubicBezTo>
                  <a:pt x="2020829" y="2127446"/>
                  <a:pt x="1961942" y="2167356"/>
                  <a:pt x="1917878" y="2191872"/>
                </a:cubicBezTo>
                <a:moveTo>
                  <a:pt x="2114577" y="1920077"/>
                </a:moveTo>
                <a:cubicBezTo>
                  <a:pt x="2016757" y="1920077"/>
                  <a:pt x="1965607" y="1957951"/>
                  <a:pt x="1920403" y="1983037"/>
                </a:cubicBezTo>
                <a:cubicBezTo>
                  <a:pt x="1880330" y="2005273"/>
                  <a:pt x="1845796" y="2026857"/>
                  <a:pt x="1772736" y="2026857"/>
                </a:cubicBezTo>
                <a:cubicBezTo>
                  <a:pt x="1699676" y="2026857"/>
                  <a:pt x="1665060" y="2005273"/>
                  <a:pt x="1624988" y="1983037"/>
                </a:cubicBezTo>
                <a:cubicBezTo>
                  <a:pt x="1580109" y="1958114"/>
                  <a:pt x="1528878" y="1929933"/>
                  <a:pt x="1432198" y="1929525"/>
                </a:cubicBezTo>
                <a:cubicBezTo>
                  <a:pt x="1335437" y="1929851"/>
                  <a:pt x="1284287" y="1958114"/>
                  <a:pt x="1239408" y="1983037"/>
                </a:cubicBezTo>
                <a:cubicBezTo>
                  <a:pt x="1199336" y="2005273"/>
                  <a:pt x="1164801" y="2026857"/>
                  <a:pt x="1091660" y="2026857"/>
                </a:cubicBezTo>
                <a:cubicBezTo>
                  <a:pt x="1018600" y="2026857"/>
                  <a:pt x="983984" y="2005273"/>
                  <a:pt x="943993" y="1983037"/>
                </a:cubicBezTo>
                <a:cubicBezTo>
                  <a:pt x="898870" y="1957951"/>
                  <a:pt x="847639" y="1920077"/>
                  <a:pt x="749819" y="1920077"/>
                </a:cubicBezTo>
                <a:cubicBezTo>
                  <a:pt x="687999" y="1920077"/>
                  <a:pt x="614125" y="1939543"/>
                  <a:pt x="614125" y="1939543"/>
                </a:cubicBezTo>
                <a:lnTo>
                  <a:pt x="667148" y="2031825"/>
                </a:lnTo>
                <a:cubicBezTo>
                  <a:pt x="667148" y="2031825"/>
                  <a:pt x="711538" y="2023843"/>
                  <a:pt x="749737" y="2023843"/>
                </a:cubicBezTo>
                <a:cubicBezTo>
                  <a:pt x="822797" y="2023843"/>
                  <a:pt x="862218" y="2045346"/>
                  <a:pt x="902291" y="2067581"/>
                </a:cubicBezTo>
                <a:cubicBezTo>
                  <a:pt x="947414" y="2092667"/>
                  <a:pt x="985043" y="2127283"/>
                  <a:pt x="1082945" y="2127283"/>
                </a:cubicBezTo>
                <a:cubicBezTo>
                  <a:pt x="1180847" y="2127283"/>
                  <a:pt x="1234196" y="2095600"/>
                  <a:pt x="1279237" y="2070513"/>
                </a:cubicBezTo>
                <a:cubicBezTo>
                  <a:pt x="1319065" y="2048441"/>
                  <a:pt x="1360034" y="2029300"/>
                  <a:pt x="1432198" y="2029056"/>
                </a:cubicBezTo>
                <a:cubicBezTo>
                  <a:pt x="1504280" y="2029300"/>
                  <a:pt x="1545330" y="2048359"/>
                  <a:pt x="1585159" y="2070513"/>
                </a:cubicBezTo>
                <a:cubicBezTo>
                  <a:pt x="1630282" y="2095600"/>
                  <a:pt x="1683631" y="2127283"/>
                  <a:pt x="1781451" y="2127283"/>
                </a:cubicBezTo>
                <a:cubicBezTo>
                  <a:pt x="1879353" y="2127283"/>
                  <a:pt x="1916982" y="2092749"/>
                  <a:pt x="1962105" y="2067581"/>
                </a:cubicBezTo>
                <a:cubicBezTo>
                  <a:pt x="2002177" y="2045346"/>
                  <a:pt x="2041517" y="2023843"/>
                  <a:pt x="2114658" y="2023843"/>
                </a:cubicBezTo>
                <a:cubicBezTo>
                  <a:pt x="2152858" y="2023843"/>
                  <a:pt x="2197248" y="2031825"/>
                  <a:pt x="2197248" y="2031825"/>
                </a:cubicBezTo>
                <a:lnTo>
                  <a:pt x="2250271" y="1939543"/>
                </a:lnTo>
                <a:cubicBezTo>
                  <a:pt x="2250271" y="1939625"/>
                  <a:pt x="2176397" y="1920077"/>
                  <a:pt x="2114577" y="1920077"/>
                </a:cubicBezTo>
                <a:moveTo>
                  <a:pt x="1038800" y="776941"/>
                </a:moveTo>
                <a:lnTo>
                  <a:pt x="961016" y="759349"/>
                </a:lnTo>
                <a:lnTo>
                  <a:pt x="1015179" y="817910"/>
                </a:lnTo>
                <a:lnTo>
                  <a:pt x="961016" y="876472"/>
                </a:lnTo>
                <a:lnTo>
                  <a:pt x="1038800" y="858879"/>
                </a:lnTo>
                <a:lnTo>
                  <a:pt x="1062420" y="935034"/>
                </a:lnTo>
                <a:lnTo>
                  <a:pt x="1086040" y="858879"/>
                </a:lnTo>
                <a:lnTo>
                  <a:pt x="1163824" y="876472"/>
                </a:lnTo>
                <a:lnTo>
                  <a:pt x="1109660" y="817910"/>
                </a:lnTo>
                <a:lnTo>
                  <a:pt x="1163824" y="759349"/>
                </a:lnTo>
                <a:lnTo>
                  <a:pt x="1086040" y="776941"/>
                </a:lnTo>
                <a:lnTo>
                  <a:pt x="1062420" y="700787"/>
                </a:lnTo>
                <a:lnTo>
                  <a:pt x="1038800" y="776941"/>
                </a:lnTo>
                <a:close/>
                <a:moveTo>
                  <a:pt x="2027427" y="1425438"/>
                </a:moveTo>
                <a:lnTo>
                  <a:pt x="2052106" y="1425438"/>
                </a:lnTo>
                <a:lnTo>
                  <a:pt x="2052106" y="1389030"/>
                </a:lnTo>
                <a:cubicBezTo>
                  <a:pt x="2052106" y="1389030"/>
                  <a:pt x="2020422" y="1382514"/>
                  <a:pt x="2020422" y="1349446"/>
                </a:cubicBezTo>
                <a:lnTo>
                  <a:pt x="2020178" y="1349446"/>
                </a:lnTo>
                <a:lnTo>
                  <a:pt x="2018467" y="1317681"/>
                </a:lnTo>
                <a:lnTo>
                  <a:pt x="2049011" y="1292920"/>
                </a:lnTo>
                <a:lnTo>
                  <a:pt x="2055119" y="1227517"/>
                </a:lnTo>
                <a:lnTo>
                  <a:pt x="2010485" y="1227517"/>
                </a:lnTo>
                <a:lnTo>
                  <a:pt x="2004702" y="1273861"/>
                </a:lnTo>
                <a:lnTo>
                  <a:pt x="1961535" y="1273861"/>
                </a:lnTo>
                <a:lnTo>
                  <a:pt x="1955182" y="1227517"/>
                </a:lnTo>
                <a:lnTo>
                  <a:pt x="1930584" y="1227517"/>
                </a:lnTo>
                <a:lnTo>
                  <a:pt x="1905905" y="1227517"/>
                </a:lnTo>
                <a:lnTo>
                  <a:pt x="1899552" y="1273861"/>
                </a:lnTo>
                <a:lnTo>
                  <a:pt x="1856384" y="1273861"/>
                </a:lnTo>
                <a:lnTo>
                  <a:pt x="1850601" y="1227517"/>
                </a:lnTo>
                <a:lnTo>
                  <a:pt x="1805967" y="1227517"/>
                </a:lnTo>
                <a:lnTo>
                  <a:pt x="1812076" y="1292920"/>
                </a:lnTo>
                <a:lnTo>
                  <a:pt x="1842619" y="1317681"/>
                </a:lnTo>
                <a:lnTo>
                  <a:pt x="1840827" y="1349446"/>
                </a:lnTo>
                <a:lnTo>
                  <a:pt x="1840664" y="1349446"/>
                </a:lnTo>
                <a:cubicBezTo>
                  <a:pt x="1840664" y="1382514"/>
                  <a:pt x="1808899" y="1389030"/>
                  <a:pt x="1808899" y="1389030"/>
                </a:cubicBezTo>
                <a:lnTo>
                  <a:pt x="1808899" y="1425438"/>
                </a:lnTo>
                <a:lnTo>
                  <a:pt x="1833578" y="1425438"/>
                </a:lnTo>
                <a:cubicBezTo>
                  <a:pt x="1832519" y="1548263"/>
                  <a:pt x="1771514" y="1725821"/>
                  <a:pt x="1771514" y="1859153"/>
                </a:cubicBezTo>
                <a:lnTo>
                  <a:pt x="1930584" y="1859153"/>
                </a:lnTo>
                <a:lnTo>
                  <a:pt x="2089654" y="1859153"/>
                </a:lnTo>
                <a:cubicBezTo>
                  <a:pt x="2089491" y="1725740"/>
                  <a:pt x="2028486" y="1548263"/>
                  <a:pt x="2027427" y="1425438"/>
                </a:cubicBezTo>
                <a:moveTo>
                  <a:pt x="2029626" y="1184838"/>
                </a:moveTo>
                <a:lnTo>
                  <a:pt x="2029626" y="1163498"/>
                </a:lnTo>
                <a:cubicBezTo>
                  <a:pt x="2029626" y="1102248"/>
                  <a:pt x="1984584" y="1063967"/>
                  <a:pt x="1930421" y="1063967"/>
                </a:cubicBezTo>
                <a:cubicBezTo>
                  <a:pt x="1876257" y="1063967"/>
                  <a:pt x="1831216" y="1102248"/>
                  <a:pt x="1831216" y="1163498"/>
                </a:cubicBezTo>
                <a:lnTo>
                  <a:pt x="1831216" y="1184838"/>
                </a:lnTo>
                <a:lnTo>
                  <a:pt x="2029626" y="1184838"/>
                </a:lnTo>
                <a:close/>
                <a:moveTo>
                  <a:pt x="1030899" y="1425438"/>
                </a:moveTo>
                <a:lnTo>
                  <a:pt x="1055578" y="1425438"/>
                </a:lnTo>
                <a:lnTo>
                  <a:pt x="1055578" y="1389030"/>
                </a:lnTo>
                <a:cubicBezTo>
                  <a:pt x="1055578" y="1389030"/>
                  <a:pt x="1023813" y="1382514"/>
                  <a:pt x="1023813" y="1349446"/>
                </a:cubicBezTo>
                <a:lnTo>
                  <a:pt x="1023650" y="1349446"/>
                </a:lnTo>
                <a:lnTo>
                  <a:pt x="1021858" y="1317681"/>
                </a:lnTo>
                <a:lnTo>
                  <a:pt x="1052402" y="1292920"/>
                </a:lnTo>
                <a:lnTo>
                  <a:pt x="1058510" y="1227517"/>
                </a:lnTo>
                <a:lnTo>
                  <a:pt x="1013876" y="1227517"/>
                </a:lnTo>
                <a:lnTo>
                  <a:pt x="1008093" y="1273861"/>
                </a:lnTo>
                <a:lnTo>
                  <a:pt x="964925" y="1273861"/>
                </a:lnTo>
                <a:lnTo>
                  <a:pt x="958572" y="1227517"/>
                </a:lnTo>
                <a:lnTo>
                  <a:pt x="933893" y="1227517"/>
                </a:lnTo>
                <a:lnTo>
                  <a:pt x="909296" y="1227517"/>
                </a:lnTo>
                <a:lnTo>
                  <a:pt x="902943" y="1273861"/>
                </a:lnTo>
                <a:lnTo>
                  <a:pt x="859775" y="1273861"/>
                </a:lnTo>
                <a:lnTo>
                  <a:pt x="853992" y="1227517"/>
                </a:lnTo>
                <a:lnTo>
                  <a:pt x="809358" y="1227517"/>
                </a:lnTo>
                <a:lnTo>
                  <a:pt x="815385" y="1292920"/>
                </a:lnTo>
                <a:lnTo>
                  <a:pt x="845929" y="1317681"/>
                </a:lnTo>
                <a:lnTo>
                  <a:pt x="844137" y="1349446"/>
                </a:lnTo>
                <a:lnTo>
                  <a:pt x="843974" y="1349446"/>
                </a:lnTo>
                <a:cubicBezTo>
                  <a:pt x="843974" y="1382514"/>
                  <a:pt x="812209" y="1389030"/>
                  <a:pt x="812209" y="1389030"/>
                </a:cubicBezTo>
                <a:lnTo>
                  <a:pt x="812209" y="1425438"/>
                </a:lnTo>
                <a:lnTo>
                  <a:pt x="836888" y="1425438"/>
                </a:lnTo>
                <a:cubicBezTo>
                  <a:pt x="835829" y="1548263"/>
                  <a:pt x="774824" y="1725821"/>
                  <a:pt x="774824" y="1859153"/>
                </a:cubicBezTo>
                <a:lnTo>
                  <a:pt x="933812" y="1859153"/>
                </a:lnTo>
                <a:lnTo>
                  <a:pt x="1092882" y="1859153"/>
                </a:lnTo>
                <a:cubicBezTo>
                  <a:pt x="1092963" y="1725740"/>
                  <a:pt x="1031958" y="1548263"/>
                  <a:pt x="1030899" y="1425438"/>
                </a:cubicBezTo>
                <a:moveTo>
                  <a:pt x="1482289" y="622107"/>
                </a:moveTo>
                <a:cubicBezTo>
                  <a:pt x="1482289" y="594414"/>
                  <a:pt x="1459891" y="572016"/>
                  <a:pt x="1432198" y="572016"/>
                </a:cubicBezTo>
                <a:cubicBezTo>
                  <a:pt x="1404505" y="572016"/>
                  <a:pt x="1382107" y="594414"/>
                  <a:pt x="1382107" y="622107"/>
                </a:cubicBezTo>
                <a:cubicBezTo>
                  <a:pt x="1382107" y="649800"/>
                  <a:pt x="1404505" y="672198"/>
                  <a:pt x="1432198" y="672198"/>
                </a:cubicBezTo>
                <a:cubicBezTo>
                  <a:pt x="1459809" y="672198"/>
                  <a:pt x="1482289" y="649718"/>
                  <a:pt x="1482289" y="622107"/>
                </a:cubicBezTo>
                <a:moveTo>
                  <a:pt x="1636879" y="1314016"/>
                </a:moveTo>
                <a:lnTo>
                  <a:pt x="1227517" y="1314016"/>
                </a:lnTo>
                <a:lnTo>
                  <a:pt x="1227517" y="1375836"/>
                </a:lnTo>
                <a:cubicBezTo>
                  <a:pt x="1227517" y="1375836"/>
                  <a:pt x="1253010" y="1387157"/>
                  <a:pt x="1253010" y="1415501"/>
                </a:cubicBezTo>
                <a:cubicBezTo>
                  <a:pt x="1253010" y="1472189"/>
                  <a:pt x="1208865" y="1696907"/>
                  <a:pt x="1217336" y="1859072"/>
                </a:cubicBezTo>
                <a:lnTo>
                  <a:pt x="1359871" y="1859072"/>
                </a:lnTo>
                <a:lnTo>
                  <a:pt x="1370623" y="1705133"/>
                </a:lnTo>
                <a:cubicBezTo>
                  <a:pt x="1375347" y="1666282"/>
                  <a:pt x="1400351" y="1643558"/>
                  <a:pt x="1432117" y="1643558"/>
                </a:cubicBezTo>
                <a:cubicBezTo>
                  <a:pt x="1463963" y="1643558"/>
                  <a:pt x="1488886" y="1666201"/>
                  <a:pt x="1493610" y="1705133"/>
                </a:cubicBezTo>
                <a:lnTo>
                  <a:pt x="1504362" y="1859072"/>
                </a:lnTo>
                <a:lnTo>
                  <a:pt x="1646897" y="1859072"/>
                </a:lnTo>
                <a:cubicBezTo>
                  <a:pt x="1655368" y="1696907"/>
                  <a:pt x="1611223" y="1472271"/>
                  <a:pt x="1611223" y="1415501"/>
                </a:cubicBezTo>
                <a:cubicBezTo>
                  <a:pt x="1611223" y="1387157"/>
                  <a:pt x="1636716" y="1375836"/>
                  <a:pt x="1636716" y="1375836"/>
                </a:cubicBezTo>
                <a:lnTo>
                  <a:pt x="1636879" y="1314016"/>
                </a:lnTo>
                <a:moveTo>
                  <a:pt x="1033180" y="1184838"/>
                </a:moveTo>
                <a:lnTo>
                  <a:pt x="1033180" y="1163498"/>
                </a:lnTo>
                <a:cubicBezTo>
                  <a:pt x="1033180" y="1102248"/>
                  <a:pt x="988138" y="1063967"/>
                  <a:pt x="933975" y="1063967"/>
                </a:cubicBezTo>
                <a:cubicBezTo>
                  <a:pt x="879811" y="1063967"/>
                  <a:pt x="834770" y="1102248"/>
                  <a:pt x="834770" y="1163498"/>
                </a:cubicBezTo>
                <a:lnTo>
                  <a:pt x="834770" y="1184838"/>
                </a:lnTo>
                <a:lnTo>
                  <a:pt x="1033180" y="1184838"/>
                </a:lnTo>
                <a:close/>
                <a:moveTo>
                  <a:pt x="1588254" y="1265146"/>
                </a:moveTo>
                <a:cubicBezTo>
                  <a:pt x="1588254" y="1265146"/>
                  <a:pt x="1578236" y="1188340"/>
                  <a:pt x="1578236" y="1162846"/>
                </a:cubicBezTo>
                <a:cubicBezTo>
                  <a:pt x="1578236" y="1126032"/>
                  <a:pt x="1613585" y="1111860"/>
                  <a:pt x="1613585" y="1111860"/>
                </a:cubicBezTo>
                <a:lnTo>
                  <a:pt x="1617983" y="1029840"/>
                </a:lnTo>
                <a:lnTo>
                  <a:pt x="1550950" y="1029840"/>
                </a:lnTo>
                <a:lnTo>
                  <a:pt x="1544027" y="1081316"/>
                </a:lnTo>
                <a:lnTo>
                  <a:pt x="1484814" y="1081316"/>
                </a:lnTo>
                <a:lnTo>
                  <a:pt x="1477972" y="1029840"/>
                </a:lnTo>
                <a:lnTo>
                  <a:pt x="1386505" y="1029840"/>
                </a:lnTo>
                <a:lnTo>
                  <a:pt x="1379663" y="1081316"/>
                </a:lnTo>
                <a:lnTo>
                  <a:pt x="1320450" y="1081316"/>
                </a:lnTo>
                <a:lnTo>
                  <a:pt x="1313608" y="1029840"/>
                </a:lnTo>
                <a:lnTo>
                  <a:pt x="1246494" y="1029840"/>
                </a:lnTo>
                <a:lnTo>
                  <a:pt x="1250893" y="1111860"/>
                </a:lnTo>
                <a:cubicBezTo>
                  <a:pt x="1250893" y="1111860"/>
                  <a:pt x="1286241" y="1126032"/>
                  <a:pt x="1286241" y="1162846"/>
                </a:cubicBezTo>
                <a:cubicBezTo>
                  <a:pt x="1286241" y="1188340"/>
                  <a:pt x="1276223" y="1265146"/>
                  <a:pt x="1276223" y="1265146"/>
                </a:cubicBezTo>
                <a:lnTo>
                  <a:pt x="1588254" y="1265146"/>
                </a:lnTo>
                <a:close/>
                <a:moveTo>
                  <a:pt x="1795705" y="720009"/>
                </a:moveTo>
                <a:cubicBezTo>
                  <a:pt x="1768500" y="718543"/>
                  <a:pt x="1743577" y="728153"/>
                  <a:pt x="1724925" y="744688"/>
                </a:cubicBezTo>
                <a:cubicBezTo>
                  <a:pt x="1723622" y="745828"/>
                  <a:pt x="1724762" y="747945"/>
                  <a:pt x="1726473" y="747376"/>
                </a:cubicBezTo>
                <a:cubicBezTo>
                  <a:pt x="1738120" y="744036"/>
                  <a:pt x="1750908" y="743466"/>
                  <a:pt x="1764184" y="746642"/>
                </a:cubicBezTo>
                <a:cubicBezTo>
                  <a:pt x="1792284" y="753403"/>
                  <a:pt x="1814275" y="776941"/>
                  <a:pt x="1818917" y="805448"/>
                </a:cubicBezTo>
                <a:cubicBezTo>
                  <a:pt x="1826411" y="851386"/>
                  <a:pt x="1791143" y="891133"/>
                  <a:pt x="1746591" y="891133"/>
                </a:cubicBezTo>
                <a:cubicBezTo>
                  <a:pt x="1739586" y="891133"/>
                  <a:pt x="1732826" y="890155"/>
                  <a:pt x="1726392" y="888282"/>
                </a:cubicBezTo>
                <a:cubicBezTo>
                  <a:pt x="1724762" y="887793"/>
                  <a:pt x="1723704" y="889911"/>
                  <a:pt x="1724925" y="891051"/>
                </a:cubicBezTo>
                <a:cubicBezTo>
                  <a:pt x="1742274" y="906527"/>
                  <a:pt x="1765080" y="915893"/>
                  <a:pt x="1790085" y="915893"/>
                </a:cubicBezTo>
                <a:cubicBezTo>
                  <a:pt x="1845796" y="915893"/>
                  <a:pt x="1890593" y="869467"/>
                  <a:pt x="1887986" y="813186"/>
                </a:cubicBezTo>
                <a:cubicBezTo>
                  <a:pt x="1885787" y="763665"/>
                  <a:pt x="1845225" y="722778"/>
                  <a:pt x="1795705" y="720009"/>
                </a:cubicBezTo>
                <a:moveTo>
                  <a:pt x="1583041" y="967450"/>
                </a:moveTo>
                <a:lnTo>
                  <a:pt x="1583041" y="981948"/>
                </a:lnTo>
                <a:lnTo>
                  <a:pt x="1281273" y="981948"/>
                </a:lnTo>
                <a:lnTo>
                  <a:pt x="1281273" y="967450"/>
                </a:lnTo>
                <a:cubicBezTo>
                  <a:pt x="1281273" y="932509"/>
                  <a:pt x="1432198" y="702416"/>
                  <a:pt x="1432198" y="702416"/>
                </a:cubicBezTo>
                <a:cubicBezTo>
                  <a:pt x="1432198" y="702416"/>
                  <a:pt x="1583041" y="932509"/>
                  <a:pt x="1583041" y="967450"/>
                </a:cubicBezTo>
                <a:close/>
              </a:path>
            </a:pathLst>
          </a:custGeom>
          <a:solidFill>
            <a:schemeClr val="bg1"/>
          </a:solidFill>
          <a:ln w="8132" cap="flat">
            <a:noFill/>
            <a:prstDash val="solid"/>
            <a:miter/>
          </a:ln>
        </p:spPr>
        <p:txBody>
          <a:bodyPr rtlCol="0" anchor="ctr"/>
          <a:lstStyle/>
          <a:p>
            <a:endParaRPr lang="da-DK" sz="570" dirty="0"/>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bg2"/>
                </a:solidFill>
              </a:defRPr>
            </a:lvl1pPr>
          </a:lstStyle>
          <a:p>
            <a:r>
              <a:rPr lang="da-DK" dirty="0"/>
              <a:t>Indsæt titel</a:t>
            </a:r>
          </a:p>
        </p:txBody>
      </p:sp>
      <p:sp>
        <p:nvSpPr>
          <p:cNvPr id="17" name="Subtitle 2">
            <a:extLst>
              <a:ext uri="{FF2B5EF4-FFF2-40B4-BE49-F238E27FC236}">
                <a16:creationId xmlns:a16="http://schemas.microsoft.com/office/drawing/2014/main" id="{920A2E9F-A570-4C30-B6F7-A8E2727CF6E6}"/>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bg2"/>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22" name="Text Placeholder 7">
            <a:extLst>
              <a:ext uri="{FF2B5EF4-FFF2-40B4-BE49-F238E27FC236}">
                <a16:creationId xmlns:a16="http://schemas.microsoft.com/office/drawing/2014/main" id="{484A3C88-2876-4F34-98F7-299B17A8C2D4}"/>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2667C43F-58F4-43CC-86BE-580C713B8815}"/>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0F5851E0-A91D-4F64-8680-E5A25AAD33BA}"/>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Date_GeneralDate">
            <a:extLst>
              <a:ext uri="{FF2B5EF4-FFF2-40B4-BE49-F238E27FC236}">
                <a16:creationId xmlns:a16="http://schemas.microsoft.com/office/drawing/2014/main" id="{9F675B9B-6B60-40BB-A625-D8A4968CE8BB}"/>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B4395921-6CE7-4AEF-AD74-151370579AF9}"/>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0265C43A-BA01-438A-9586-5E7993AD1CD6}"/>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877679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orside lys/blå">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991F9A-7F11-4119-AA5A-7CE875573D4E}"/>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15" name="Graphic 7">
            <a:extLst>
              <a:ext uri="{FF2B5EF4-FFF2-40B4-BE49-F238E27FC236}">
                <a16:creationId xmlns:a16="http://schemas.microsoft.com/office/drawing/2014/main" id="{A2506A83-7F56-4B42-B699-2119B672DFA1}"/>
              </a:ext>
            </a:extLst>
          </p:cNvPr>
          <p:cNvSpPr/>
          <p:nvPr/>
        </p:nvSpPr>
        <p:spPr>
          <a:xfrm>
            <a:off x="10442659" y="5068884"/>
            <a:ext cx="1026802" cy="1069115"/>
          </a:xfrm>
          <a:custGeom>
            <a:avLst/>
            <a:gdLst>
              <a:gd name="connsiteX0" fmla="*/ 1894258 w 2964740"/>
              <a:gd name="connsiteY0" fmla="*/ 2907646 h 3086914"/>
              <a:gd name="connsiteX1" fmla="*/ 1781451 w 2964740"/>
              <a:gd name="connsiteY1" fmla="*/ 2940795 h 3086914"/>
              <a:gd name="connsiteX2" fmla="*/ 1810447 w 2964740"/>
              <a:gd name="connsiteY2" fmla="*/ 3043421 h 3086914"/>
              <a:gd name="connsiteX3" fmla="*/ 1750745 w 2964740"/>
              <a:gd name="connsiteY3" fmla="*/ 3061014 h 3086914"/>
              <a:gd name="connsiteX4" fmla="*/ 1682328 w 2964740"/>
              <a:gd name="connsiteY4" fmla="*/ 2813898 h 3086914"/>
              <a:gd name="connsiteX5" fmla="*/ 1740727 w 2964740"/>
              <a:gd name="connsiteY5" fmla="*/ 2796712 h 3086914"/>
              <a:gd name="connsiteX6" fmla="*/ 1767767 w 2964740"/>
              <a:gd name="connsiteY6" fmla="*/ 2892170 h 3086914"/>
              <a:gd name="connsiteX7" fmla="*/ 1879515 w 2964740"/>
              <a:gd name="connsiteY7" fmla="*/ 2859347 h 3086914"/>
              <a:gd name="connsiteX8" fmla="*/ 1850357 w 2964740"/>
              <a:gd name="connsiteY8" fmla="*/ 2764458 h 3086914"/>
              <a:gd name="connsiteX9" fmla="*/ 1908430 w 2964740"/>
              <a:gd name="connsiteY9" fmla="*/ 2747354 h 3086914"/>
              <a:gd name="connsiteX10" fmla="*/ 1984992 w 2964740"/>
              <a:gd name="connsiteY10" fmla="*/ 2992108 h 3086914"/>
              <a:gd name="connsiteX11" fmla="*/ 1925616 w 2964740"/>
              <a:gd name="connsiteY11" fmla="*/ 3009619 h 3086914"/>
              <a:gd name="connsiteX12" fmla="*/ 1894258 w 2964740"/>
              <a:gd name="connsiteY12" fmla="*/ 2907646 h 3086914"/>
              <a:gd name="connsiteX13" fmla="*/ 2725688 w 2964740"/>
              <a:gd name="connsiteY13" fmla="*/ 960446 h 3086914"/>
              <a:gd name="connsiteX14" fmla="*/ 2614266 w 2964740"/>
              <a:gd name="connsiteY14" fmla="*/ 926237 h 3086914"/>
              <a:gd name="connsiteX15" fmla="*/ 2649452 w 2964740"/>
              <a:gd name="connsiteY15" fmla="*/ 814815 h 3086914"/>
              <a:gd name="connsiteX16" fmla="*/ 2761037 w 2964740"/>
              <a:gd name="connsiteY16" fmla="*/ 849431 h 3086914"/>
              <a:gd name="connsiteX17" fmla="*/ 2725688 w 2964740"/>
              <a:gd name="connsiteY17" fmla="*/ 960446 h 3086914"/>
              <a:gd name="connsiteX18" fmla="*/ 2810558 w 2964740"/>
              <a:gd name="connsiteY18" fmla="*/ 823449 h 3086914"/>
              <a:gd name="connsiteX19" fmla="*/ 2621678 w 2964740"/>
              <a:gd name="connsiteY19" fmla="*/ 761873 h 3086914"/>
              <a:gd name="connsiteX20" fmla="*/ 2564664 w 2964740"/>
              <a:gd name="connsiteY20" fmla="*/ 952220 h 3086914"/>
              <a:gd name="connsiteX21" fmla="*/ 2753544 w 2964740"/>
              <a:gd name="connsiteY21" fmla="*/ 1013795 h 3086914"/>
              <a:gd name="connsiteX22" fmla="*/ 2810558 w 2964740"/>
              <a:gd name="connsiteY22" fmla="*/ 823449 h 3086914"/>
              <a:gd name="connsiteX23" fmla="*/ 1727043 w 2964740"/>
              <a:gd name="connsiteY23" fmla="*/ 133332 h 3086914"/>
              <a:gd name="connsiteX24" fmla="*/ 1707169 w 2964740"/>
              <a:gd name="connsiteY24" fmla="*/ 280592 h 3086914"/>
              <a:gd name="connsiteX25" fmla="*/ 1646816 w 2964740"/>
              <a:gd name="connsiteY25" fmla="*/ 272365 h 3086914"/>
              <a:gd name="connsiteX26" fmla="*/ 1663594 w 2964740"/>
              <a:gd name="connsiteY26" fmla="*/ 138300 h 3086914"/>
              <a:gd name="connsiteX27" fmla="*/ 1617006 w 2964740"/>
              <a:gd name="connsiteY27" fmla="*/ 58969 h 3086914"/>
              <a:gd name="connsiteX28" fmla="*/ 1551602 w 2964740"/>
              <a:gd name="connsiteY28" fmla="*/ 124210 h 3086914"/>
              <a:gd name="connsiteX29" fmla="*/ 1534824 w 2964740"/>
              <a:gd name="connsiteY29" fmla="*/ 258274 h 3086914"/>
              <a:gd name="connsiteX30" fmla="*/ 1474389 w 2964740"/>
              <a:gd name="connsiteY30" fmla="*/ 251433 h 3086914"/>
              <a:gd name="connsiteX31" fmla="*/ 1491249 w 2964740"/>
              <a:gd name="connsiteY31" fmla="*/ 104906 h 3086914"/>
              <a:gd name="connsiteX32" fmla="*/ 1623929 w 2964740"/>
              <a:gd name="connsiteY32" fmla="*/ 3014 h 3086914"/>
              <a:gd name="connsiteX33" fmla="*/ 1727043 w 2964740"/>
              <a:gd name="connsiteY33" fmla="*/ 133332 h 3086914"/>
              <a:gd name="connsiteX34" fmla="*/ 1289662 w 2964740"/>
              <a:gd name="connsiteY34" fmla="*/ 2830106 h 3086914"/>
              <a:gd name="connsiteX35" fmla="*/ 1344477 w 2964740"/>
              <a:gd name="connsiteY35" fmla="*/ 2831165 h 3086914"/>
              <a:gd name="connsiteX36" fmla="*/ 1474226 w 2964740"/>
              <a:gd name="connsiteY36" fmla="*/ 2988687 h 3086914"/>
              <a:gd name="connsiteX37" fmla="*/ 1473574 w 2964740"/>
              <a:gd name="connsiteY37" fmla="*/ 2833038 h 3086914"/>
              <a:gd name="connsiteX38" fmla="*/ 1533357 w 2964740"/>
              <a:gd name="connsiteY38" fmla="*/ 2834016 h 3086914"/>
              <a:gd name="connsiteX39" fmla="*/ 1533439 w 2964740"/>
              <a:gd name="connsiteY39" fmla="*/ 3090336 h 3086914"/>
              <a:gd name="connsiteX40" fmla="*/ 1473981 w 2964740"/>
              <a:gd name="connsiteY40" fmla="*/ 3089440 h 3086914"/>
              <a:gd name="connsiteX41" fmla="*/ 1473900 w 2964740"/>
              <a:gd name="connsiteY41" fmla="*/ 3083250 h 3086914"/>
              <a:gd name="connsiteX42" fmla="*/ 1459239 w 2964740"/>
              <a:gd name="connsiteY42" fmla="*/ 3051647 h 3086914"/>
              <a:gd name="connsiteX43" fmla="*/ 1345699 w 2964740"/>
              <a:gd name="connsiteY43" fmla="*/ 2912858 h 3086914"/>
              <a:gd name="connsiteX44" fmla="*/ 1341708 w 2964740"/>
              <a:gd name="connsiteY44" fmla="*/ 3087485 h 3086914"/>
              <a:gd name="connsiteX45" fmla="*/ 1281273 w 2964740"/>
              <a:gd name="connsiteY45" fmla="*/ 3086507 h 3086914"/>
              <a:gd name="connsiteX46" fmla="*/ 1289662 w 2964740"/>
              <a:gd name="connsiteY46" fmla="*/ 2830106 h 3086914"/>
              <a:gd name="connsiteX47" fmla="*/ 1926593 w 2964740"/>
              <a:gd name="connsiteY47" fmla="*/ 75177 h 3086914"/>
              <a:gd name="connsiteX48" fmla="*/ 1983281 w 2964740"/>
              <a:gd name="connsiteY48" fmla="*/ 95458 h 3086914"/>
              <a:gd name="connsiteX49" fmla="*/ 1936693 w 2964740"/>
              <a:gd name="connsiteY49" fmla="*/ 258274 h 3086914"/>
              <a:gd name="connsiteX50" fmla="*/ 2065626 w 2964740"/>
              <a:gd name="connsiteY50" fmla="*/ 137975 h 3086914"/>
              <a:gd name="connsiteX51" fmla="*/ 2099916 w 2964740"/>
              <a:gd name="connsiteY51" fmla="*/ 153857 h 3086914"/>
              <a:gd name="connsiteX52" fmla="*/ 2091690 w 2964740"/>
              <a:gd name="connsiteY52" fmla="*/ 329950 h 3086914"/>
              <a:gd name="connsiteX53" fmla="*/ 2184949 w 2964740"/>
              <a:gd name="connsiteY53" fmla="*/ 189369 h 3086914"/>
              <a:gd name="connsiteX54" fmla="*/ 2237565 w 2964740"/>
              <a:gd name="connsiteY54" fmla="*/ 219994 h 3086914"/>
              <a:gd name="connsiteX55" fmla="*/ 2089979 w 2964740"/>
              <a:gd name="connsiteY55" fmla="*/ 428829 h 3086914"/>
              <a:gd name="connsiteX56" fmla="*/ 2035816 w 2964740"/>
              <a:gd name="connsiteY56" fmla="*/ 403742 h 3086914"/>
              <a:gd name="connsiteX57" fmla="*/ 2043065 w 2964740"/>
              <a:gd name="connsiteY57" fmla="*/ 232700 h 3086914"/>
              <a:gd name="connsiteX58" fmla="*/ 1915760 w 2964740"/>
              <a:gd name="connsiteY58" fmla="*/ 348194 h 3086914"/>
              <a:gd name="connsiteX59" fmla="*/ 1860538 w 2964740"/>
              <a:gd name="connsiteY59" fmla="*/ 322701 h 3086914"/>
              <a:gd name="connsiteX60" fmla="*/ 1926593 w 2964740"/>
              <a:gd name="connsiteY60" fmla="*/ 75177 h 3086914"/>
              <a:gd name="connsiteX61" fmla="*/ 2387594 w 2964740"/>
              <a:gd name="connsiteY61" fmla="*/ 324085 h 3086914"/>
              <a:gd name="connsiteX62" fmla="*/ 2434183 w 2964740"/>
              <a:gd name="connsiteY62" fmla="*/ 362122 h 3086914"/>
              <a:gd name="connsiteX63" fmla="*/ 2336281 w 2964740"/>
              <a:gd name="connsiteY63" fmla="*/ 498875 h 3086914"/>
              <a:gd name="connsiteX64" fmla="*/ 2498120 w 2964740"/>
              <a:gd name="connsiteY64" fmla="*/ 428910 h 3086914"/>
              <a:gd name="connsiteX65" fmla="*/ 2525080 w 2964740"/>
              <a:gd name="connsiteY65" fmla="*/ 455299 h 3086914"/>
              <a:gd name="connsiteX66" fmla="*/ 2458210 w 2964740"/>
              <a:gd name="connsiteY66" fmla="*/ 618360 h 3086914"/>
              <a:gd name="connsiteX67" fmla="*/ 2592927 w 2964740"/>
              <a:gd name="connsiteY67" fmla="*/ 517527 h 3086914"/>
              <a:gd name="connsiteX68" fmla="*/ 2632348 w 2964740"/>
              <a:gd name="connsiteY68" fmla="*/ 563871 h 3086914"/>
              <a:gd name="connsiteX69" fmla="*/ 2423269 w 2964740"/>
              <a:gd name="connsiteY69" fmla="*/ 710886 h 3086914"/>
              <a:gd name="connsiteX70" fmla="*/ 2380671 w 2964740"/>
              <a:gd name="connsiteY70" fmla="*/ 669021 h 3086914"/>
              <a:gd name="connsiteX71" fmla="*/ 2444934 w 2964740"/>
              <a:gd name="connsiteY71" fmla="*/ 510359 h 3086914"/>
              <a:gd name="connsiteX72" fmla="*/ 2286271 w 2964740"/>
              <a:gd name="connsiteY72" fmla="*/ 576414 h 3086914"/>
              <a:gd name="connsiteX73" fmla="*/ 2242859 w 2964740"/>
              <a:gd name="connsiteY73" fmla="*/ 533816 h 3086914"/>
              <a:gd name="connsiteX74" fmla="*/ 2387594 w 2964740"/>
              <a:gd name="connsiteY74" fmla="*/ 324085 h 3086914"/>
              <a:gd name="connsiteX75" fmla="*/ 405208 w 2964740"/>
              <a:gd name="connsiteY75" fmla="*/ 2548456 h 3086914"/>
              <a:gd name="connsiteX76" fmla="*/ 293298 w 2964740"/>
              <a:gd name="connsiteY76" fmla="*/ 2515876 h 3086914"/>
              <a:gd name="connsiteX77" fmla="*/ 287026 w 2964740"/>
              <a:gd name="connsiteY77" fmla="*/ 2500971 h 3086914"/>
              <a:gd name="connsiteX78" fmla="*/ 448458 w 2964740"/>
              <a:gd name="connsiteY78" fmla="*/ 2484355 h 3086914"/>
              <a:gd name="connsiteX79" fmla="*/ 405208 w 2964740"/>
              <a:gd name="connsiteY79" fmla="*/ 2548456 h 3086914"/>
              <a:gd name="connsiteX80" fmla="*/ 326773 w 2964740"/>
              <a:gd name="connsiteY80" fmla="*/ 2403884 h 3086914"/>
              <a:gd name="connsiteX81" fmla="*/ 438847 w 2964740"/>
              <a:gd name="connsiteY81" fmla="*/ 2436870 h 3086914"/>
              <a:gd name="connsiteX82" fmla="*/ 444548 w 2964740"/>
              <a:gd name="connsiteY82" fmla="*/ 2450228 h 3086914"/>
              <a:gd name="connsiteX83" fmla="*/ 283687 w 2964740"/>
              <a:gd name="connsiteY83" fmla="*/ 2466925 h 3086914"/>
              <a:gd name="connsiteX84" fmla="*/ 326773 w 2964740"/>
              <a:gd name="connsiteY84" fmla="*/ 2403884 h 3086914"/>
              <a:gd name="connsiteX85" fmla="*/ 541147 w 2964740"/>
              <a:gd name="connsiteY85" fmla="*/ 2474826 h 3086914"/>
              <a:gd name="connsiteX86" fmla="*/ 537482 w 2964740"/>
              <a:gd name="connsiteY86" fmla="*/ 2440617 h 3086914"/>
              <a:gd name="connsiteX87" fmla="*/ 501563 w 2964740"/>
              <a:gd name="connsiteY87" fmla="*/ 2444364 h 3086914"/>
              <a:gd name="connsiteX88" fmla="*/ 488042 w 2964740"/>
              <a:gd name="connsiteY88" fmla="*/ 2410237 h 3086914"/>
              <a:gd name="connsiteX89" fmla="*/ 298266 w 2964740"/>
              <a:gd name="connsiteY89" fmla="*/ 2351512 h 3086914"/>
              <a:gd name="connsiteX90" fmla="*/ 225858 w 2964740"/>
              <a:gd name="connsiteY90" fmla="*/ 2473034 h 3086914"/>
              <a:gd name="connsiteX91" fmla="*/ 189043 w 2964740"/>
              <a:gd name="connsiteY91" fmla="*/ 2476862 h 3086914"/>
              <a:gd name="connsiteX92" fmla="*/ 193767 w 2964740"/>
              <a:gd name="connsiteY92" fmla="*/ 2510663 h 3086914"/>
              <a:gd name="connsiteX93" fmla="*/ 230175 w 2964740"/>
              <a:gd name="connsiteY93" fmla="*/ 2506917 h 3086914"/>
              <a:gd name="connsiteX94" fmla="*/ 244021 w 2964740"/>
              <a:gd name="connsiteY94" fmla="*/ 2542592 h 3086914"/>
              <a:gd name="connsiteX95" fmla="*/ 433797 w 2964740"/>
              <a:gd name="connsiteY95" fmla="*/ 2601397 h 3086914"/>
              <a:gd name="connsiteX96" fmla="*/ 506205 w 2964740"/>
              <a:gd name="connsiteY96" fmla="*/ 2478491 h 3086914"/>
              <a:gd name="connsiteX97" fmla="*/ 541147 w 2964740"/>
              <a:gd name="connsiteY97" fmla="*/ 2474826 h 3086914"/>
              <a:gd name="connsiteX98" fmla="*/ 2267620 w 2964740"/>
              <a:gd name="connsiteY98" fmla="*/ 2527605 h 3086914"/>
              <a:gd name="connsiteX99" fmla="*/ 2316896 w 2964740"/>
              <a:gd name="connsiteY99" fmla="*/ 2483460 h 3086914"/>
              <a:gd name="connsiteX100" fmla="*/ 2507324 w 2964740"/>
              <a:gd name="connsiteY100" fmla="*/ 2557334 h 3086914"/>
              <a:gd name="connsiteX101" fmla="*/ 2423187 w 2964740"/>
              <a:gd name="connsiteY101" fmla="*/ 2370734 h 3086914"/>
              <a:gd name="connsiteX102" fmla="*/ 2463667 w 2964740"/>
              <a:gd name="connsiteY102" fmla="*/ 2319584 h 3086914"/>
              <a:gd name="connsiteX103" fmla="*/ 2581605 w 2964740"/>
              <a:gd name="connsiteY103" fmla="*/ 2583071 h 3086914"/>
              <a:gd name="connsiteX104" fmla="*/ 2537379 w 2964740"/>
              <a:gd name="connsiteY104" fmla="*/ 2629986 h 3086914"/>
              <a:gd name="connsiteX105" fmla="*/ 2267620 w 2964740"/>
              <a:gd name="connsiteY105" fmla="*/ 2527605 h 3086914"/>
              <a:gd name="connsiteX106" fmla="*/ 1337229 w 2964740"/>
              <a:gd name="connsiteY106" fmla="*/ 253632 h 3086914"/>
              <a:gd name="connsiteX107" fmla="*/ 1283065 w 2964740"/>
              <a:gd name="connsiteY107" fmla="*/ 262591 h 3086914"/>
              <a:gd name="connsiteX108" fmla="*/ 1126764 w 2964740"/>
              <a:gd name="connsiteY108" fmla="*/ 131377 h 3086914"/>
              <a:gd name="connsiteX109" fmla="*/ 1155842 w 2964740"/>
              <a:gd name="connsiteY109" fmla="*/ 284257 h 3086914"/>
              <a:gd name="connsiteX110" fmla="*/ 1096873 w 2964740"/>
              <a:gd name="connsiteY110" fmla="*/ 294194 h 3086914"/>
              <a:gd name="connsiteX111" fmla="*/ 1049877 w 2964740"/>
              <a:gd name="connsiteY111" fmla="*/ 42190 h 3086914"/>
              <a:gd name="connsiteX112" fmla="*/ 1108520 w 2964740"/>
              <a:gd name="connsiteY112" fmla="*/ 32254 h 3086914"/>
              <a:gd name="connsiteX113" fmla="*/ 1109742 w 2964740"/>
              <a:gd name="connsiteY113" fmla="*/ 38362 h 3086914"/>
              <a:gd name="connsiteX114" fmla="*/ 1129941 w 2964740"/>
              <a:gd name="connsiteY114" fmla="*/ 66788 h 3086914"/>
              <a:gd name="connsiteX115" fmla="*/ 1266938 w 2964740"/>
              <a:gd name="connsiteY115" fmla="*/ 182527 h 3086914"/>
              <a:gd name="connsiteX116" fmla="*/ 1238920 w 2964740"/>
              <a:gd name="connsiteY116" fmla="*/ 10100 h 3086914"/>
              <a:gd name="connsiteX117" fmla="*/ 1298540 w 2964740"/>
              <a:gd name="connsiteY117" fmla="*/ 0 h 3086914"/>
              <a:gd name="connsiteX118" fmla="*/ 1337229 w 2964740"/>
              <a:gd name="connsiteY118" fmla="*/ 253632 h 3086914"/>
              <a:gd name="connsiteX119" fmla="*/ 2523858 w 2964740"/>
              <a:gd name="connsiteY119" fmla="*/ 2233086 h 3086914"/>
              <a:gd name="connsiteX120" fmla="*/ 2548700 w 2964740"/>
              <a:gd name="connsiteY120" fmla="*/ 2184135 h 3086914"/>
              <a:gd name="connsiteX121" fmla="*/ 2747028 w 2964740"/>
              <a:gd name="connsiteY121" fmla="*/ 2135998 h 3086914"/>
              <a:gd name="connsiteX122" fmla="*/ 2606691 w 2964740"/>
              <a:gd name="connsiteY122" fmla="*/ 2068803 h 3086914"/>
              <a:gd name="connsiteX123" fmla="*/ 2633651 w 2964740"/>
              <a:gd name="connsiteY123" fmla="*/ 2015454 h 3086914"/>
              <a:gd name="connsiteX124" fmla="*/ 2864477 w 2964740"/>
              <a:gd name="connsiteY124" fmla="*/ 2127039 h 3086914"/>
              <a:gd name="connsiteX125" fmla="*/ 2837762 w 2964740"/>
              <a:gd name="connsiteY125" fmla="*/ 2180144 h 3086914"/>
              <a:gd name="connsiteX126" fmla="*/ 2832142 w 2964740"/>
              <a:gd name="connsiteY126" fmla="*/ 2177456 h 3086914"/>
              <a:gd name="connsiteX127" fmla="*/ 2797363 w 2964740"/>
              <a:gd name="connsiteY127" fmla="*/ 2176886 h 3086914"/>
              <a:gd name="connsiteX128" fmla="*/ 2622981 w 2964740"/>
              <a:gd name="connsiteY128" fmla="*/ 2218587 h 3086914"/>
              <a:gd name="connsiteX129" fmla="*/ 2778467 w 2964740"/>
              <a:gd name="connsiteY129" fmla="*/ 2298245 h 3086914"/>
              <a:gd name="connsiteX130" fmla="*/ 2751263 w 2964740"/>
              <a:gd name="connsiteY130" fmla="*/ 2352245 h 3086914"/>
              <a:gd name="connsiteX131" fmla="*/ 2523858 w 2964740"/>
              <a:gd name="connsiteY131" fmla="*/ 2233086 h 3086914"/>
              <a:gd name="connsiteX132" fmla="*/ 230989 w 2964740"/>
              <a:gd name="connsiteY132" fmla="*/ 2015454 h 3086914"/>
              <a:gd name="connsiteX133" fmla="*/ 257542 w 2964740"/>
              <a:gd name="connsiteY133" fmla="*/ 2070513 h 3086914"/>
              <a:gd name="connsiteX134" fmla="*/ 168436 w 2964740"/>
              <a:gd name="connsiteY134" fmla="*/ 2113437 h 3086914"/>
              <a:gd name="connsiteX135" fmla="*/ 298755 w 2964740"/>
              <a:gd name="connsiteY135" fmla="*/ 2155953 h 3086914"/>
              <a:gd name="connsiteX136" fmla="*/ 326936 w 2964740"/>
              <a:gd name="connsiteY136" fmla="*/ 2214352 h 3086914"/>
              <a:gd name="connsiteX137" fmla="*/ 173894 w 2964740"/>
              <a:gd name="connsiteY137" fmla="*/ 2171021 h 3086914"/>
              <a:gd name="connsiteX138" fmla="*/ 101404 w 2964740"/>
              <a:gd name="connsiteY138" fmla="*/ 2336933 h 3086914"/>
              <a:gd name="connsiteX139" fmla="*/ 68336 w 2964740"/>
              <a:gd name="connsiteY139" fmla="*/ 2268353 h 3086914"/>
              <a:gd name="connsiteX140" fmla="*/ 128608 w 2964740"/>
              <a:gd name="connsiteY140" fmla="*/ 2132740 h 3086914"/>
              <a:gd name="connsiteX141" fmla="*/ 26634 w 2964740"/>
              <a:gd name="connsiteY141" fmla="*/ 2181935 h 3086914"/>
              <a:gd name="connsiteX142" fmla="*/ 0 w 2964740"/>
              <a:gd name="connsiteY142" fmla="*/ 2126876 h 3086914"/>
              <a:gd name="connsiteX143" fmla="*/ 230989 w 2964740"/>
              <a:gd name="connsiteY143" fmla="*/ 2015454 h 3086914"/>
              <a:gd name="connsiteX144" fmla="*/ 682542 w 2964740"/>
              <a:gd name="connsiteY144" fmla="*/ 2722349 h 3086914"/>
              <a:gd name="connsiteX145" fmla="*/ 731248 w 2964740"/>
              <a:gd name="connsiteY145" fmla="*/ 2719173 h 3086914"/>
              <a:gd name="connsiteX146" fmla="*/ 714959 w 2964740"/>
              <a:gd name="connsiteY146" fmla="*/ 2674783 h 3086914"/>
              <a:gd name="connsiteX147" fmla="*/ 681972 w 2964740"/>
              <a:gd name="connsiteY147" fmla="*/ 2652303 h 3086914"/>
              <a:gd name="connsiteX148" fmla="*/ 649555 w 2964740"/>
              <a:gd name="connsiteY148" fmla="*/ 2699869 h 3086914"/>
              <a:gd name="connsiteX149" fmla="*/ 682542 w 2964740"/>
              <a:gd name="connsiteY149" fmla="*/ 2722349 h 3086914"/>
              <a:gd name="connsiteX150" fmla="*/ 635465 w 2964740"/>
              <a:gd name="connsiteY150" fmla="*/ 2819273 h 3086914"/>
              <a:gd name="connsiteX151" fmla="*/ 686207 w 2964740"/>
              <a:gd name="connsiteY151" fmla="*/ 2815771 h 3086914"/>
              <a:gd name="connsiteX152" fmla="*/ 670162 w 2964740"/>
              <a:gd name="connsiteY152" fmla="*/ 2768449 h 3086914"/>
              <a:gd name="connsiteX153" fmla="*/ 624225 w 2964740"/>
              <a:gd name="connsiteY153" fmla="*/ 2737092 h 3086914"/>
              <a:gd name="connsiteX154" fmla="*/ 589527 w 2964740"/>
              <a:gd name="connsiteY154" fmla="*/ 2787916 h 3086914"/>
              <a:gd name="connsiteX155" fmla="*/ 635465 w 2964740"/>
              <a:gd name="connsiteY155" fmla="*/ 2819273 h 3086914"/>
              <a:gd name="connsiteX156" fmla="*/ 657456 w 2964740"/>
              <a:gd name="connsiteY156" fmla="*/ 2579732 h 3086914"/>
              <a:gd name="connsiteX157" fmla="*/ 741267 w 2964740"/>
              <a:gd name="connsiteY157" fmla="*/ 2636909 h 3086914"/>
              <a:gd name="connsiteX158" fmla="*/ 786226 w 2964740"/>
              <a:gd name="connsiteY158" fmla="*/ 2746458 h 3086914"/>
              <a:gd name="connsiteX159" fmla="*/ 727420 w 2964740"/>
              <a:gd name="connsiteY159" fmla="*/ 2771544 h 3086914"/>
              <a:gd name="connsiteX160" fmla="*/ 735158 w 2964740"/>
              <a:gd name="connsiteY160" fmla="*/ 2851771 h 3086914"/>
              <a:gd name="connsiteX161" fmla="*/ 609727 w 2964740"/>
              <a:gd name="connsiteY161" fmla="*/ 2857554 h 3086914"/>
              <a:gd name="connsiteX162" fmla="*/ 512884 w 2964740"/>
              <a:gd name="connsiteY162" fmla="*/ 2791499 h 3086914"/>
              <a:gd name="connsiteX163" fmla="*/ 657456 w 2964740"/>
              <a:gd name="connsiteY163" fmla="*/ 2579732 h 3086914"/>
              <a:gd name="connsiteX164" fmla="*/ 2886469 w 2964740"/>
              <a:gd name="connsiteY164" fmla="*/ 1944105 h 3086914"/>
              <a:gd name="connsiteX165" fmla="*/ 2857961 w 2964740"/>
              <a:gd name="connsiteY165" fmla="*/ 1893688 h 3086914"/>
              <a:gd name="connsiteX166" fmla="*/ 2907564 w 2964740"/>
              <a:gd name="connsiteY166" fmla="*/ 1831786 h 3086914"/>
              <a:gd name="connsiteX167" fmla="*/ 2887446 w 2964740"/>
              <a:gd name="connsiteY167" fmla="*/ 1784465 h 3086914"/>
              <a:gd name="connsiteX168" fmla="*/ 2842568 w 2964740"/>
              <a:gd name="connsiteY168" fmla="*/ 1829262 h 3086914"/>
              <a:gd name="connsiteX169" fmla="*/ 2743933 w 2964740"/>
              <a:gd name="connsiteY169" fmla="*/ 1905091 h 3086914"/>
              <a:gd name="connsiteX170" fmla="*/ 2685941 w 2964740"/>
              <a:gd name="connsiteY170" fmla="*/ 1792039 h 3086914"/>
              <a:gd name="connsiteX171" fmla="*/ 2745318 w 2964740"/>
              <a:gd name="connsiteY171" fmla="*/ 1701468 h 3086914"/>
              <a:gd name="connsiteX172" fmla="*/ 2772603 w 2964740"/>
              <a:gd name="connsiteY172" fmla="*/ 1750501 h 3086914"/>
              <a:gd name="connsiteX173" fmla="*/ 2735544 w 2964740"/>
              <a:gd name="connsiteY173" fmla="*/ 1803687 h 3086914"/>
              <a:gd name="connsiteX174" fmla="*/ 2751019 w 2964740"/>
              <a:gd name="connsiteY174" fmla="*/ 1846366 h 3086914"/>
              <a:gd name="connsiteX175" fmla="*/ 2792558 w 2964740"/>
              <a:gd name="connsiteY175" fmla="*/ 1804094 h 3086914"/>
              <a:gd name="connsiteX176" fmla="*/ 2894125 w 2964740"/>
              <a:gd name="connsiteY176" fmla="*/ 1725333 h 3086914"/>
              <a:gd name="connsiteX177" fmla="*/ 2957736 w 2964740"/>
              <a:gd name="connsiteY177" fmla="*/ 1843597 h 3086914"/>
              <a:gd name="connsiteX178" fmla="*/ 2886469 w 2964740"/>
              <a:gd name="connsiteY178" fmla="*/ 1944105 h 3086914"/>
              <a:gd name="connsiteX179" fmla="*/ 2714367 w 2964740"/>
              <a:gd name="connsiteY179" fmla="*/ 1367120 h 3086914"/>
              <a:gd name="connsiteX180" fmla="*/ 2701417 w 2964740"/>
              <a:gd name="connsiteY180" fmla="*/ 1307337 h 3086914"/>
              <a:gd name="connsiteX181" fmla="*/ 2798096 w 2964740"/>
              <a:gd name="connsiteY181" fmla="*/ 1286323 h 3086914"/>
              <a:gd name="connsiteX182" fmla="*/ 2681299 w 2964740"/>
              <a:gd name="connsiteY182" fmla="*/ 1214648 h 3086914"/>
              <a:gd name="connsiteX183" fmla="*/ 2667534 w 2964740"/>
              <a:gd name="connsiteY183" fmla="*/ 1151281 h 3086914"/>
              <a:gd name="connsiteX184" fmla="*/ 2806241 w 2964740"/>
              <a:gd name="connsiteY184" fmla="*/ 1229146 h 3086914"/>
              <a:gd name="connsiteX185" fmla="*/ 2915464 w 2964740"/>
              <a:gd name="connsiteY185" fmla="*/ 1084737 h 3086914"/>
              <a:gd name="connsiteX186" fmla="*/ 2931591 w 2964740"/>
              <a:gd name="connsiteY186" fmla="*/ 1159181 h 3086914"/>
              <a:gd name="connsiteX187" fmla="*/ 2841346 w 2964740"/>
              <a:gd name="connsiteY187" fmla="*/ 1276956 h 3086914"/>
              <a:gd name="connsiteX188" fmla="*/ 2951954 w 2964740"/>
              <a:gd name="connsiteY188" fmla="*/ 1252929 h 3086914"/>
              <a:gd name="connsiteX189" fmla="*/ 2964904 w 2964740"/>
              <a:gd name="connsiteY189" fmla="*/ 1312713 h 3086914"/>
              <a:gd name="connsiteX190" fmla="*/ 2714367 w 2964740"/>
              <a:gd name="connsiteY190" fmla="*/ 1367120 h 3086914"/>
              <a:gd name="connsiteX191" fmla="*/ 966717 w 2964740"/>
              <a:gd name="connsiteY191" fmla="*/ 338990 h 3086914"/>
              <a:gd name="connsiteX192" fmla="*/ 791521 w 2964740"/>
              <a:gd name="connsiteY192" fmla="*/ 421661 h 3086914"/>
              <a:gd name="connsiteX193" fmla="*/ 769774 w 2964740"/>
              <a:gd name="connsiteY193" fmla="*/ 375642 h 3086914"/>
              <a:gd name="connsiteX194" fmla="*/ 889667 w 2964740"/>
              <a:gd name="connsiteY194" fmla="*/ 319036 h 3086914"/>
              <a:gd name="connsiteX195" fmla="*/ 868409 w 2964740"/>
              <a:gd name="connsiteY195" fmla="*/ 273994 h 3086914"/>
              <a:gd name="connsiteX196" fmla="*/ 768308 w 2964740"/>
              <a:gd name="connsiteY196" fmla="*/ 321235 h 3086914"/>
              <a:gd name="connsiteX197" fmla="*/ 746642 w 2964740"/>
              <a:gd name="connsiteY197" fmla="*/ 275216 h 3086914"/>
              <a:gd name="connsiteX198" fmla="*/ 846662 w 2964740"/>
              <a:gd name="connsiteY198" fmla="*/ 227976 h 3086914"/>
              <a:gd name="connsiteX199" fmla="*/ 823693 w 2964740"/>
              <a:gd name="connsiteY199" fmla="*/ 179269 h 3086914"/>
              <a:gd name="connsiteX200" fmla="*/ 703800 w 2964740"/>
              <a:gd name="connsiteY200" fmla="*/ 235876 h 3086914"/>
              <a:gd name="connsiteX201" fmla="*/ 682053 w 2964740"/>
              <a:gd name="connsiteY201" fmla="*/ 189776 h 3086914"/>
              <a:gd name="connsiteX202" fmla="*/ 857331 w 2964740"/>
              <a:gd name="connsiteY202" fmla="*/ 107105 h 3086914"/>
              <a:gd name="connsiteX203" fmla="*/ 966717 w 2964740"/>
              <a:gd name="connsiteY203" fmla="*/ 338990 h 3086914"/>
              <a:gd name="connsiteX204" fmla="*/ 958084 w 2964740"/>
              <a:gd name="connsiteY204" fmla="*/ 2745481 h 3086914"/>
              <a:gd name="connsiteX205" fmla="*/ 1142891 w 2964740"/>
              <a:gd name="connsiteY205" fmla="*/ 2803635 h 3086914"/>
              <a:gd name="connsiteX206" fmla="*/ 1127660 w 2964740"/>
              <a:gd name="connsiteY206" fmla="*/ 2852179 h 3086914"/>
              <a:gd name="connsiteX207" fmla="*/ 1001170 w 2964740"/>
              <a:gd name="connsiteY207" fmla="*/ 2812350 h 3086914"/>
              <a:gd name="connsiteX208" fmla="*/ 986265 w 2964740"/>
              <a:gd name="connsiteY208" fmla="*/ 2859835 h 3086914"/>
              <a:gd name="connsiteX209" fmla="*/ 1091742 w 2964740"/>
              <a:gd name="connsiteY209" fmla="*/ 2893066 h 3086914"/>
              <a:gd name="connsiteX210" fmla="*/ 1076510 w 2964740"/>
              <a:gd name="connsiteY210" fmla="*/ 2941610 h 3086914"/>
              <a:gd name="connsiteX211" fmla="*/ 970953 w 2964740"/>
              <a:gd name="connsiteY211" fmla="*/ 2908460 h 3086914"/>
              <a:gd name="connsiteX212" fmla="*/ 954826 w 2964740"/>
              <a:gd name="connsiteY212" fmla="*/ 2959773 h 3086914"/>
              <a:gd name="connsiteX213" fmla="*/ 1081316 w 2964740"/>
              <a:gd name="connsiteY213" fmla="*/ 2999601 h 3086914"/>
              <a:gd name="connsiteX214" fmla="*/ 1066004 w 2964740"/>
              <a:gd name="connsiteY214" fmla="*/ 3048226 h 3086914"/>
              <a:gd name="connsiteX215" fmla="*/ 881196 w 2964740"/>
              <a:gd name="connsiteY215" fmla="*/ 2990072 h 3086914"/>
              <a:gd name="connsiteX216" fmla="*/ 958084 w 2964740"/>
              <a:gd name="connsiteY216" fmla="*/ 2745481 h 3086914"/>
              <a:gd name="connsiteX217" fmla="*/ 2163772 w 2964740"/>
              <a:gd name="connsiteY217" fmla="*/ 2789545 h 3086914"/>
              <a:gd name="connsiteX218" fmla="*/ 2148541 w 2964740"/>
              <a:gd name="connsiteY218" fmla="*/ 2687489 h 3086914"/>
              <a:gd name="connsiteX219" fmla="*/ 2234307 w 2964740"/>
              <a:gd name="connsiteY219" fmla="*/ 2745562 h 3086914"/>
              <a:gd name="connsiteX220" fmla="*/ 2163772 w 2964740"/>
              <a:gd name="connsiteY220" fmla="*/ 2789545 h 3086914"/>
              <a:gd name="connsiteX221" fmla="*/ 2327729 w 2964740"/>
              <a:gd name="connsiteY221" fmla="*/ 2808767 h 3086914"/>
              <a:gd name="connsiteX222" fmla="*/ 2379531 w 2964740"/>
              <a:gd name="connsiteY222" fmla="*/ 2770322 h 3086914"/>
              <a:gd name="connsiteX223" fmla="*/ 2144876 w 2964740"/>
              <a:gd name="connsiteY223" fmla="*/ 2619479 h 3086914"/>
              <a:gd name="connsiteX224" fmla="*/ 2090305 w 2964740"/>
              <a:gd name="connsiteY224" fmla="*/ 2653851 h 3086914"/>
              <a:gd name="connsiteX225" fmla="*/ 2125247 w 2964740"/>
              <a:gd name="connsiteY225" fmla="*/ 2930370 h 3086914"/>
              <a:gd name="connsiteX226" fmla="*/ 2180469 w 2964740"/>
              <a:gd name="connsiteY226" fmla="*/ 2901455 h 3086914"/>
              <a:gd name="connsiteX227" fmla="*/ 2171999 w 2964740"/>
              <a:gd name="connsiteY227" fmla="*/ 2844523 h 3086914"/>
              <a:gd name="connsiteX228" fmla="*/ 2280570 w 2964740"/>
              <a:gd name="connsiteY228" fmla="*/ 2776839 h 3086914"/>
              <a:gd name="connsiteX229" fmla="*/ 2327729 w 2964740"/>
              <a:gd name="connsiteY229" fmla="*/ 2808767 h 3086914"/>
              <a:gd name="connsiteX230" fmla="*/ 1432198 w 2964740"/>
              <a:gd name="connsiteY230" fmla="*/ 2344752 h 3086914"/>
              <a:gd name="connsiteX231" fmla="*/ 1173028 w 2964740"/>
              <a:gd name="connsiteY231" fmla="*/ 2415450 h 3086914"/>
              <a:gd name="connsiteX232" fmla="*/ 1432198 w 2964740"/>
              <a:gd name="connsiteY232" fmla="*/ 2452591 h 3086914"/>
              <a:gd name="connsiteX233" fmla="*/ 1691368 w 2964740"/>
              <a:gd name="connsiteY233" fmla="*/ 2415450 h 3086914"/>
              <a:gd name="connsiteX234" fmla="*/ 1432198 w 2964740"/>
              <a:gd name="connsiteY234" fmla="*/ 2344752 h 3086914"/>
              <a:gd name="connsiteX235" fmla="*/ 1917878 w 2964740"/>
              <a:gd name="connsiteY235" fmla="*/ 2191872 h 3086914"/>
              <a:gd name="connsiteX236" fmla="*/ 1768338 w 2964740"/>
              <a:gd name="connsiteY236" fmla="*/ 2227873 h 3086914"/>
              <a:gd name="connsiteX237" fmla="*/ 1619205 w 2964740"/>
              <a:gd name="connsiteY237" fmla="*/ 2189755 h 3086914"/>
              <a:gd name="connsiteX238" fmla="*/ 1432117 w 2964740"/>
              <a:gd name="connsiteY238" fmla="*/ 2134288 h 3086914"/>
              <a:gd name="connsiteX239" fmla="*/ 1245028 w 2964740"/>
              <a:gd name="connsiteY239" fmla="*/ 2189755 h 3086914"/>
              <a:gd name="connsiteX240" fmla="*/ 1095895 w 2964740"/>
              <a:gd name="connsiteY240" fmla="*/ 2227873 h 3086914"/>
              <a:gd name="connsiteX241" fmla="*/ 946355 w 2964740"/>
              <a:gd name="connsiteY241" fmla="*/ 2191872 h 3086914"/>
              <a:gd name="connsiteX242" fmla="*/ 745013 w 2964740"/>
              <a:gd name="connsiteY242" fmla="*/ 2138442 h 3086914"/>
              <a:gd name="connsiteX243" fmla="*/ 1098502 w 2964740"/>
              <a:gd name="connsiteY243" fmla="*/ 2327077 h 3086914"/>
              <a:gd name="connsiteX244" fmla="*/ 1283961 w 2964740"/>
              <a:gd name="connsiteY244" fmla="*/ 2284235 h 3086914"/>
              <a:gd name="connsiteX245" fmla="*/ 1432117 w 2964740"/>
              <a:gd name="connsiteY245" fmla="*/ 2236343 h 3086914"/>
              <a:gd name="connsiteX246" fmla="*/ 1580272 w 2964740"/>
              <a:gd name="connsiteY246" fmla="*/ 2284235 h 3086914"/>
              <a:gd name="connsiteX247" fmla="*/ 1765731 w 2964740"/>
              <a:gd name="connsiteY247" fmla="*/ 2327077 h 3086914"/>
              <a:gd name="connsiteX248" fmla="*/ 2119220 w 2964740"/>
              <a:gd name="connsiteY248" fmla="*/ 2138442 h 3086914"/>
              <a:gd name="connsiteX249" fmla="*/ 1917878 w 2964740"/>
              <a:gd name="connsiteY249" fmla="*/ 2191872 h 3086914"/>
              <a:gd name="connsiteX250" fmla="*/ 2114577 w 2964740"/>
              <a:gd name="connsiteY250" fmla="*/ 1920077 h 3086914"/>
              <a:gd name="connsiteX251" fmla="*/ 1920403 w 2964740"/>
              <a:gd name="connsiteY251" fmla="*/ 1983037 h 3086914"/>
              <a:gd name="connsiteX252" fmla="*/ 1772736 w 2964740"/>
              <a:gd name="connsiteY252" fmla="*/ 2026857 h 3086914"/>
              <a:gd name="connsiteX253" fmla="*/ 1624988 w 2964740"/>
              <a:gd name="connsiteY253" fmla="*/ 1983037 h 3086914"/>
              <a:gd name="connsiteX254" fmla="*/ 1432198 w 2964740"/>
              <a:gd name="connsiteY254" fmla="*/ 1929525 h 3086914"/>
              <a:gd name="connsiteX255" fmla="*/ 1239408 w 2964740"/>
              <a:gd name="connsiteY255" fmla="*/ 1983037 h 3086914"/>
              <a:gd name="connsiteX256" fmla="*/ 1091660 w 2964740"/>
              <a:gd name="connsiteY256" fmla="*/ 2026857 h 3086914"/>
              <a:gd name="connsiteX257" fmla="*/ 943993 w 2964740"/>
              <a:gd name="connsiteY257" fmla="*/ 1983037 h 3086914"/>
              <a:gd name="connsiteX258" fmla="*/ 749819 w 2964740"/>
              <a:gd name="connsiteY258" fmla="*/ 1920077 h 3086914"/>
              <a:gd name="connsiteX259" fmla="*/ 614125 w 2964740"/>
              <a:gd name="connsiteY259" fmla="*/ 1939543 h 3086914"/>
              <a:gd name="connsiteX260" fmla="*/ 667148 w 2964740"/>
              <a:gd name="connsiteY260" fmla="*/ 2031825 h 3086914"/>
              <a:gd name="connsiteX261" fmla="*/ 749737 w 2964740"/>
              <a:gd name="connsiteY261" fmla="*/ 2023843 h 3086914"/>
              <a:gd name="connsiteX262" fmla="*/ 902291 w 2964740"/>
              <a:gd name="connsiteY262" fmla="*/ 2067581 h 3086914"/>
              <a:gd name="connsiteX263" fmla="*/ 1082945 w 2964740"/>
              <a:gd name="connsiteY263" fmla="*/ 2127283 h 3086914"/>
              <a:gd name="connsiteX264" fmla="*/ 1279237 w 2964740"/>
              <a:gd name="connsiteY264" fmla="*/ 2070513 h 3086914"/>
              <a:gd name="connsiteX265" fmla="*/ 1432198 w 2964740"/>
              <a:gd name="connsiteY265" fmla="*/ 2029056 h 3086914"/>
              <a:gd name="connsiteX266" fmla="*/ 1585159 w 2964740"/>
              <a:gd name="connsiteY266" fmla="*/ 2070513 h 3086914"/>
              <a:gd name="connsiteX267" fmla="*/ 1781451 w 2964740"/>
              <a:gd name="connsiteY267" fmla="*/ 2127283 h 3086914"/>
              <a:gd name="connsiteX268" fmla="*/ 1962105 w 2964740"/>
              <a:gd name="connsiteY268" fmla="*/ 2067581 h 3086914"/>
              <a:gd name="connsiteX269" fmla="*/ 2114658 w 2964740"/>
              <a:gd name="connsiteY269" fmla="*/ 2023843 h 3086914"/>
              <a:gd name="connsiteX270" fmla="*/ 2197248 w 2964740"/>
              <a:gd name="connsiteY270" fmla="*/ 2031825 h 3086914"/>
              <a:gd name="connsiteX271" fmla="*/ 2250271 w 2964740"/>
              <a:gd name="connsiteY271" fmla="*/ 1939543 h 3086914"/>
              <a:gd name="connsiteX272" fmla="*/ 2114577 w 2964740"/>
              <a:gd name="connsiteY272" fmla="*/ 1920077 h 3086914"/>
              <a:gd name="connsiteX273" fmla="*/ 1038800 w 2964740"/>
              <a:gd name="connsiteY273" fmla="*/ 776941 h 3086914"/>
              <a:gd name="connsiteX274" fmla="*/ 961016 w 2964740"/>
              <a:gd name="connsiteY274" fmla="*/ 759349 h 3086914"/>
              <a:gd name="connsiteX275" fmla="*/ 1015179 w 2964740"/>
              <a:gd name="connsiteY275" fmla="*/ 817910 h 3086914"/>
              <a:gd name="connsiteX276" fmla="*/ 961016 w 2964740"/>
              <a:gd name="connsiteY276" fmla="*/ 876472 h 3086914"/>
              <a:gd name="connsiteX277" fmla="*/ 1038800 w 2964740"/>
              <a:gd name="connsiteY277" fmla="*/ 858879 h 3086914"/>
              <a:gd name="connsiteX278" fmla="*/ 1062420 w 2964740"/>
              <a:gd name="connsiteY278" fmla="*/ 935034 h 3086914"/>
              <a:gd name="connsiteX279" fmla="*/ 1086040 w 2964740"/>
              <a:gd name="connsiteY279" fmla="*/ 858879 h 3086914"/>
              <a:gd name="connsiteX280" fmla="*/ 1163824 w 2964740"/>
              <a:gd name="connsiteY280" fmla="*/ 876472 h 3086914"/>
              <a:gd name="connsiteX281" fmla="*/ 1109660 w 2964740"/>
              <a:gd name="connsiteY281" fmla="*/ 817910 h 3086914"/>
              <a:gd name="connsiteX282" fmla="*/ 1163824 w 2964740"/>
              <a:gd name="connsiteY282" fmla="*/ 759349 h 3086914"/>
              <a:gd name="connsiteX283" fmla="*/ 1086040 w 2964740"/>
              <a:gd name="connsiteY283" fmla="*/ 776941 h 3086914"/>
              <a:gd name="connsiteX284" fmla="*/ 1062420 w 2964740"/>
              <a:gd name="connsiteY284" fmla="*/ 700787 h 3086914"/>
              <a:gd name="connsiteX285" fmla="*/ 1038800 w 2964740"/>
              <a:gd name="connsiteY285" fmla="*/ 776941 h 3086914"/>
              <a:gd name="connsiteX286" fmla="*/ 2027427 w 2964740"/>
              <a:gd name="connsiteY286" fmla="*/ 1425438 h 3086914"/>
              <a:gd name="connsiteX287" fmla="*/ 2052106 w 2964740"/>
              <a:gd name="connsiteY287" fmla="*/ 1425438 h 3086914"/>
              <a:gd name="connsiteX288" fmla="*/ 2052106 w 2964740"/>
              <a:gd name="connsiteY288" fmla="*/ 1389030 h 3086914"/>
              <a:gd name="connsiteX289" fmla="*/ 2020422 w 2964740"/>
              <a:gd name="connsiteY289" fmla="*/ 1349446 h 3086914"/>
              <a:gd name="connsiteX290" fmla="*/ 2020178 w 2964740"/>
              <a:gd name="connsiteY290" fmla="*/ 1349446 h 3086914"/>
              <a:gd name="connsiteX291" fmla="*/ 2018467 w 2964740"/>
              <a:gd name="connsiteY291" fmla="*/ 1317681 h 3086914"/>
              <a:gd name="connsiteX292" fmla="*/ 2049011 w 2964740"/>
              <a:gd name="connsiteY292" fmla="*/ 1292920 h 3086914"/>
              <a:gd name="connsiteX293" fmla="*/ 2055119 w 2964740"/>
              <a:gd name="connsiteY293" fmla="*/ 1227517 h 3086914"/>
              <a:gd name="connsiteX294" fmla="*/ 2010485 w 2964740"/>
              <a:gd name="connsiteY294" fmla="*/ 1227517 h 3086914"/>
              <a:gd name="connsiteX295" fmla="*/ 2004702 w 2964740"/>
              <a:gd name="connsiteY295" fmla="*/ 1273861 h 3086914"/>
              <a:gd name="connsiteX296" fmla="*/ 1961535 w 2964740"/>
              <a:gd name="connsiteY296" fmla="*/ 1273861 h 3086914"/>
              <a:gd name="connsiteX297" fmla="*/ 1955182 w 2964740"/>
              <a:gd name="connsiteY297" fmla="*/ 1227517 h 3086914"/>
              <a:gd name="connsiteX298" fmla="*/ 1930584 w 2964740"/>
              <a:gd name="connsiteY298" fmla="*/ 1227517 h 3086914"/>
              <a:gd name="connsiteX299" fmla="*/ 1905905 w 2964740"/>
              <a:gd name="connsiteY299" fmla="*/ 1227517 h 3086914"/>
              <a:gd name="connsiteX300" fmla="*/ 1899552 w 2964740"/>
              <a:gd name="connsiteY300" fmla="*/ 1273861 h 3086914"/>
              <a:gd name="connsiteX301" fmla="*/ 1856384 w 2964740"/>
              <a:gd name="connsiteY301" fmla="*/ 1273861 h 3086914"/>
              <a:gd name="connsiteX302" fmla="*/ 1850601 w 2964740"/>
              <a:gd name="connsiteY302" fmla="*/ 1227517 h 3086914"/>
              <a:gd name="connsiteX303" fmla="*/ 1805967 w 2964740"/>
              <a:gd name="connsiteY303" fmla="*/ 1227517 h 3086914"/>
              <a:gd name="connsiteX304" fmla="*/ 1812076 w 2964740"/>
              <a:gd name="connsiteY304" fmla="*/ 1292920 h 3086914"/>
              <a:gd name="connsiteX305" fmla="*/ 1842619 w 2964740"/>
              <a:gd name="connsiteY305" fmla="*/ 1317681 h 3086914"/>
              <a:gd name="connsiteX306" fmla="*/ 1840827 w 2964740"/>
              <a:gd name="connsiteY306" fmla="*/ 1349446 h 3086914"/>
              <a:gd name="connsiteX307" fmla="*/ 1840664 w 2964740"/>
              <a:gd name="connsiteY307" fmla="*/ 1349446 h 3086914"/>
              <a:gd name="connsiteX308" fmla="*/ 1808899 w 2964740"/>
              <a:gd name="connsiteY308" fmla="*/ 1389030 h 3086914"/>
              <a:gd name="connsiteX309" fmla="*/ 1808899 w 2964740"/>
              <a:gd name="connsiteY309" fmla="*/ 1425438 h 3086914"/>
              <a:gd name="connsiteX310" fmla="*/ 1833578 w 2964740"/>
              <a:gd name="connsiteY310" fmla="*/ 1425438 h 3086914"/>
              <a:gd name="connsiteX311" fmla="*/ 1771514 w 2964740"/>
              <a:gd name="connsiteY311" fmla="*/ 1859153 h 3086914"/>
              <a:gd name="connsiteX312" fmla="*/ 1930584 w 2964740"/>
              <a:gd name="connsiteY312" fmla="*/ 1859153 h 3086914"/>
              <a:gd name="connsiteX313" fmla="*/ 2089654 w 2964740"/>
              <a:gd name="connsiteY313" fmla="*/ 1859153 h 3086914"/>
              <a:gd name="connsiteX314" fmla="*/ 2027427 w 2964740"/>
              <a:gd name="connsiteY314" fmla="*/ 1425438 h 3086914"/>
              <a:gd name="connsiteX315" fmla="*/ 2029626 w 2964740"/>
              <a:gd name="connsiteY315" fmla="*/ 1184838 h 3086914"/>
              <a:gd name="connsiteX316" fmla="*/ 2029626 w 2964740"/>
              <a:gd name="connsiteY316" fmla="*/ 1163498 h 3086914"/>
              <a:gd name="connsiteX317" fmla="*/ 1930421 w 2964740"/>
              <a:gd name="connsiteY317" fmla="*/ 1063967 h 3086914"/>
              <a:gd name="connsiteX318" fmla="*/ 1831216 w 2964740"/>
              <a:gd name="connsiteY318" fmla="*/ 1163498 h 3086914"/>
              <a:gd name="connsiteX319" fmla="*/ 1831216 w 2964740"/>
              <a:gd name="connsiteY319" fmla="*/ 1184838 h 3086914"/>
              <a:gd name="connsiteX320" fmla="*/ 2029626 w 2964740"/>
              <a:gd name="connsiteY320" fmla="*/ 1184838 h 3086914"/>
              <a:gd name="connsiteX321" fmla="*/ 1030899 w 2964740"/>
              <a:gd name="connsiteY321" fmla="*/ 1425438 h 3086914"/>
              <a:gd name="connsiteX322" fmla="*/ 1055578 w 2964740"/>
              <a:gd name="connsiteY322" fmla="*/ 1425438 h 3086914"/>
              <a:gd name="connsiteX323" fmla="*/ 1055578 w 2964740"/>
              <a:gd name="connsiteY323" fmla="*/ 1389030 h 3086914"/>
              <a:gd name="connsiteX324" fmla="*/ 1023813 w 2964740"/>
              <a:gd name="connsiteY324" fmla="*/ 1349446 h 3086914"/>
              <a:gd name="connsiteX325" fmla="*/ 1023650 w 2964740"/>
              <a:gd name="connsiteY325" fmla="*/ 1349446 h 3086914"/>
              <a:gd name="connsiteX326" fmla="*/ 1021858 w 2964740"/>
              <a:gd name="connsiteY326" fmla="*/ 1317681 h 3086914"/>
              <a:gd name="connsiteX327" fmla="*/ 1052402 w 2964740"/>
              <a:gd name="connsiteY327" fmla="*/ 1292920 h 3086914"/>
              <a:gd name="connsiteX328" fmla="*/ 1058510 w 2964740"/>
              <a:gd name="connsiteY328" fmla="*/ 1227517 h 3086914"/>
              <a:gd name="connsiteX329" fmla="*/ 1013876 w 2964740"/>
              <a:gd name="connsiteY329" fmla="*/ 1227517 h 3086914"/>
              <a:gd name="connsiteX330" fmla="*/ 1008093 w 2964740"/>
              <a:gd name="connsiteY330" fmla="*/ 1273861 h 3086914"/>
              <a:gd name="connsiteX331" fmla="*/ 964925 w 2964740"/>
              <a:gd name="connsiteY331" fmla="*/ 1273861 h 3086914"/>
              <a:gd name="connsiteX332" fmla="*/ 958572 w 2964740"/>
              <a:gd name="connsiteY332" fmla="*/ 1227517 h 3086914"/>
              <a:gd name="connsiteX333" fmla="*/ 933893 w 2964740"/>
              <a:gd name="connsiteY333" fmla="*/ 1227517 h 3086914"/>
              <a:gd name="connsiteX334" fmla="*/ 909296 w 2964740"/>
              <a:gd name="connsiteY334" fmla="*/ 1227517 h 3086914"/>
              <a:gd name="connsiteX335" fmla="*/ 902943 w 2964740"/>
              <a:gd name="connsiteY335" fmla="*/ 1273861 h 3086914"/>
              <a:gd name="connsiteX336" fmla="*/ 859775 w 2964740"/>
              <a:gd name="connsiteY336" fmla="*/ 1273861 h 3086914"/>
              <a:gd name="connsiteX337" fmla="*/ 853992 w 2964740"/>
              <a:gd name="connsiteY337" fmla="*/ 1227517 h 3086914"/>
              <a:gd name="connsiteX338" fmla="*/ 809358 w 2964740"/>
              <a:gd name="connsiteY338" fmla="*/ 1227517 h 3086914"/>
              <a:gd name="connsiteX339" fmla="*/ 815385 w 2964740"/>
              <a:gd name="connsiteY339" fmla="*/ 1292920 h 3086914"/>
              <a:gd name="connsiteX340" fmla="*/ 845929 w 2964740"/>
              <a:gd name="connsiteY340" fmla="*/ 1317681 h 3086914"/>
              <a:gd name="connsiteX341" fmla="*/ 844137 w 2964740"/>
              <a:gd name="connsiteY341" fmla="*/ 1349446 h 3086914"/>
              <a:gd name="connsiteX342" fmla="*/ 843974 w 2964740"/>
              <a:gd name="connsiteY342" fmla="*/ 1349446 h 3086914"/>
              <a:gd name="connsiteX343" fmla="*/ 812209 w 2964740"/>
              <a:gd name="connsiteY343" fmla="*/ 1389030 h 3086914"/>
              <a:gd name="connsiteX344" fmla="*/ 812209 w 2964740"/>
              <a:gd name="connsiteY344" fmla="*/ 1425438 h 3086914"/>
              <a:gd name="connsiteX345" fmla="*/ 836888 w 2964740"/>
              <a:gd name="connsiteY345" fmla="*/ 1425438 h 3086914"/>
              <a:gd name="connsiteX346" fmla="*/ 774824 w 2964740"/>
              <a:gd name="connsiteY346" fmla="*/ 1859153 h 3086914"/>
              <a:gd name="connsiteX347" fmla="*/ 933812 w 2964740"/>
              <a:gd name="connsiteY347" fmla="*/ 1859153 h 3086914"/>
              <a:gd name="connsiteX348" fmla="*/ 1092882 w 2964740"/>
              <a:gd name="connsiteY348" fmla="*/ 1859153 h 3086914"/>
              <a:gd name="connsiteX349" fmla="*/ 1030899 w 2964740"/>
              <a:gd name="connsiteY349" fmla="*/ 1425438 h 3086914"/>
              <a:gd name="connsiteX350" fmla="*/ 1482289 w 2964740"/>
              <a:gd name="connsiteY350" fmla="*/ 622107 h 3086914"/>
              <a:gd name="connsiteX351" fmla="*/ 1432198 w 2964740"/>
              <a:gd name="connsiteY351" fmla="*/ 572016 h 3086914"/>
              <a:gd name="connsiteX352" fmla="*/ 1382107 w 2964740"/>
              <a:gd name="connsiteY352" fmla="*/ 622107 h 3086914"/>
              <a:gd name="connsiteX353" fmla="*/ 1432198 w 2964740"/>
              <a:gd name="connsiteY353" fmla="*/ 672198 h 3086914"/>
              <a:gd name="connsiteX354" fmla="*/ 1482289 w 2964740"/>
              <a:gd name="connsiteY354" fmla="*/ 622107 h 3086914"/>
              <a:gd name="connsiteX355" fmla="*/ 1636879 w 2964740"/>
              <a:gd name="connsiteY355" fmla="*/ 1314016 h 3086914"/>
              <a:gd name="connsiteX356" fmla="*/ 1227517 w 2964740"/>
              <a:gd name="connsiteY356" fmla="*/ 1314016 h 3086914"/>
              <a:gd name="connsiteX357" fmla="*/ 1227517 w 2964740"/>
              <a:gd name="connsiteY357" fmla="*/ 1375836 h 3086914"/>
              <a:gd name="connsiteX358" fmla="*/ 1253010 w 2964740"/>
              <a:gd name="connsiteY358" fmla="*/ 1415501 h 3086914"/>
              <a:gd name="connsiteX359" fmla="*/ 1217336 w 2964740"/>
              <a:gd name="connsiteY359" fmla="*/ 1859072 h 3086914"/>
              <a:gd name="connsiteX360" fmla="*/ 1359871 w 2964740"/>
              <a:gd name="connsiteY360" fmla="*/ 1859072 h 3086914"/>
              <a:gd name="connsiteX361" fmla="*/ 1370623 w 2964740"/>
              <a:gd name="connsiteY361" fmla="*/ 1705133 h 3086914"/>
              <a:gd name="connsiteX362" fmla="*/ 1432117 w 2964740"/>
              <a:gd name="connsiteY362" fmla="*/ 1643558 h 3086914"/>
              <a:gd name="connsiteX363" fmla="*/ 1493610 w 2964740"/>
              <a:gd name="connsiteY363" fmla="*/ 1705133 h 3086914"/>
              <a:gd name="connsiteX364" fmla="*/ 1504362 w 2964740"/>
              <a:gd name="connsiteY364" fmla="*/ 1859072 h 3086914"/>
              <a:gd name="connsiteX365" fmla="*/ 1646897 w 2964740"/>
              <a:gd name="connsiteY365" fmla="*/ 1859072 h 3086914"/>
              <a:gd name="connsiteX366" fmla="*/ 1611223 w 2964740"/>
              <a:gd name="connsiteY366" fmla="*/ 1415501 h 3086914"/>
              <a:gd name="connsiteX367" fmla="*/ 1636716 w 2964740"/>
              <a:gd name="connsiteY367" fmla="*/ 1375836 h 3086914"/>
              <a:gd name="connsiteX368" fmla="*/ 1636879 w 2964740"/>
              <a:gd name="connsiteY368" fmla="*/ 1314016 h 3086914"/>
              <a:gd name="connsiteX369" fmla="*/ 1033180 w 2964740"/>
              <a:gd name="connsiteY369" fmla="*/ 1184838 h 3086914"/>
              <a:gd name="connsiteX370" fmla="*/ 1033180 w 2964740"/>
              <a:gd name="connsiteY370" fmla="*/ 1163498 h 3086914"/>
              <a:gd name="connsiteX371" fmla="*/ 933975 w 2964740"/>
              <a:gd name="connsiteY371" fmla="*/ 1063967 h 3086914"/>
              <a:gd name="connsiteX372" fmla="*/ 834770 w 2964740"/>
              <a:gd name="connsiteY372" fmla="*/ 1163498 h 3086914"/>
              <a:gd name="connsiteX373" fmla="*/ 834770 w 2964740"/>
              <a:gd name="connsiteY373" fmla="*/ 1184838 h 3086914"/>
              <a:gd name="connsiteX374" fmla="*/ 1033180 w 2964740"/>
              <a:gd name="connsiteY374" fmla="*/ 1184838 h 3086914"/>
              <a:gd name="connsiteX375" fmla="*/ 1588254 w 2964740"/>
              <a:gd name="connsiteY375" fmla="*/ 1265146 h 3086914"/>
              <a:gd name="connsiteX376" fmla="*/ 1578236 w 2964740"/>
              <a:gd name="connsiteY376" fmla="*/ 1162846 h 3086914"/>
              <a:gd name="connsiteX377" fmla="*/ 1613585 w 2964740"/>
              <a:gd name="connsiteY377" fmla="*/ 1111860 h 3086914"/>
              <a:gd name="connsiteX378" fmla="*/ 1617983 w 2964740"/>
              <a:gd name="connsiteY378" fmla="*/ 1029840 h 3086914"/>
              <a:gd name="connsiteX379" fmla="*/ 1550950 w 2964740"/>
              <a:gd name="connsiteY379" fmla="*/ 1029840 h 3086914"/>
              <a:gd name="connsiteX380" fmla="*/ 1544027 w 2964740"/>
              <a:gd name="connsiteY380" fmla="*/ 1081316 h 3086914"/>
              <a:gd name="connsiteX381" fmla="*/ 1484814 w 2964740"/>
              <a:gd name="connsiteY381" fmla="*/ 1081316 h 3086914"/>
              <a:gd name="connsiteX382" fmla="*/ 1477972 w 2964740"/>
              <a:gd name="connsiteY382" fmla="*/ 1029840 h 3086914"/>
              <a:gd name="connsiteX383" fmla="*/ 1386505 w 2964740"/>
              <a:gd name="connsiteY383" fmla="*/ 1029840 h 3086914"/>
              <a:gd name="connsiteX384" fmla="*/ 1379663 w 2964740"/>
              <a:gd name="connsiteY384" fmla="*/ 1081316 h 3086914"/>
              <a:gd name="connsiteX385" fmla="*/ 1320450 w 2964740"/>
              <a:gd name="connsiteY385" fmla="*/ 1081316 h 3086914"/>
              <a:gd name="connsiteX386" fmla="*/ 1313608 w 2964740"/>
              <a:gd name="connsiteY386" fmla="*/ 1029840 h 3086914"/>
              <a:gd name="connsiteX387" fmla="*/ 1246494 w 2964740"/>
              <a:gd name="connsiteY387" fmla="*/ 1029840 h 3086914"/>
              <a:gd name="connsiteX388" fmla="*/ 1250893 w 2964740"/>
              <a:gd name="connsiteY388" fmla="*/ 1111860 h 3086914"/>
              <a:gd name="connsiteX389" fmla="*/ 1286241 w 2964740"/>
              <a:gd name="connsiteY389" fmla="*/ 1162846 h 3086914"/>
              <a:gd name="connsiteX390" fmla="*/ 1276223 w 2964740"/>
              <a:gd name="connsiteY390" fmla="*/ 1265146 h 3086914"/>
              <a:gd name="connsiteX391" fmla="*/ 1588254 w 2964740"/>
              <a:gd name="connsiteY391" fmla="*/ 1265146 h 3086914"/>
              <a:gd name="connsiteX392" fmla="*/ 1795705 w 2964740"/>
              <a:gd name="connsiteY392" fmla="*/ 720009 h 3086914"/>
              <a:gd name="connsiteX393" fmla="*/ 1724925 w 2964740"/>
              <a:gd name="connsiteY393" fmla="*/ 744688 h 3086914"/>
              <a:gd name="connsiteX394" fmla="*/ 1726473 w 2964740"/>
              <a:gd name="connsiteY394" fmla="*/ 747376 h 3086914"/>
              <a:gd name="connsiteX395" fmla="*/ 1764184 w 2964740"/>
              <a:gd name="connsiteY395" fmla="*/ 746642 h 3086914"/>
              <a:gd name="connsiteX396" fmla="*/ 1818917 w 2964740"/>
              <a:gd name="connsiteY396" fmla="*/ 805448 h 3086914"/>
              <a:gd name="connsiteX397" fmla="*/ 1746591 w 2964740"/>
              <a:gd name="connsiteY397" fmla="*/ 891133 h 3086914"/>
              <a:gd name="connsiteX398" fmla="*/ 1726392 w 2964740"/>
              <a:gd name="connsiteY398" fmla="*/ 888282 h 3086914"/>
              <a:gd name="connsiteX399" fmla="*/ 1724925 w 2964740"/>
              <a:gd name="connsiteY399" fmla="*/ 891051 h 3086914"/>
              <a:gd name="connsiteX400" fmla="*/ 1790085 w 2964740"/>
              <a:gd name="connsiteY400" fmla="*/ 915893 h 3086914"/>
              <a:gd name="connsiteX401" fmla="*/ 1887986 w 2964740"/>
              <a:gd name="connsiteY401" fmla="*/ 813186 h 3086914"/>
              <a:gd name="connsiteX402" fmla="*/ 1795705 w 2964740"/>
              <a:gd name="connsiteY402" fmla="*/ 720009 h 3086914"/>
              <a:gd name="connsiteX403" fmla="*/ 1583041 w 2964740"/>
              <a:gd name="connsiteY403" fmla="*/ 967450 h 3086914"/>
              <a:gd name="connsiteX404" fmla="*/ 1583041 w 2964740"/>
              <a:gd name="connsiteY404" fmla="*/ 981948 h 3086914"/>
              <a:gd name="connsiteX405" fmla="*/ 1281273 w 2964740"/>
              <a:gd name="connsiteY405" fmla="*/ 981948 h 3086914"/>
              <a:gd name="connsiteX406" fmla="*/ 1281273 w 2964740"/>
              <a:gd name="connsiteY406" fmla="*/ 967450 h 3086914"/>
              <a:gd name="connsiteX407" fmla="*/ 1432198 w 2964740"/>
              <a:gd name="connsiteY407" fmla="*/ 702416 h 3086914"/>
              <a:gd name="connsiteX408" fmla="*/ 1583041 w 2964740"/>
              <a:gd name="connsiteY408" fmla="*/ 967450 h 308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2964740" h="3086914">
                <a:moveTo>
                  <a:pt x="1894258" y="2907646"/>
                </a:moveTo>
                <a:lnTo>
                  <a:pt x="1781451" y="2940795"/>
                </a:lnTo>
                <a:lnTo>
                  <a:pt x="1810447" y="3043421"/>
                </a:lnTo>
                <a:lnTo>
                  <a:pt x="1750745" y="3061014"/>
                </a:lnTo>
                <a:lnTo>
                  <a:pt x="1682328" y="2813898"/>
                </a:lnTo>
                <a:lnTo>
                  <a:pt x="1740727" y="2796712"/>
                </a:lnTo>
                <a:lnTo>
                  <a:pt x="1767767" y="2892170"/>
                </a:lnTo>
                <a:lnTo>
                  <a:pt x="1879515" y="2859347"/>
                </a:lnTo>
                <a:lnTo>
                  <a:pt x="1850357" y="2764458"/>
                </a:lnTo>
                <a:lnTo>
                  <a:pt x="1908430" y="2747354"/>
                </a:lnTo>
                <a:lnTo>
                  <a:pt x="1984992" y="2992108"/>
                </a:lnTo>
                <a:lnTo>
                  <a:pt x="1925616" y="3009619"/>
                </a:lnTo>
                <a:lnTo>
                  <a:pt x="1894258" y="2907646"/>
                </a:lnTo>
                <a:close/>
                <a:moveTo>
                  <a:pt x="2725688" y="960446"/>
                </a:moveTo>
                <a:cubicBezTo>
                  <a:pt x="2684149" y="982193"/>
                  <a:pt x="2635036" y="965903"/>
                  <a:pt x="2614266" y="926237"/>
                </a:cubicBezTo>
                <a:cubicBezTo>
                  <a:pt x="2593252" y="886083"/>
                  <a:pt x="2607913" y="836481"/>
                  <a:pt x="2649452" y="814815"/>
                </a:cubicBezTo>
                <a:cubicBezTo>
                  <a:pt x="2690991" y="793068"/>
                  <a:pt x="2740105" y="809358"/>
                  <a:pt x="2761037" y="849431"/>
                </a:cubicBezTo>
                <a:cubicBezTo>
                  <a:pt x="2781888" y="889097"/>
                  <a:pt x="2767227" y="938699"/>
                  <a:pt x="2725688" y="960446"/>
                </a:cubicBezTo>
                <a:moveTo>
                  <a:pt x="2810558" y="823449"/>
                </a:moveTo>
                <a:cubicBezTo>
                  <a:pt x="2774476" y="754624"/>
                  <a:pt x="2693516" y="724244"/>
                  <a:pt x="2621678" y="761873"/>
                </a:cubicBezTo>
                <a:cubicBezTo>
                  <a:pt x="2549840" y="799421"/>
                  <a:pt x="2528663" y="883395"/>
                  <a:pt x="2564664" y="952220"/>
                </a:cubicBezTo>
                <a:cubicBezTo>
                  <a:pt x="2600746" y="1021044"/>
                  <a:pt x="2681706" y="1051424"/>
                  <a:pt x="2753544" y="1013795"/>
                </a:cubicBezTo>
                <a:cubicBezTo>
                  <a:pt x="2825382" y="976084"/>
                  <a:pt x="2846640" y="892273"/>
                  <a:pt x="2810558" y="823449"/>
                </a:cubicBezTo>
                <a:moveTo>
                  <a:pt x="1727043" y="133332"/>
                </a:moveTo>
                <a:lnTo>
                  <a:pt x="1707169" y="280592"/>
                </a:lnTo>
                <a:lnTo>
                  <a:pt x="1646816" y="272365"/>
                </a:lnTo>
                <a:lnTo>
                  <a:pt x="1663594" y="138300"/>
                </a:lnTo>
                <a:cubicBezTo>
                  <a:pt x="1669133" y="93992"/>
                  <a:pt x="1659522" y="64345"/>
                  <a:pt x="1617006" y="58969"/>
                </a:cubicBezTo>
                <a:cubicBezTo>
                  <a:pt x="1573756" y="53593"/>
                  <a:pt x="1557059" y="80634"/>
                  <a:pt x="1551602" y="124210"/>
                </a:cubicBezTo>
                <a:lnTo>
                  <a:pt x="1534824" y="258274"/>
                </a:lnTo>
                <a:lnTo>
                  <a:pt x="1474389" y="251433"/>
                </a:lnTo>
                <a:lnTo>
                  <a:pt x="1491249" y="104906"/>
                </a:lnTo>
                <a:cubicBezTo>
                  <a:pt x="1500045" y="34371"/>
                  <a:pt x="1547285" y="-6597"/>
                  <a:pt x="1623929" y="3014"/>
                </a:cubicBezTo>
                <a:cubicBezTo>
                  <a:pt x="1700409" y="12543"/>
                  <a:pt x="1735758" y="63449"/>
                  <a:pt x="1727043" y="133332"/>
                </a:cubicBezTo>
                <a:moveTo>
                  <a:pt x="1289662" y="2830106"/>
                </a:moveTo>
                <a:lnTo>
                  <a:pt x="1344477" y="2831165"/>
                </a:lnTo>
                <a:lnTo>
                  <a:pt x="1474226" y="2988687"/>
                </a:lnTo>
                <a:lnTo>
                  <a:pt x="1473574" y="2833038"/>
                </a:lnTo>
                <a:lnTo>
                  <a:pt x="1533357" y="2834016"/>
                </a:lnTo>
                <a:lnTo>
                  <a:pt x="1533439" y="3090336"/>
                </a:lnTo>
                <a:lnTo>
                  <a:pt x="1473981" y="3089440"/>
                </a:lnTo>
                <a:lnTo>
                  <a:pt x="1473900" y="3083250"/>
                </a:lnTo>
                <a:cubicBezTo>
                  <a:pt x="1473981" y="3074453"/>
                  <a:pt x="1468687" y="3062317"/>
                  <a:pt x="1459239" y="3051647"/>
                </a:cubicBezTo>
                <a:lnTo>
                  <a:pt x="1345699" y="2912858"/>
                </a:lnTo>
                <a:lnTo>
                  <a:pt x="1341708" y="3087485"/>
                </a:lnTo>
                <a:lnTo>
                  <a:pt x="1281273" y="3086507"/>
                </a:lnTo>
                <a:lnTo>
                  <a:pt x="1289662" y="2830106"/>
                </a:lnTo>
                <a:close/>
                <a:moveTo>
                  <a:pt x="1926593" y="75177"/>
                </a:moveTo>
                <a:lnTo>
                  <a:pt x="1983281" y="95458"/>
                </a:lnTo>
                <a:lnTo>
                  <a:pt x="1936693" y="258274"/>
                </a:lnTo>
                <a:lnTo>
                  <a:pt x="2065626" y="137975"/>
                </a:lnTo>
                <a:lnTo>
                  <a:pt x="2099916" y="153857"/>
                </a:lnTo>
                <a:lnTo>
                  <a:pt x="2091690" y="329950"/>
                </a:lnTo>
                <a:lnTo>
                  <a:pt x="2184949" y="189369"/>
                </a:lnTo>
                <a:lnTo>
                  <a:pt x="2237565" y="219994"/>
                </a:lnTo>
                <a:lnTo>
                  <a:pt x="2089979" y="428829"/>
                </a:lnTo>
                <a:lnTo>
                  <a:pt x="2035816" y="403742"/>
                </a:lnTo>
                <a:lnTo>
                  <a:pt x="2043065" y="232700"/>
                </a:lnTo>
                <a:lnTo>
                  <a:pt x="1915760" y="348194"/>
                </a:lnTo>
                <a:lnTo>
                  <a:pt x="1860538" y="322701"/>
                </a:lnTo>
                <a:lnTo>
                  <a:pt x="1926593" y="75177"/>
                </a:lnTo>
                <a:close/>
                <a:moveTo>
                  <a:pt x="2387594" y="324085"/>
                </a:moveTo>
                <a:lnTo>
                  <a:pt x="2434183" y="362122"/>
                </a:lnTo>
                <a:lnTo>
                  <a:pt x="2336281" y="498875"/>
                </a:lnTo>
                <a:lnTo>
                  <a:pt x="2498120" y="428910"/>
                </a:lnTo>
                <a:lnTo>
                  <a:pt x="2525080" y="455299"/>
                </a:lnTo>
                <a:lnTo>
                  <a:pt x="2458210" y="618360"/>
                </a:lnTo>
                <a:lnTo>
                  <a:pt x="2592927" y="517527"/>
                </a:lnTo>
                <a:lnTo>
                  <a:pt x="2632348" y="563871"/>
                </a:lnTo>
                <a:lnTo>
                  <a:pt x="2423269" y="710886"/>
                </a:lnTo>
                <a:lnTo>
                  <a:pt x="2380671" y="669021"/>
                </a:lnTo>
                <a:lnTo>
                  <a:pt x="2444934" y="510359"/>
                </a:lnTo>
                <a:lnTo>
                  <a:pt x="2286271" y="576414"/>
                </a:lnTo>
                <a:lnTo>
                  <a:pt x="2242859" y="533816"/>
                </a:lnTo>
                <a:lnTo>
                  <a:pt x="2387594" y="324085"/>
                </a:lnTo>
                <a:close/>
                <a:moveTo>
                  <a:pt x="405208" y="2548456"/>
                </a:moveTo>
                <a:cubicBezTo>
                  <a:pt x="363995" y="2570773"/>
                  <a:pt x="314637" y="2555298"/>
                  <a:pt x="293298" y="2515876"/>
                </a:cubicBezTo>
                <a:cubicBezTo>
                  <a:pt x="290691" y="2511071"/>
                  <a:pt x="288574" y="2506021"/>
                  <a:pt x="287026" y="2500971"/>
                </a:cubicBezTo>
                <a:lnTo>
                  <a:pt x="448458" y="2484355"/>
                </a:lnTo>
                <a:cubicBezTo>
                  <a:pt x="445770" y="2510256"/>
                  <a:pt x="430702" y="2534609"/>
                  <a:pt x="405208" y="2548456"/>
                </a:cubicBezTo>
                <a:moveTo>
                  <a:pt x="326773" y="2403884"/>
                </a:moveTo>
                <a:cubicBezTo>
                  <a:pt x="367986" y="2381567"/>
                  <a:pt x="417263" y="2397042"/>
                  <a:pt x="438847" y="2436870"/>
                </a:cubicBezTo>
                <a:cubicBezTo>
                  <a:pt x="441209" y="2441187"/>
                  <a:pt x="443082" y="2445667"/>
                  <a:pt x="444548" y="2450228"/>
                </a:cubicBezTo>
                <a:lnTo>
                  <a:pt x="283687" y="2466925"/>
                </a:lnTo>
                <a:cubicBezTo>
                  <a:pt x="286782" y="2441351"/>
                  <a:pt x="301687" y="2417486"/>
                  <a:pt x="326773" y="2403884"/>
                </a:cubicBezTo>
                <a:moveTo>
                  <a:pt x="541147" y="2474826"/>
                </a:moveTo>
                <a:lnTo>
                  <a:pt x="537482" y="2440617"/>
                </a:lnTo>
                <a:lnTo>
                  <a:pt x="501563" y="2444364"/>
                </a:lnTo>
                <a:cubicBezTo>
                  <a:pt x="498549" y="2432798"/>
                  <a:pt x="494069" y="2421314"/>
                  <a:pt x="488042" y="2410237"/>
                </a:cubicBezTo>
                <a:cubicBezTo>
                  <a:pt x="450983" y="2341983"/>
                  <a:pt x="369534" y="2312824"/>
                  <a:pt x="298266" y="2351512"/>
                </a:cubicBezTo>
                <a:cubicBezTo>
                  <a:pt x="250211" y="2377576"/>
                  <a:pt x="225451" y="2424409"/>
                  <a:pt x="225858" y="2473034"/>
                </a:cubicBezTo>
                <a:lnTo>
                  <a:pt x="189043" y="2476862"/>
                </a:lnTo>
                <a:lnTo>
                  <a:pt x="193767" y="2510663"/>
                </a:lnTo>
                <a:lnTo>
                  <a:pt x="230175" y="2506917"/>
                </a:lnTo>
                <a:cubicBezTo>
                  <a:pt x="233188" y="2519053"/>
                  <a:pt x="237831" y="2531107"/>
                  <a:pt x="244021" y="2542592"/>
                </a:cubicBezTo>
                <a:cubicBezTo>
                  <a:pt x="281080" y="2610846"/>
                  <a:pt x="362529" y="2640086"/>
                  <a:pt x="433797" y="2601397"/>
                </a:cubicBezTo>
                <a:cubicBezTo>
                  <a:pt x="482341" y="2575090"/>
                  <a:pt x="507020" y="2527605"/>
                  <a:pt x="506205" y="2478491"/>
                </a:cubicBezTo>
                <a:lnTo>
                  <a:pt x="541147" y="2474826"/>
                </a:lnTo>
                <a:close/>
                <a:moveTo>
                  <a:pt x="2267620" y="2527605"/>
                </a:moveTo>
                <a:lnTo>
                  <a:pt x="2316896" y="2483460"/>
                </a:lnTo>
                <a:lnTo>
                  <a:pt x="2507324" y="2557334"/>
                </a:lnTo>
                <a:lnTo>
                  <a:pt x="2423187" y="2370734"/>
                </a:lnTo>
                <a:lnTo>
                  <a:pt x="2463667" y="2319584"/>
                </a:lnTo>
                <a:lnTo>
                  <a:pt x="2581605" y="2583071"/>
                </a:lnTo>
                <a:lnTo>
                  <a:pt x="2537379" y="2629986"/>
                </a:lnTo>
                <a:lnTo>
                  <a:pt x="2267620" y="2527605"/>
                </a:lnTo>
                <a:close/>
                <a:moveTo>
                  <a:pt x="1337229" y="253632"/>
                </a:moveTo>
                <a:lnTo>
                  <a:pt x="1283065" y="262591"/>
                </a:lnTo>
                <a:lnTo>
                  <a:pt x="1126764" y="131377"/>
                </a:lnTo>
                <a:lnTo>
                  <a:pt x="1155842" y="284257"/>
                </a:lnTo>
                <a:lnTo>
                  <a:pt x="1096873" y="294194"/>
                </a:lnTo>
                <a:lnTo>
                  <a:pt x="1049877" y="42190"/>
                </a:lnTo>
                <a:lnTo>
                  <a:pt x="1108520" y="32254"/>
                </a:lnTo>
                <a:lnTo>
                  <a:pt x="1109742" y="38362"/>
                </a:lnTo>
                <a:cubicBezTo>
                  <a:pt x="1111208" y="47077"/>
                  <a:pt x="1118701" y="57992"/>
                  <a:pt x="1129941" y="66788"/>
                </a:cubicBezTo>
                <a:lnTo>
                  <a:pt x="1266938" y="182527"/>
                </a:lnTo>
                <a:lnTo>
                  <a:pt x="1238920" y="10100"/>
                </a:lnTo>
                <a:lnTo>
                  <a:pt x="1298540" y="0"/>
                </a:lnTo>
                <a:lnTo>
                  <a:pt x="1337229" y="253632"/>
                </a:lnTo>
                <a:close/>
                <a:moveTo>
                  <a:pt x="2523858" y="2233086"/>
                </a:moveTo>
                <a:lnTo>
                  <a:pt x="2548700" y="2184135"/>
                </a:lnTo>
                <a:lnTo>
                  <a:pt x="2747028" y="2135998"/>
                </a:lnTo>
                <a:lnTo>
                  <a:pt x="2606691" y="2068803"/>
                </a:lnTo>
                <a:lnTo>
                  <a:pt x="2633651" y="2015454"/>
                </a:lnTo>
                <a:lnTo>
                  <a:pt x="2864477" y="2127039"/>
                </a:lnTo>
                <a:lnTo>
                  <a:pt x="2837762" y="2180144"/>
                </a:lnTo>
                <a:lnTo>
                  <a:pt x="2832142" y="2177456"/>
                </a:lnTo>
                <a:cubicBezTo>
                  <a:pt x="2824323" y="2173546"/>
                  <a:pt x="2811047" y="2172976"/>
                  <a:pt x="2797363" y="2176886"/>
                </a:cubicBezTo>
                <a:lnTo>
                  <a:pt x="2622981" y="2218587"/>
                </a:lnTo>
                <a:lnTo>
                  <a:pt x="2778467" y="2298245"/>
                </a:lnTo>
                <a:lnTo>
                  <a:pt x="2751263" y="2352245"/>
                </a:lnTo>
                <a:lnTo>
                  <a:pt x="2523858" y="2233086"/>
                </a:lnTo>
                <a:close/>
                <a:moveTo>
                  <a:pt x="230989" y="2015454"/>
                </a:moveTo>
                <a:lnTo>
                  <a:pt x="257542" y="2070513"/>
                </a:lnTo>
                <a:lnTo>
                  <a:pt x="168436" y="2113437"/>
                </a:lnTo>
                <a:cubicBezTo>
                  <a:pt x="203297" y="2137709"/>
                  <a:pt x="257786" y="2157012"/>
                  <a:pt x="298755" y="2155953"/>
                </a:cubicBezTo>
                <a:lnTo>
                  <a:pt x="326936" y="2214352"/>
                </a:lnTo>
                <a:cubicBezTo>
                  <a:pt x="278067" y="2218425"/>
                  <a:pt x="213641" y="2195375"/>
                  <a:pt x="173894" y="2171021"/>
                </a:cubicBezTo>
                <a:lnTo>
                  <a:pt x="101404" y="2336933"/>
                </a:lnTo>
                <a:lnTo>
                  <a:pt x="68336" y="2268353"/>
                </a:lnTo>
                <a:lnTo>
                  <a:pt x="128608" y="2132740"/>
                </a:lnTo>
                <a:lnTo>
                  <a:pt x="26634" y="2181935"/>
                </a:lnTo>
                <a:lnTo>
                  <a:pt x="0" y="2126876"/>
                </a:lnTo>
                <a:lnTo>
                  <a:pt x="230989" y="2015454"/>
                </a:lnTo>
                <a:close/>
                <a:moveTo>
                  <a:pt x="682542" y="2722349"/>
                </a:moveTo>
                <a:cubicBezTo>
                  <a:pt x="701275" y="2735137"/>
                  <a:pt x="720090" y="2735544"/>
                  <a:pt x="731248" y="2719173"/>
                </a:cubicBezTo>
                <a:cubicBezTo>
                  <a:pt x="741185" y="2704675"/>
                  <a:pt x="737357" y="2690095"/>
                  <a:pt x="714959" y="2674783"/>
                </a:cubicBezTo>
                <a:lnTo>
                  <a:pt x="681972" y="2652303"/>
                </a:lnTo>
                <a:lnTo>
                  <a:pt x="649555" y="2699869"/>
                </a:lnTo>
                <a:lnTo>
                  <a:pt x="682542" y="2722349"/>
                </a:lnTo>
                <a:close/>
                <a:moveTo>
                  <a:pt x="635465" y="2819273"/>
                </a:moveTo>
                <a:cubicBezTo>
                  <a:pt x="657863" y="2834504"/>
                  <a:pt x="675293" y="2831735"/>
                  <a:pt x="686207" y="2815771"/>
                </a:cubicBezTo>
                <a:cubicBezTo>
                  <a:pt x="695900" y="2801599"/>
                  <a:pt x="693130" y="2784169"/>
                  <a:pt x="670162" y="2768449"/>
                </a:cubicBezTo>
                <a:lnTo>
                  <a:pt x="624225" y="2737092"/>
                </a:lnTo>
                <a:lnTo>
                  <a:pt x="589527" y="2787916"/>
                </a:lnTo>
                <a:lnTo>
                  <a:pt x="635465" y="2819273"/>
                </a:lnTo>
                <a:close/>
                <a:moveTo>
                  <a:pt x="657456" y="2579732"/>
                </a:moveTo>
                <a:lnTo>
                  <a:pt x="741267" y="2636909"/>
                </a:lnTo>
                <a:cubicBezTo>
                  <a:pt x="802109" y="2678367"/>
                  <a:pt x="808706" y="2713553"/>
                  <a:pt x="786226" y="2746458"/>
                </a:cubicBezTo>
                <a:cubicBezTo>
                  <a:pt x="773032" y="2765843"/>
                  <a:pt x="752425" y="2775291"/>
                  <a:pt x="727420" y="2771544"/>
                </a:cubicBezTo>
                <a:cubicBezTo>
                  <a:pt x="750389" y="2798260"/>
                  <a:pt x="752507" y="2826359"/>
                  <a:pt x="735158" y="2851771"/>
                </a:cubicBezTo>
                <a:cubicBezTo>
                  <a:pt x="711375" y="2886550"/>
                  <a:pt x="671139" y="2899419"/>
                  <a:pt x="609727" y="2857554"/>
                </a:cubicBezTo>
                <a:lnTo>
                  <a:pt x="512884" y="2791499"/>
                </a:lnTo>
                <a:lnTo>
                  <a:pt x="657456" y="2579732"/>
                </a:lnTo>
                <a:close/>
                <a:moveTo>
                  <a:pt x="2886469" y="1944105"/>
                </a:moveTo>
                <a:lnTo>
                  <a:pt x="2857961" y="1893688"/>
                </a:lnTo>
                <a:cubicBezTo>
                  <a:pt x="2886061" y="1877968"/>
                  <a:pt x="2902188" y="1859072"/>
                  <a:pt x="2907564" y="1831786"/>
                </a:cubicBezTo>
                <a:cubicBezTo>
                  <a:pt x="2912369" y="1807352"/>
                  <a:pt x="2905772" y="1788130"/>
                  <a:pt x="2887446" y="1784465"/>
                </a:cubicBezTo>
                <a:cubicBezTo>
                  <a:pt x="2866595" y="1780392"/>
                  <a:pt x="2852749" y="1804420"/>
                  <a:pt x="2842568" y="1829262"/>
                </a:cubicBezTo>
                <a:cubicBezTo>
                  <a:pt x="2825382" y="1874791"/>
                  <a:pt x="2797445" y="1915679"/>
                  <a:pt x="2743933" y="1905091"/>
                </a:cubicBezTo>
                <a:cubicBezTo>
                  <a:pt x="2696122" y="1895642"/>
                  <a:pt x="2674131" y="1852067"/>
                  <a:pt x="2685941" y="1792039"/>
                </a:cubicBezTo>
                <a:cubicBezTo>
                  <a:pt x="2694005" y="1751478"/>
                  <a:pt x="2710294" y="1723704"/>
                  <a:pt x="2745318" y="1701468"/>
                </a:cubicBezTo>
                <a:lnTo>
                  <a:pt x="2772603" y="1750501"/>
                </a:lnTo>
                <a:cubicBezTo>
                  <a:pt x="2752648" y="1762636"/>
                  <a:pt x="2740186" y="1780311"/>
                  <a:pt x="2735544" y="1803687"/>
                </a:cubicBezTo>
                <a:cubicBezTo>
                  <a:pt x="2730738" y="1828121"/>
                  <a:pt x="2736603" y="1843515"/>
                  <a:pt x="2751019" y="1846366"/>
                </a:cubicBezTo>
                <a:cubicBezTo>
                  <a:pt x="2768938" y="1849868"/>
                  <a:pt x="2782295" y="1831542"/>
                  <a:pt x="2792558" y="1804094"/>
                </a:cubicBezTo>
                <a:cubicBezTo>
                  <a:pt x="2811617" y="1754817"/>
                  <a:pt x="2837029" y="1714011"/>
                  <a:pt x="2894125" y="1725333"/>
                </a:cubicBezTo>
                <a:cubicBezTo>
                  <a:pt x="2951302" y="1736654"/>
                  <a:pt x="2968732" y="1788211"/>
                  <a:pt x="2957736" y="1843597"/>
                </a:cubicBezTo>
                <a:cubicBezTo>
                  <a:pt x="2948533" y="1891000"/>
                  <a:pt x="2924342" y="1922439"/>
                  <a:pt x="2886469" y="1944105"/>
                </a:cubicBezTo>
                <a:moveTo>
                  <a:pt x="2714367" y="1367120"/>
                </a:moveTo>
                <a:lnTo>
                  <a:pt x="2701417" y="1307337"/>
                </a:lnTo>
                <a:lnTo>
                  <a:pt x="2798096" y="1286323"/>
                </a:lnTo>
                <a:cubicBezTo>
                  <a:pt x="2769834" y="1254558"/>
                  <a:pt x="2721453" y="1223200"/>
                  <a:pt x="2681299" y="1214648"/>
                </a:cubicBezTo>
                <a:lnTo>
                  <a:pt x="2667534" y="1151281"/>
                </a:lnTo>
                <a:cubicBezTo>
                  <a:pt x="2715996" y="1158774"/>
                  <a:pt x="2773255" y="1196159"/>
                  <a:pt x="2806241" y="1229146"/>
                </a:cubicBezTo>
                <a:lnTo>
                  <a:pt x="2915464" y="1084737"/>
                </a:lnTo>
                <a:lnTo>
                  <a:pt x="2931591" y="1159181"/>
                </a:lnTo>
                <a:lnTo>
                  <a:pt x="2841346" y="1276956"/>
                </a:lnTo>
                <a:lnTo>
                  <a:pt x="2951954" y="1252929"/>
                </a:lnTo>
                <a:lnTo>
                  <a:pt x="2964904" y="1312713"/>
                </a:lnTo>
                <a:lnTo>
                  <a:pt x="2714367" y="1367120"/>
                </a:lnTo>
                <a:close/>
                <a:moveTo>
                  <a:pt x="966717" y="338990"/>
                </a:moveTo>
                <a:lnTo>
                  <a:pt x="791521" y="421661"/>
                </a:lnTo>
                <a:lnTo>
                  <a:pt x="769774" y="375642"/>
                </a:lnTo>
                <a:lnTo>
                  <a:pt x="889667" y="319036"/>
                </a:lnTo>
                <a:lnTo>
                  <a:pt x="868409" y="273994"/>
                </a:lnTo>
                <a:lnTo>
                  <a:pt x="768308" y="321235"/>
                </a:lnTo>
                <a:lnTo>
                  <a:pt x="746642" y="275216"/>
                </a:lnTo>
                <a:lnTo>
                  <a:pt x="846662" y="227976"/>
                </a:lnTo>
                <a:lnTo>
                  <a:pt x="823693" y="179269"/>
                </a:lnTo>
                <a:lnTo>
                  <a:pt x="703800" y="235876"/>
                </a:lnTo>
                <a:lnTo>
                  <a:pt x="682053" y="189776"/>
                </a:lnTo>
                <a:lnTo>
                  <a:pt x="857331" y="107105"/>
                </a:lnTo>
                <a:lnTo>
                  <a:pt x="966717" y="338990"/>
                </a:lnTo>
                <a:close/>
                <a:moveTo>
                  <a:pt x="958084" y="2745481"/>
                </a:moveTo>
                <a:lnTo>
                  <a:pt x="1142891" y="2803635"/>
                </a:lnTo>
                <a:lnTo>
                  <a:pt x="1127660" y="2852179"/>
                </a:lnTo>
                <a:lnTo>
                  <a:pt x="1001170" y="2812350"/>
                </a:lnTo>
                <a:lnTo>
                  <a:pt x="986265" y="2859835"/>
                </a:lnTo>
                <a:lnTo>
                  <a:pt x="1091742" y="2893066"/>
                </a:lnTo>
                <a:lnTo>
                  <a:pt x="1076510" y="2941610"/>
                </a:lnTo>
                <a:lnTo>
                  <a:pt x="970953" y="2908460"/>
                </a:lnTo>
                <a:lnTo>
                  <a:pt x="954826" y="2959773"/>
                </a:lnTo>
                <a:lnTo>
                  <a:pt x="1081316" y="2999601"/>
                </a:lnTo>
                <a:lnTo>
                  <a:pt x="1066004" y="3048226"/>
                </a:lnTo>
                <a:lnTo>
                  <a:pt x="881196" y="2990072"/>
                </a:lnTo>
                <a:lnTo>
                  <a:pt x="958084" y="2745481"/>
                </a:lnTo>
                <a:close/>
                <a:moveTo>
                  <a:pt x="2163772" y="2789545"/>
                </a:moveTo>
                <a:lnTo>
                  <a:pt x="2148541" y="2687489"/>
                </a:lnTo>
                <a:lnTo>
                  <a:pt x="2234307" y="2745562"/>
                </a:lnTo>
                <a:lnTo>
                  <a:pt x="2163772" y="2789545"/>
                </a:lnTo>
                <a:close/>
                <a:moveTo>
                  <a:pt x="2327729" y="2808767"/>
                </a:moveTo>
                <a:lnTo>
                  <a:pt x="2379531" y="2770322"/>
                </a:lnTo>
                <a:lnTo>
                  <a:pt x="2144876" y="2619479"/>
                </a:lnTo>
                <a:lnTo>
                  <a:pt x="2090305" y="2653851"/>
                </a:lnTo>
                <a:lnTo>
                  <a:pt x="2125247" y="2930370"/>
                </a:lnTo>
                <a:lnTo>
                  <a:pt x="2180469" y="2901455"/>
                </a:lnTo>
                <a:lnTo>
                  <a:pt x="2171999" y="2844523"/>
                </a:lnTo>
                <a:lnTo>
                  <a:pt x="2280570" y="2776839"/>
                </a:lnTo>
                <a:lnTo>
                  <a:pt x="2327729" y="2808767"/>
                </a:lnTo>
                <a:close/>
                <a:moveTo>
                  <a:pt x="1432198" y="2344752"/>
                </a:moveTo>
                <a:cubicBezTo>
                  <a:pt x="1337880" y="2344752"/>
                  <a:pt x="1297563" y="2415450"/>
                  <a:pt x="1173028" y="2415450"/>
                </a:cubicBezTo>
                <a:cubicBezTo>
                  <a:pt x="1221001" y="2429622"/>
                  <a:pt x="1324930" y="2452591"/>
                  <a:pt x="1432198" y="2452591"/>
                </a:cubicBezTo>
                <a:cubicBezTo>
                  <a:pt x="1539548" y="2452591"/>
                  <a:pt x="1643395" y="2429622"/>
                  <a:pt x="1691368" y="2415450"/>
                </a:cubicBezTo>
                <a:cubicBezTo>
                  <a:pt x="1566833" y="2415450"/>
                  <a:pt x="1526516" y="2344752"/>
                  <a:pt x="1432198" y="2344752"/>
                </a:cubicBezTo>
                <a:moveTo>
                  <a:pt x="1917878" y="2191872"/>
                </a:moveTo>
                <a:cubicBezTo>
                  <a:pt x="1878782" y="2213538"/>
                  <a:pt x="1839605" y="2227873"/>
                  <a:pt x="1768338" y="2227873"/>
                </a:cubicBezTo>
                <a:cubicBezTo>
                  <a:pt x="1697070" y="2227873"/>
                  <a:pt x="1658300" y="2211420"/>
                  <a:pt x="1619205" y="2189755"/>
                </a:cubicBezTo>
                <a:cubicBezTo>
                  <a:pt x="1575711" y="2165646"/>
                  <a:pt x="1525294" y="2135021"/>
                  <a:pt x="1432117" y="2134288"/>
                </a:cubicBezTo>
                <a:cubicBezTo>
                  <a:pt x="1338939" y="2135102"/>
                  <a:pt x="1288522" y="2165646"/>
                  <a:pt x="1245028" y="2189755"/>
                </a:cubicBezTo>
                <a:cubicBezTo>
                  <a:pt x="1205933" y="2211420"/>
                  <a:pt x="1167163" y="2227873"/>
                  <a:pt x="1095895" y="2227873"/>
                </a:cubicBezTo>
                <a:cubicBezTo>
                  <a:pt x="1024628" y="2227873"/>
                  <a:pt x="985451" y="2213538"/>
                  <a:pt x="946355" y="2191872"/>
                </a:cubicBezTo>
                <a:cubicBezTo>
                  <a:pt x="902373" y="2167438"/>
                  <a:pt x="843485" y="2127446"/>
                  <a:pt x="745013" y="2138442"/>
                </a:cubicBezTo>
                <a:cubicBezTo>
                  <a:pt x="893984" y="2330010"/>
                  <a:pt x="1098502" y="2327077"/>
                  <a:pt x="1098502" y="2327077"/>
                </a:cubicBezTo>
                <a:cubicBezTo>
                  <a:pt x="1188747" y="2327077"/>
                  <a:pt x="1239979" y="2308670"/>
                  <a:pt x="1283961" y="2284235"/>
                </a:cubicBezTo>
                <a:cubicBezTo>
                  <a:pt x="1322486" y="2262814"/>
                  <a:pt x="1362559" y="2236995"/>
                  <a:pt x="1432117" y="2236343"/>
                </a:cubicBezTo>
                <a:cubicBezTo>
                  <a:pt x="1501674" y="2236995"/>
                  <a:pt x="1541665" y="2262733"/>
                  <a:pt x="1580272" y="2284235"/>
                </a:cubicBezTo>
                <a:cubicBezTo>
                  <a:pt x="1624336" y="2308670"/>
                  <a:pt x="1675486" y="2327077"/>
                  <a:pt x="1765731" y="2327077"/>
                </a:cubicBezTo>
                <a:cubicBezTo>
                  <a:pt x="1765731" y="2327077"/>
                  <a:pt x="1970250" y="2330010"/>
                  <a:pt x="2119220" y="2138442"/>
                </a:cubicBezTo>
                <a:cubicBezTo>
                  <a:pt x="2020829" y="2127446"/>
                  <a:pt x="1961942" y="2167356"/>
                  <a:pt x="1917878" y="2191872"/>
                </a:cubicBezTo>
                <a:moveTo>
                  <a:pt x="2114577" y="1920077"/>
                </a:moveTo>
                <a:cubicBezTo>
                  <a:pt x="2016757" y="1920077"/>
                  <a:pt x="1965607" y="1957951"/>
                  <a:pt x="1920403" y="1983037"/>
                </a:cubicBezTo>
                <a:cubicBezTo>
                  <a:pt x="1880330" y="2005273"/>
                  <a:pt x="1845796" y="2026857"/>
                  <a:pt x="1772736" y="2026857"/>
                </a:cubicBezTo>
                <a:cubicBezTo>
                  <a:pt x="1699676" y="2026857"/>
                  <a:pt x="1665060" y="2005273"/>
                  <a:pt x="1624988" y="1983037"/>
                </a:cubicBezTo>
                <a:cubicBezTo>
                  <a:pt x="1580109" y="1958114"/>
                  <a:pt x="1528878" y="1929933"/>
                  <a:pt x="1432198" y="1929525"/>
                </a:cubicBezTo>
                <a:cubicBezTo>
                  <a:pt x="1335437" y="1929851"/>
                  <a:pt x="1284287" y="1958114"/>
                  <a:pt x="1239408" y="1983037"/>
                </a:cubicBezTo>
                <a:cubicBezTo>
                  <a:pt x="1199336" y="2005273"/>
                  <a:pt x="1164801" y="2026857"/>
                  <a:pt x="1091660" y="2026857"/>
                </a:cubicBezTo>
                <a:cubicBezTo>
                  <a:pt x="1018600" y="2026857"/>
                  <a:pt x="983984" y="2005273"/>
                  <a:pt x="943993" y="1983037"/>
                </a:cubicBezTo>
                <a:cubicBezTo>
                  <a:pt x="898870" y="1957951"/>
                  <a:pt x="847639" y="1920077"/>
                  <a:pt x="749819" y="1920077"/>
                </a:cubicBezTo>
                <a:cubicBezTo>
                  <a:pt x="687999" y="1920077"/>
                  <a:pt x="614125" y="1939543"/>
                  <a:pt x="614125" y="1939543"/>
                </a:cubicBezTo>
                <a:lnTo>
                  <a:pt x="667148" y="2031825"/>
                </a:lnTo>
                <a:cubicBezTo>
                  <a:pt x="667148" y="2031825"/>
                  <a:pt x="711538" y="2023843"/>
                  <a:pt x="749737" y="2023843"/>
                </a:cubicBezTo>
                <a:cubicBezTo>
                  <a:pt x="822797" y="2023843"/>
                  <a:pt x="862218" y="2045346"/>
                  <a:pt x="902291" y="2067581"/>
                </a:cubicBezTo>
                <a:cubicBezTo>
                  <a:pt x="947414" y="2092667"/>
                  <a:pt x="985043" y="2127283"/>
                  <a:pt x="1082945" y="2127283"/>
                </a:cubicBezTo>
                <a:cubicBezTo>
                  <a:pt x="1180847" y="2127283"/>
                  <a:pt x="1234196" y="2095600"/>
                  <a:pt x="1279237" y="2070513"/>
                </a:cubicBezTo>
                <a:cubicBezTo>
                  <a:pt x="1319065" y="2048441"/>
                  <a:pt x="1360034" y="2029300"/>
                  <a:pt x="1432198" y="2029056"/>
                </a:cubicBezTo>
                <a:cubicBezTo>
                  <a:pt x="1504280" y="2029300"/>
                  <a:pt x="1545330" y="2048359"/>
                  <a:pt x="1585159" y="2070513"/>
                </a:cubicBezTo>
                <a:cubicBezTo>
                  <a:pt x="1630282" y="2095600"/>
                  <a:pt x="1683631" y="2127283"/>
                  <a:pt x="1781451" y="2127283"/>
                </a:cubicBezTo>
                <a:cubicBezTo>
                  <a:pt x="1879353" y="2127283"/>
                  <a:pt x="1916982" y="2092749"/>
                  <a:pt x="1962105" y="2067581"/>
                </a:cubicBezTo>
                <a:cubicBezTo>
                  <a:pt x="2002177" y="2045346"/>
                  <a:pt x="2041517" y="2023843"/>
                  <a:pt x="2114658" y="2023843"/>
                </a:cubicBezTo>
                <a:cubicBezTo>
                  <a:pt x="2152858" y="2023843"/>
                  <a:pt x="2197248" y="2031825"/>
                  <a:pt x="2197248" y="2031825"/>
                </a:cubicBezTo>
                <a:lnTo>
                  <a:pt x="2250271" y="1939543"/>
                </a:lnTo>
                <a:cubicBezTo>
                  <a:pt x="2250271" y="1939625"/>
                  <a:pt x="2176397" y="1920077"/>
                  <a:pt x="2114577" y="1920077"/>
                </a:cubicBezTo>
                <a:moveTo>
                  <a:pt x="1038800" y="776941"/>
                </a:moveTo>
                <a:lnTo>
                  <a:pt x="961016" y="759349"/>
                </a:lnTo>
                <a:lnTo>
                  <a:pt x="1015179" y="817910"/>
                </a:lnTo>
                <a:lnTo>
                  <a:pt x="961016" y="876472"/>
                </a:lnTo>
                <a:lnTo>
                  <a:pt x="1038800" y="858879"/>
                </a:lnTo>
                <a:lnTo>
                  <a:pt x="1062420" y="935034"/>
                </a:lnTo>
                <a:lnTo>
                  <a:pt x="1086040" y="858879"/>
                </a:lnTo>
                <a:lnTo>
                  <a:pt x="1163824" y="876472"/>
                </a:lnTo>
                <a:lnTo>
                  <a:pt x="1109660" y="817910"/>
                </a:lnTo>
                <a:lnTo>
                  <a:pt x="1163824" y="759349"/>
                </a:lnTo>
                <a:lnTo>
                  <a:pt x="1086040" y="776941"/>
                </a:lnTo>
                <a:lnTo>
                  <a:pt x="1062420" y="700787"/>
                </a:lnTo>
                <a:lnTo>
                  <a:pt x="1038800" y="776941"/>
                </a:lnTo>
                <a:close/>
                <a:moveTo>
                  <a:pt x="2027427" y="1425438"/>
                </a:moveTo>
                <a:lnTo>
                  <a:pt x="2052106" y="1425438"/>
                </a:lnTo>
                <a:lnTo>
                  <a:pt x="2052106" y="1389030"/>
                </a:lnTo>
                <a:cubicBezTo>
                  <a:pt x="2052106" y="1389030"/>
                  <a:pt x="2020422" y="1382514"/>
                  <a:pt x="2020422" y="1349446"/>
                </a:cubicBezTo>
                <a:lnTo>
                  <a:pt x="2020178" y="1349446"/>
                </a:lnTo>
                <a:lnTo>
                  <a:pt x="2018467" y="1317681"/>
                </a:lnTo>
                <a:lnTo>
                  <a:pt x="2049011" y="1292920"/>
                </a:lnTo>
                <a:lnTo>
                  <a:pt x="2055119" y="1227517"/>
                </a:lnTo>
                <a:lnTo>
                  <a:pt x="2010485" y="1227517"/>
                </a:lnTo>
                <a:lnTo>
                  <a:pt x="2004702" y="1273861"/>
                </a:lnTo>
                <a:lnTo>
                  <a:pt x="1961535" y="1273861"/>
                </a:lnTo>
                <a:lnTo>
                  <a:pt x="1955182" y="1227517"/>
                </a:lnTo>
                <a:lnTo>
                  <a:pt x="1930584" y="1227517"/>
                </a:lnTo>
                <a:lnTo>
                  <a:pt x="1905905" y="1227517"/>
                </a:lnTo>
                <a:lnTo>
                  <a:pt x="1899552" y="1273861"/>
                </a:lnTo>
                <a:lnTo>
                  <a:pt x="1856384" y="1273861"/>
                </a:lnTo>
                <a:lnTo>
                  <a:pt x="1850601" y="1227517"/>
                </a:lnTo>
                <a:lnTo>
                  <a:pt x="1805967" y="1227517"/>
                </a:lnTo>
                <a:lnTo>
                  <a:pt x="1812076" y="1292920"/>
                </a:lnTo>
                <a:lnTo>
                  <a:pt x="1842619" y="1317681"/>
                </a:lnTo>
                <a:lnTo>
                  <a:pt x="1840827" y="1349446"/>
                </a:lnTo>
                <a:lnTo>
                  <a:pt x="1840664" y="1349446"/>
                </a:lnTo>
                <a:cubicBezTo>
                  <a:pt x="1840664" y="1382514"/>
                  <a:pt x="1808899" y="1389030"/>
                  <a:pt x="1808899" y="1389030"/>
                </a:cubicBezTo>
                <a:lnTo>
                  <a:pt x="1808899" y="1425438"/>
                </a:lnTo>
                <a:lnTo>
                  <a:pt x="1833578" y="1425438"/>
                </a:lnTo>
                <a:cubicBezTo>
                  <a:pt x="1832519" y="1548263"/>
                  <a:pt x="1771514" y="1725821"/>
                  <a:pt x="1771514" y="1859153"/>
                </a:cubicBezTo>
                <a:lnTo>
                  <a:pt x="1930584" y="1859153"/>
                </a:lnTo>
                <a:lnTo>
                  <a:pt x="2089654" y="1859153"/>
                </a:lnTo>
                <a:cubicBezTo>
                  <a:pt x="2089491" y="1725740"/>
                  <a:pt x="2028486" y="1548263"/>
                  <a:pt x="2027427" y="1425438"/>
                </a:cubicBezTo>
                <a:moveTo>
                  <a:pt x="2029626" y="1184838"/>
                </a:moveTo>
                <a:lnTo>
                  <a:pt x="2029626" y="1163498"/>
                </a:lnTo>
                <a:cubicBezTo>
                  <a:pt x="2029626" y="1102248"/>
                  <a:pt x="1984584" y="1063967"/>
                  <a:pt x="1930421" y="1063967"/>
                </a:cubicBezTo>
                <a:cubicBezTo>
                  <a:pt x="1876257" y="1063967"/>
                  <a:pt x="1831216" y="1102248"/>
                  <a:pt x="1831216" y="1163498"/>
                </a:cubicBezTo>
                <a:lnTo>
                  <a:pt x="1831216" y="1184838"/>
                </a:lnTo>
                <a:lnTo>
                  <a:pt x="2029626" y="1184838"/>
                </a:lnTo>
                <a:close/>
                <a:moveTo>
                  <a:pt x="1030899" y="1425438"/>
                </a:moveTo>
                <a:lnTo>
                  <a:pt x="1055578" y="1425438"/>
                </a:lnTo>
                <a:lnTo>
                  <a:pt x="1055578" y="1389030"/>
                </a:lnTo>
                <a:cubicBezTo>
                  <a:pt x="1055578" y="1389030"/>
                  <a:pt x="1023813" y="1382514"/>
                  <a:pt x="1023813" y="1349446"/>
                </a:cubicBezTo>
                <a:lnTo>
                  <a:pt x="1023650" y="1349446"/>
                </a:lnTo>
                <a:lnTo>
                  <a:pt x="1021858" y="1317681"/>
                </a:lnTo>
                <a:lnTo>
                  <a:pt x="1052402" y="1292920"/>
                </a:lnTo>
                <a:lnTo>
                  <a:pt x="1058510" y="1227517"/>
                </a:lnTo>
                <a:lnTo>
                  <a:pt x="1013876" y="1227517"/>
                </a:lnTo>
                <a:lnTo>
                  <a:pt x="1008093" y="1273861"/>
                </a:lnTo>
                <a:lnTo>
                  <a:pt x="964925" y="1273861"/>
                </a:lnTo>
                <a:lnTo>
                  <a:pt x="958572" y="1227517"/>
                </a:lnTo>
                <a:lnTo>
                  <a:pt x="933893" y="1227517"/>
                </a:lnTo>
                <a:lnTo>
                  <a:pt x="909296" y="1227517"/>
                </a:lnTo>
                <a:lnTo>
                  <a:pt x="902943" y="1273861"/>
                </a:lnTo>
                <a:lnTo>
                  <a:pt x="859775" y="1273861"/>
                </a:lnTo>
                <a:lnTo>
                  <a:pt x="853992" y="1227517"/>
                </a:lnTo>
                <a:lnTo>
                  <a:pt x="809358" y="1227517"/>
                </a:lnTo>
                <a:lnTo>
                  <a:pt x="815385" y="1292920"/>
                </a:lnTo>
                <a:lnTo>
                  <a:pt x="845929" y="1317681"/>
                </a:lnTo>
                <a:lnTo>
                  <a:pt x="844137" y="1349446"/>
                </a:lnTo>
                <a:lnTo>
                  <a:pt x="843974" y="1349446"/>
                </a:lnTo>
                <a:cubicBezTo>
                  <a:pt x="843974" y="1382514"/>
                  <a:pt x="812209" y="1389030"/>
                  <a:pt x="812209" y="1389030"/>
                </a:cubicBezTo>
                <a:lnTo>
                  <a:pt x="812209" y="1425438"/>
                </a:lnTo>
                <a:lnTo>
                  <a:pt x="836888" y="1425438"/>
                </a:lnTo>
                <a:cubicBezTo>
                  <a:pt x="835829" y="1548263"/>
                  <a:pt x="774824" y="1725821"/>
                  <a:pt x="774824" y="1859153"/>
                </a:cubicBezTo>
                <a:lnTo>
                  <a:pt x="933812" y="1859153"/>
                </a:lnTo>
                <a:lnTo>
                  <a:pt x="1092882" y="1859153"/>
                </a:lnTo>
                <a:cubicBezTo>
                  <a:pt x="1092963" y="1725740"/>
                  <a:pt x="1031958" y="1548263"/>
                  <a:pt x="1030899" y="1425438"/>
                </a:cubicBezTo>
                <a:moveTo>
                  <a:pt x="1482289" y="622107"/>
                </a:moveTo>
                <a:cubicBezTo>
                  <a:pt x="1482289" y="594414"/>
                  <a:pt x="1459891" y="572016"/>
                  <a:pt x="1432198" y="572016"/>
                </a:cubicBezTo>
                <a:cubicBezTo>
                  <a:pt x="1404505" y="572016"/>
                  <a:pt x="1382107" y="594414"/>
                  <a:pt x="1382107" y="622107"/>
                </a:cubicBezTo>
                <a:cubicBezTo>
                  <a:pt x="1382107" y="649800"/>
                  <a:pt x="1404505" y="672198"/>
                  <a:pt x="1432198" y="672198"/>
                </a:cubicBezTo>
                <a:cubicBezTo>
                  <a:pt x="1459809" y="672198"/>
                  <a:pt x="1482289" y="649718"/>
                  <a:pt x="1482289" y="622107"/>
                </a:cubicBezTo>
                <a:moveTo>
                  <a:pt x="1636879" y="1314016"/>
                </a:moveTo>
                <a:lnTo>
                  <a:pt x="1227517" y="1314016"/>
                </a:lnTo>
                <a:lnTo>
                  <a:pt x="1227517" y="1375836"/>
                </a:lnTo>
                <a:cubicBezTo>
                  <a:pt x="1227517" y="1375836"/>
                  <a:pt x="1253010" y="1387157"/>
                  <a:pt x="1253010" y="1415501"/>
                </a:cubicBezTo>
                <a:cubicBezTo>
                  <a:pt x="1253010" y="1472189"/>
                  <a:pt x="1208865" y="1696907"/>
                  <a:pt x="1217336" y="1859072"/>
                </a:cubicBezTo>
                <a:lnTo>
                  <a:pt x="1359871" y="1859072"/>
                </a:lnTo>
                <a:lnTo>
                  <a:pt x="1370623" y="1705133"/>
                </a:lnTo>
                <a:cubicBezTo>
                  <a:pt x="1375347" y="1666282"/>
                  <a:pt x="1400351" y="1643558"/>
                  <a:pt x="1432117" y="1643558"/>
                </a:cubicBezTo>
                <a:cubicBezTo>
                  <a:pt x="1463963" y="1643558"/>
                  <a:pt x="1488886" y="1666201"/>
                  <a:pt x="1493610" y="1705133"/>
                </a:cubicBezTo>
                <a:lnTo>
                  <a:pt x="1504362" y="1859072"/>
                </a:lnTo>
                <a:lnTo>
                  <a:pt x="1646897" y="1859072"/>
                </a:lnTo>
                <a:cubicBezTo>
                  <a:pt x="1655368" y="1696907"/>
                  <a:pt x="1611223" y="1472271"/>
                  <a:pt x="1611223" y="1415501"/>
                </a:cubicBezTo>
                <a:cubicBezTo>
                  <a:pt x="1611223" y="1387157"/>
                  <a:pt x="1636716" y="1375836"/>
                  <a:pt x="1636716" y="1375836"/>
                </a:cubicBezTo>
                <a:lnTo>
                  <a:pt x="1636879" y="1314016"/>
                </a:lnTo>
                <a:moveTo>
                  <a:pt x="1033180" y="1184838"/>
                </a:moveTo>
                <a:lnTo>
                  <a:pt x="1033180" y="1163498"/>
                </a:lnTo>
                <a:cubicBezTo>
                  <a:pt x="1033180" y="1102248"/>
                  <a:pt x="988138" y="1063967"/>
                  <a:pt x="933975" y="1063967"/>
                </a:cubicBezTo>
                <a:cubicBezTo>
                  <a:pt x="879811" y="1063967"/>
                  <a:pt x="834770" y="1102248"/>
                  <a:pt x="834770" y="1163498"/>
                </a:cubicBezTo>
                <a:lnTo>
                  <a:pt x="834770" y="1184838"/>
                </a:lnTo>
                <a:lnTo>
                  <a:pt x="1033180" y="1184838"/>
                </a:lnTo>
                <a:close/>
                <a:moveTo>
                  <a:pt x="1588254" y="1265146"/>
                </a:moveTo>
                <a:cubicBezTo>
                  <a:pt x="1588254" y="1265146"/>
                  <a:pt x="1578236" y="1188340"/>
                  <a:pt x="1578236" y="1162846"/>
                </a:cubicBezTo>
                <a:cubicBezTo>
                  <a:pt x="1578236" y="1126032"/>
                  <a:pt x="1613585" y="1111860"/>
                  <a:pt x="1613585" y="1111860"/>
                </a:cubicBezTo>
                <a:lnTo>
                  <a:pt x="1617983" y="1029840"/>
                </a:lnTo>
                <a:lnTo>
                  <a:pt x="1550950" y="1029840"/>
                </a:lnTo>
                <a:lnTo>
                  <a:pt x="1544027" y="1081316"/>
                </a:lnTo>
                <a:lnTo>
                  <a:pt x="1484814" y="1081316"/>
                </a:lnTo>
                <a:lnTo>
                  <a:pt x="1477972" y="1029840"/>
                </a:lnTo>
                <a:lnTo>
                  <a:pt x="1386505" y="1029840"/>
                </a:lnTo>
                <a:lnTo>
                  <a:pt x="1379663" y="1081316"/>
                </a:lnTo>
                <a:lnTo>
                  <a:pt x="1320450" y="1081316"/>
                </a:lnTo>
                <a:lnTo>
                  <a:pt x="1313608" y="1029840"/>
                </a:lnTo>
                <a:lnTo>
                  <a:pt x="1246494" y="1029840"/>
                </a:lnTo>
                <a:lnTo>
                  <a:pt x="1250893" y="1111860"/>
                </a:lnTo>
                <a:cubicBezTo>
                  <a:pt x="1250893" y="1111860"/>
                  <a:pt x="1286241" y="1126032"/>
                  <a:pt x="1286241" y="1162846"/>
                </a:cubicBezTo>
                <a:cubicBezTo>
                  <a:pt x="1286241" y="1188340"/>
                  <a:pt x="1276223" y="1265146"/>
                  <a:pt x="1276223" y="1265146"/>
                </a:cubicBezTo>
                <a:lnTo>
                  <a:pt x="1588254" y="1265146"/>
                </a:lnTo>
                <a:close/>
                <a:moveTo>
                  <a:pt x="1795705" y="720009"/>
                </a:moveTo>
                <a:cubicBezTo>
                  <a:pt x="1768500" y="718543"/>
                  <a:pt x="1743577" y="728153"/>
                  <a:pt x="1724925" y="744688"/>
                </a:cubicBezTo>
                <a:cubicBezTo>
                  <a:pt x="1723622" y="745828"/>
                  <a:pt x="1724762" y="747945"/>
                  <a:pt x="1726473" y="747376"/>
                </a:cubicBezTo>
                <a:cubicBezTo>
                  <a:pt x="1738120" y="744036"/>
                  <a:pt x="1750908" y="743466"/>
                  <a:pt x="1764184" y="746642"/>
                </a:cubicBezTo>
                <a:cubicBezTo>
                  <a:pt x="1792284" y="753403"/>
                  <a:pt x="1814275" y="776941"/>
                  <a:pt x="1818917" y="805448"/>
                </a:cubicBezTo>
                <a:cubicBezTo>
                  <a:pt x="1826411" y="851386"/>
                  <a:pt x="1791143" y="891133"/>
                  <a:pt x="1746591" y="891133"/>
                </a:cubicBezTo>
                <a:cubicBezTo>
                  <a:pt x="1739586" y="891133"/>
                  <a:pt x="1732826" y="890155"/>
                  <a:pt x="1726392" y="888282"/>
                </a:cubicBezTo>
                <a:cubicBezTo>
                  <a:pt x="1724762" y="887793"/>
                  <a:pt x="1723704" y="889911"/>
                  <a:pt x="1724925" y="891051"/>
                </a:cubicBezTo>
                <a:cubicBezTo>
                  <a:pt x="1742274" y="906527"/>
                  <a:pt x="1765080" y="915893"/>
                  <a:pt x="1790085" y="915893"/>
                </a:cubicBezTo>
                <a:cubicBezTo>
                  <a:pt x="1845796" y="915893"/>
                  <a:pt x="1890593" y="869467"/>
                  <a:pt x="1887986" y="813186"/>
                </a:cubicBezTo>
                <a:cubicBezTo>
                  <a:pt x="1885787" y="763665"/>
                  <a:pt x="1845225" y="722778"/>
                  <a:pt x="1795705" y="720009"/>
                </a:cubicBezTo>
                <a:moveTo>
                  <a:pt x="1583041" y="967450"/>
                </a:moveTo>
                <a:lnTo>
                  <a:pt x="1583041" y="981948"/>
                </a:lnTo>
                <a:lnTo>
                  <a:pt x="1281273" y="981948"/>
                </a:lnTo>
                <a:lnTo>
                  <a:pt x="1281273" y="967450"/>
                </a:lnTo>
                <a:cubicBezTo>
                  <a:pt x="1281273" y="932509"/>
                  <a:pt x="1432198" y="702416"/>
                  <a:pt x="1432198" y="702416"/>
                </a:cubicBezTo>
                <a:cubicBezTo>
                  <a:pt x="1432198" y="702416"/>
                  <a:pt x="1583041" y="932509"/>
                  <a:pt x="1583041" y="967450"/>
                </a:cubicBezTo>
                <a:close/>
              </a:path>
            </a:pathLst>
          </a:custGeom>
          <a:solidFill>
            <a:srgbClr val="0D142D"/>
          </a:solidFill>
          <a:ln w="8132" cap="flat">
            <a:noFill/>
            <a:prstDash val="solid"/>
            <a:miter/>
          </a:ln>
        </p:spPr>
        <p:txBody>
          <a:bodyPr rtlCol="0" anchor="ctr"/>
          <a:lstStyle/>
          <a:p>
            <a:endParaRPr lang="da-DK" sz="570" dirty="0"/>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rgbClr val="000C2E"/>
                </a:solidFill>
              </a:defRPr>
            </a:lvl1pPr>
          </a:lstStyle>
          <a:p>
            <a:r>
              <a:rPr lang="da-DK" dirty="0"/>
              <a:t>Indsæt titel</a:t>
            </a:r>
          </a:p>
        </p:txBody>
      </p:sp>
      <p:sp>
        <p:nvSpPr>
          <p:cNvPr id="17" name="Subtitle 2">
            <a:extLst>
              <a:ext uri="{FF2B5EF4-FFF2-40B4-BE49-F238E27FC236}">
                <a16:creationId xmlns:a16="http://schemas.microsoft.com/office/drawing/2014/main" id="{90F374D4-48CD-43E3-AA3B-8D32C614D9D6}"/>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accent2"/>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22" name="Text Placeholder 7">
            <a:extLst>
              <a:ext uri="{FF2B5EF4-FFF2-40B4-BE49-F238E27FC236}">
                <a16:creationId xmlns:a16="http://schemas.microsoft.com/office/drawing/2014/main" id="{9E3E11BE-989A-4C63-8421-725A43313A49}"/>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C5DC236B-2E87-4C2A-AAE6-A79FFE842712}"/>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7D9E04BB-4195-42F1-BBEA-46C84B7F6FE4}"/>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Date_GeneralDate">
            <a:extLst>
              <a:ext uri="{FF2B5EF4-FFF2-40B4-BE49-F238E27FC236}">
                <a16:creationId xmlns:a16="http://schemas.microsoft.com/office/drawing/2014/main" id="{125CBAF4-E939-4FC7-BFFB-CD49521AFFB4}"/>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E57BF5BC-36D1-44B8-A75B-23FB8A873A38}"/>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DDE8D2D8-C7CF-4116-9800-4642E66B9A60}"/>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38264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orside lys/mø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991F9A-7F11-4119-AA5A-7CE875573D4E}"/>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15" name="Graphic 7">
            <a:extLst>
              <a:ext uri="{FF2B5EF4-FFF2-40B4-BE49-F238E27FC236}">
                <a16:creationId xmlns:a16="http://schemas.microsoft.com/office/drawing/2014/main" id="{A2506A83-7F56-4B42-B699-2119B672DFA1}"/>
              </a:ext>
            </a:extLst>
          </p:cNvPr>
          <p:cNvSpPr/>
          <p:nvPr/>
        </p:nvSpPr>
        <p:spPr>
          <a:xfrm>
            <a:off x="10442659" y="5068884"/>
            <a:ext cx="1026802" cy="1069115"/>
          </a:xfrm>
          <a:custGeom>
            <a:avLst/>
            <a:gdLst>
              <a:gd name="connsiteX0" fmla="*/ 1894258 w 2964740"/>
              <a:gd name="connsiteY0" fmla="*/ 2907646 h 3086914"/>
              <a:gd name="connsiteX1" fmla="*/ 1781451 w 2964740"/>
              <a:gd name="connsiteY1" fmla="*/ 2940795 h 3086914"/>
              <a:gd name="connsiteX2" fmla="*/ 1810447 w 2964740"/>
              <a:gd name="connsiteY2" fmla="*/ 3043421 h 3086914"/>
              <a:gd name="connsiteX3" fmla="*/ 1750745 w 2964740"/>
              <a:gd name="connsiteY3" fmla="*/ 3061014 h 3086914"/>
              <a:gd name="connsiteX4" fmla="*/ 1682328 w 2964740"/>
              <a:gd name="connsiteY4" fmla="*/ 2813898 h 3086914"/>
              <a:gd name="connsiteX5" fmla="*/ 1740727 w 2964740"/>
              <a:gd name="connsiteY5" fmla="*/ 2796712 h 3086914"/>
              <a:gd name="connsiteX6" fmla="*/ 1767767 w 2964740"/>
              <a:gd name="connsiteY6" fmla="*/ 2892170 h 3086914"/>
              <a:gd name="connsiteX7" fmla="*/ 1879515 w 2964740"/>
              <a:gd name="connsiteY7" fmla="*/ 2859347 h 3086914"/>
              <a:gd name="connsiteX8" fmla="*/ 1850357 w 2964740"/>
              <a:gd name="connsiteY8" fmla="*/ 2764458 h 3086914"/>
              <a:gd name="connsiteX9" fmla="*/ 1908430 w 2964740"/>
              <a:gd name="connsiteY9" fmla="*/ 2747354 h 3086914"/>
              <a:gd name="connsiteX10" fmla="*/ 1984992 w 2964740"/>
              <a:gd name="connsiteY10" fmla="*/ 2992108 h 3086914"/>
              <a:gd name="connsiteX11" fmla="*/ 1925616 w 2964740"/>
              <a:gd name="connsiteY11" fmla="*/ 3009619 h 3086914"/>
              <a:gd name="connsiteX12" fmla="*/ 1894258 w 2964740"/>
              <a:gd name="connsiteY12" fmla="*/ 2907646 h 3086914"/>
              <a:gd name="connsiteX13" fmla="*/ 2725688 w 2964740"/>
              <a:gd name="connsiteY13" fmla="*/ 960446 h 3086914"/>
              <a:gd name="connsiteX14" fmla="*/ 2614266 w 2964740"/>
              <a:gd name="connsiteY14" fmla="*/ 926237 h 3086914"/>
              <a:gd name="connsiteX15" fmla="*/ 2649452 w 2964740"/>
              <a:gd name="connsiteY15" fmla="*/ 814815 h 3086914"/>
              <a:gd name="connsiteX16" fmla="*/ 2761037 w 2964740"/>
              <a:gd name="connsiteY16" fmla="*/ 849431 h 3086914"/>
              <a:gd name="connsiteX17" fmla="*/ 2725688 w 2964740"/>
              <a:gd name="connsiteY17" fmla="*/ 960446 h 3086914"/>
              <a:gd name="connsiteX18" fmla="*/ 2810558 w 2964740"/>
              <a:gd name="connsiteY18" fmla="*/ 823449 h 3086914"/>
              <a:gd name="connsiteX19" fmla="*/ 2621678 w 2964740"/>
              <a:gd name="connsiteY19" fmla="*/ 761873 h 3086914"/>
              <a:gd name="connsiteX20" fmla="*/ 2564664 w 2964740"/>
              <a:gd name="connsiteY20" fmla="*/ 952220 h 3086914"/>
              <a:gd name="connsiteX21" fmla="*/ 2753544 w 2964740"/>
              <a:gd name="connsiteY21" fmla="*/ 1013795 h 3086914"/>
              <a:gd name="connsiteX22" fmla="*/ 2810558 w 2964740"/>
              <a:gd name="connsiteY22" fmla="*/ 823449 h 3086914"/>
              <a:gd name="connsiteX23" fmla="*/ 1727043 w 2964740"/>
              <a:gd name="connsiteY23" fmla="*/ 133332 h 3086914"/>
              <a:gd name="connsiteX24" fmla="*/ 1707169 w 2964740"/>
              <a:gd name="connsiteY24" fmla="*/ 280592 h 3086914"/>
              <a:gd name="connsiteX25" fmla="*/ 1646816 w 2964740"/>
              <a:gd name="connsiteY25" fmla="*/ 272365 h 3086914"/>
              <a:gd name="connsiteX26" fmla="*/ 1663594 w 2964740"/>
              <a:gd name="connsiteY26" fmla="*/ 138300 h 3086914"/>
              <a:gd name="connsiteX27" fmla="*/ 1617006 w 2964740"/>
              <a:gd name="connsiteY27" fmla="*/ 58969 h 3086914"/>
              <a:gd name="connsiteX28" fmla="*/ 1551602 w 2964740"/>
              <a:gd name="connsiteY28" fmla="*/ 124210 h 3086914"/>
              <a:gd name="connsiteX29" fmla="*/ 1534824 w 2964740"/>
              <a:gd name="connsiteY29" fmla="*/ 258274 h 3086914"/>
              <a:gd name="connsiteX30" fmla="*/ 1474389 w 2964740"/>
              <a:gd name="connsiteY30" fmla="*/ 251433 h 3086914"/>
              <a:gd name="connsiteX31" fmla="*/ 1491249 w 2964740"/>
              <a:gd name="connsiteY31" fmla="*/ 104906 h 3086914"/>
              <a:gd name="connsiteX32" fmla="*/ 1623929 w 2964740"/>
              <a:gd name="connsiteY32" fmla="*/ 3014 h 3086914"/>
              <a:gd name="connsiteX33" fmla="*/ 1727043 w 2964740"/>
              <a:gd name="connsiteY33" fmla="*/ 133332 h 3086914"/>
              <a:gd name="connsiteX34" fmla="*/ 1289662 w 2964740"/>
              <a:gd name="connsiteY34" fmla="*/ 2830106 h 3086914"/>
              <a:gd name="connsiteX35" fmla="*/ 1344477 w 2964740"/>
              <a:gd name="connsiteY35" fmla="*/ 2831165 h 3086914"/>
              <a:gd name="connsiteX36" fmla="*/ 1474226 w 2964740"/>
              <a:gd name="connsiteY36" fmla="*/ 2988687 h 3086914"/>
              <a:gd name="connsiteX37" fmla="*/ 1473574 w 2964740"/>
              <a:gd name="connsiteY37" fmla="*/ 2833038 h 3086914"/>
              <a:gd name="connsiteX38" fmla="*/ 1533357 w 2964740"/>
              <a:gd name="connsiteY38" fmla="*/ 2834016 h 3086914"/>
              <a:gd name="connsiteX39" fmla="*/ 1533439 w 2964740"/>
              <a:gd name="connsiteY39" fmla="*/ 3090336 h 3086914"/>
              <a:gd name="connsiteX40" fmla="*/ 1473981 w 2964740"/>
              <a:gd name="connsiteY40" fmla="*/ 3089440 h 3086914"/>
              <a:gd name="connsiteX41" fmla="*/ 1473900 w 2964740"/>
              <a:gd name="connsiteY41" fmla="*/ 3083250 h 3086914"/>
              <a:gd name="connsiteX42" fmla="*/ 1459239 w 2964740"/>
              <a:gd name="connsiteY42" fmla="*/ 3051647 h 3086914"/>
              <a:gd name="connsiteX43" fmla="*/ 1345699 w 2964740"/>
              <a:gd name="connsiteY43" fmla="*/ 2912858 h 3086914"/>
              <a:gd name="connsiteX44" fmla="*/ 1341708 w 2964740"/>
              <a:gd name="connsiteY44" fmla="*/ 3087485 h 3086914"/>
              <a:gd name="connsiteX45" fmla="*/ 1281273 w 2964740"/>
              <a:gd name="connsiteY45" fmla="*/ 3086507 h 3086914"/>
              <a:gd name="connsiteX46" fmla="*/ 1289662 w 2964740"/>
              <a:gd name="connsiteY46" fmla="*/ 2830106 h 3086914"/>
              <a:gd name="connsiteX47" fmla="*/ 1926593 w 2964740"/>
              <a:gd name="connsiteY47" fmla="*/ 75177 h 3086914"/>
              <a:gd name="connsiteX48" fmla="*/ 1983281 w 2964740"/>
              <a:gd name="connsiteY48" fmla="*/ 95458 h 3086914"/>
              <a:gd name="connsiteX49" fmla="*/ 1936693 w 2964740"/>
              <a:gd name="connsiteY49" fmla="*/ 258274 h 3086914"/>
              <a:gd name="connsiteX50" fmla="*/ 2065626 w 2964740"/>
              <a:gd name="connsiteY50" fmla="*/ 137975 h 3086914"/>
              <a:gd name="connsiteX51" fmla="*/ 2099916 w 2964740"/>
              <a:gd name="connsiteY51" fmla="*/ 153857 h 3086914"/>
              <a:gd name="connsiteX52" fmla="*/ 2091690 w 2964740"/>
              <a:gd name="connsiteY52" fmla="*/ 329950 h 3086914"/>
              <a:gd name="connsiteX53" fmla="*/ 2184949 w 2964740"/>
              <a:gd name="connsiteY53" fmla="*/ 189369 h 3086914"/>
              <a:gd name="connsiteX54" fmla="*/ 2237565 w 2964740"/>
              <a:gd name="connsiteY54" fmla="*/ 219994 h 3086914"/>
              <a:gd name="connsiteX55" fmla="*/ 2089979 w 2964740"/>
              <a:gd name="connsiteY55" fmla="*/ 428829 h 3086914"/>
              <a:gd name="connsiteX56" fmla="*/ 2035816 w 2964740"/>
              <a:gd name="connsiteY56" fmla="*/ 403742 h 3086914"/>
              <a:gd name="connsiteX57" fmla="*/ 2043065 w 2964740"/>
              <a:gd name="connsiteY57" fmla="*/ 232700 h 3086914"/>
              <a:gd name="connsiteX58" fmla="*/ 1915760 w 2964740"/>
              <a:gd name="connsiteY58" fmla="*/ 348194 h 3086914"/>
              <a:gd name="connsiteX59" fmla="*/ 1860538 w 2964740"/>
              <a:gd name="connsiteY59" fmla="*/ 322701 h 3086914"/>
              <a:gd name="connsiteX60" fmla="*/ 1926593 w 2964740"/>
              <a:gd name="connsiteY60" fmla="*/ 75177 h 3086914"/>
              <a:gd name="connsiteX61" fmla="*/ 2387594 w 2964740"/>
              <a:gd name="connsiteY61" fmla="*/ 324085 h 3086914"/>
              <a:gd name="connsiteX62" fmla="*/ 2434183 w 2964740"/>
              <a:gd name="connsiteY62" fmla="*/ 362122 h 3086914"/>
              <a:gd name="connsiteX63" fmla="*/ 2336281 w 2964740"/>
              <a:gd name="connsiteY63" fmla="*/ 498875 h 3086914"/>
              <a:gd name="connsiteX64" fmla="*/ 2498120 w 2964740"/>
              <a:gd name="connsiteY64" fmla="*/ 428910 h 3086914"/>
              <a:gd name="connsiteX65" fmla="*/ 2525080 w 2964740"/>
              <a:gd name="connsiteY65" fmla="*/ 455299 h 3086914"/>
              <a:gd name="connsiteX66" fmla="*/ 2458210 w 2964740"/>
              <a:gd name="connsiteY66" fmla="*/ 618360 h 3086914"/>
              <a:gd name="connsiteX67" fmla="*/ 2592927 w 2964740"/>
              <a:gd name="connsiteY67" fmla="*/ 517527 h 3086914"/>
              <a:gd name="connsiteX68" fmla="*/ 2632348 w 2964740"/>
              <a:gd name="connsiteY68" fmla="*/ 563871 h 3086914"/>
              <a:gd name="connsiteX69" fmla="*/ 2423269 w 2964740"/>
              <a:gd name="connsiteY69" fmla="*/ 710886 h 3086914"/>
              <a:gd name="connsiteX70" fmla="*/ 2380671 w 2964740"/>
              <a:gd name="connsiteY70" fmla="*/ 669021 h 3086914"/>
              <a:gd name="connsiteX71" fmla="*/ 2444934 w 2964740"/>
              <a:gd name="connsiteY71" fmla="*/ 510359 h 3086914"/>
              <a:gd name="connsiteX72" fmla="*/ 2286271 w 2964740"/>
              <a:gd name="connsiteY72" fmla="*/ 576414 h 3086914"/>
              <a:gd name="connsiteX73" fmla="*/ 2242859 w 2964740"/>
              <a:gd name="connsiteY73" fmla="*/ 533816 h 3086914"/>
              <a:gd name="connsiteX74" fmla="*/ 2387594 w 2964740"/>
              <a:gd name="connsiteY74" fmla="*/ 324085 h 3086914"/>
              <a:gd name="connsiteX75" fmla="*/ 405208 w 2964740"/>
              <a:gd name="connsiteY75" fmla="*/ 2548456 h 3086914"/>
              <a:gd name="connsiteX76" fmla="*/ 293298 w 2964740"/>
              <a:gd name="connsiteY76" fmla="*/ 2515876 h 3086914"/>
              <a:gd name="connsiteX77" fmla="*/ 287026 w 2964740"/>
              <a:gd name="connsiteY77" fmla="*/ 2500971 h 3086914"/>
              <a:gd name="connsiteX78" fmla="*/ 448458 w 2964740"/>
              <a:gd name="connsiteY78" fmla="*/ 2484355 h 3086914"/>
              <a:gd name="connsiteX79" fmla="*/ 405208 w 2964740"/>
              <a:gd name="connsiteY79" fmla="*/ 2548456 h 3086914"/>
              <a:gd name="connsiteX80" fmla="*/ 326773 w 2964740"/>
              <a:gd name="connsiteY80" fmla="*/ 2403884 h 3086914"/>
              <a:gd name="connsiteX81" fmla="*/ 438847 w 2964740"/>
              <a:gd name="connsiteY81" fmla="*/ 2436870 h 3086914"/>
              <a:gd name="connsiteX82" fmla="*/ 444548 w 2964740"/>
              <a:gd name="connsiteY82" fmla="*/ 2450228 h 3086914"/>
              <a:gd name="connsiteX83" fmla="*/ 283687 w 2964740"/>
              <a:gd name="connsiteY83" fmla="*/ 2466925 h 3086914"/>
              <a:gd name="connsiteX84" fmla="*/ 326773 w 2964740"/>
              <a:gd name="connsiteY84" fmla="*/ 2403884 h 3086914"/>
              <a:gd name="connsiteX85" fmla="*/ 541147 w 2964740"/>
              <a:gd name="connsiteY85" fmla="*/ 2474826 h 3086914"/>
              <a:gd name="connsiteX86" fmla="*/ 537482 w 2964740"/>
              <a:gd name="connsiteY86" fmla="*/ 2440617 h 3086914"/>
              <a:gd name="connsiteX87" fmla="*/ 501563 w 2964740"/>
              <a:gd name="connsiteY87" fmla="*/ 2444364 h 3086914"/>
              <a:gd name="connsiteX88" fmla="*/ 488042 w 2964740"/>
              <a:gd name="connsiteY88" fmla="*/ 2410237 h 3086914"/>
              <a:gd name="connsiteX89" fmla="*/ 298266 w 2964740"/>
              <a:gd name="connsiteY89" fmla="*/ 2351512 h 3086914"/>
              <a:gd name="connsiteX90" fmla="*/ 225858 w 2964740"/>
              <a:gd name="connsiteY90" fmla="*/ 2473034 h 3086914"/>
              <a:gd name="connsiteX91" fmla="*/ 189043 w 2964740"/>
              <a:gd name="connsiteY91" fmla="*/ 2476862 h 3086914"/>
              <a:gd name="connsiteX92" fmla="*/ 193767 w 2964740"/>
              <a:gd name="connsiteY92" fmla="*/ 2510663 h 3086914"/>
              <a:gd name="connsiteX93" fmla="*/ 230175 w 2964740"/>
              <a:gd name="connsiteY93" fmla="*/ 2506917 h 3086914"/>
              <a:gd name="connsiteX94" fmla="*/ 244021 w 2964740"/>
              <a:gd name="connsiteY94" fmla="*/ 2542592 h 3086914"/>
              <a:gd name="connsiteX95" fmla="*/ 433797 w 2964740"/>
              <a:gd name="connsiteY95" fmla="*/ 2601397 h 3086914"/>
              <a:gd name="connsiteX96" fmla="*/ 506205 w 2964740"/>
              <a:gd name="connsiteY96" fmla="*/ 2478491 h 3086914"/>
              <a:gd name="connsiteX97" fmla="*/ 541147 w 2964740"/>
              <a:gd name="connsiteY97" fmla="*/ 2474826 h 3086914"/>
              <a:gd name="connsiteX98" fmla="*/ 2267620 w 2964740"/>
              <a:gd name="connsiteY98" fmla="*/ 2527605 h 3086914"/>
              <a:gd name="connsiteX99" fmla="*/ 2316896 w 2964740"/>
              <a:gd name="connsiteY99" fmla="*/ 2483460 h 3086914"/>
              <a:gd name="connsiteX100" fmla="*/ 2507324 w 2964740"/>
              <a:gd name="connsiteY100" fmla="*/ 2557334 h 3086914"/>
              <a:gd name="connsiteX101" fmla="*/ 2423187 w 2964740"/>
              <a:gd name="connsiteY101" fmla="*/ 2370734 h 3086914"/>
              <a:gd name="connsiteX102" fmla="*/ 2463667 w 2964740"/>
              <a:gd name="connsiteY102" fmla="*/ 2319584 h 3086914"/>
              <a:gd name="connsiteX103" fmla="*/ 2581605 w 2964740"/>
              <a:gd name="connsiteY103" fmla="*/ 2583071 h 3086914"/>
              <a:gd name="connsiteX104" fmla="*/ 2537379 w 2964740"/>
              <a:gd name="connsiteY104" fmla="*/ 2629986 h 3086914"/>
              <a:gd name="connsiteX105" fmla="*/ 2267620 w 2964740"/>
              <a:gd name="connsiteY105" fmla="*/ 2527605 h 3086914"/>
              <a:gd name="connsiteX106" fmla="*/ 1337229 w 2964740"/>
              <a:gd name="connsiteY106" fmla="*/ 253632 h 3086914"/>
              <a:gd name="connsiteX107" fmla="*/ 1283065 w 2964740"/>
              <a:gd name="connsiteY107" fmla="*/ 262591 h 3086914"/>
              <a:gd name="connsiteX108" fmla="*/ 1126764 w 2964740"/>
              <a:gd name="connsiteY108" fmla="*/ 131377 h 3086914"/>
              <a:gd name="connsiteX109" fmla="*/ 1155842 w 2964740"/>
              <a:gd name="connsiteY109" fmla="*/ 284257 h 3086914"/>
              <a:gd name="connsiteX110" fmla="*/ 1096873 w 2964740"/>
              <a:gd name="connsiteY110" fmla="*/ 294194 h 3086914"/>
              <a:gd name="connsiteX111" fmla="*/ 1049877 w 2964740"/>
              <a:gd name="connsiteY111" fmla="*/ 42190 h 3086914"/>
              <a:gd name="connsiteX112" fmla="*/ 1108520 w 2964740"/>
              <a:gd name="connsiteY112" fmla="*/ 32254 h 3086914"/>
              <a:gd name="connsiteX113" fmla="*/ 1109742 w 2964740"/>
              <a:gd name="connsiteY113" fmla="*/ 38362 h 3086914"/>
              <a:gd name="connsiteX114" fmla="*/ 1129941 w 2964740"/>
              <a:gd name="connsiteY114" fmla="*/ 66788 h 3086914"/>
              <a:gd name="connsiteX115" fmla="*/ 1266938 w 2964740"/>
              <a:gd name="connsiteY115" fmla="*/ 182527 h 3086914"/>
              <a:gd name="connsiteX116" fmla="*/ 1238920 w 2964740"/>
              <a:gd name="connsiteY116" fmla="*/ 10100 h 3086914"/>
              <a:gd name="connsiteX117" fmla="*/ 1298540 w 2964740"/>
              <a:gd name="connsiteY117" fmla="*/ 0 h 3086914"/>
              <a:gd name="connsiteX118" fmla="*/ 1337229 w 2964740"/>
              <a:gd name="connsiteY118" fmla="*/ 253632 h 3086914"/>
              <a:gd name="connsiteX119" fmla="*/ 2523858 w 2964740"/>
              <a:gd name="connsiteY119" fmla="*/ 2233086 h 3086914"/>
              <a:gd name="connsiteX120" fmla="*/ 2548700 w 2964740"/>
              <a:gd name="connsiteY120" fmla="*/ 2184135 h 3086914"/>
              <a:gd name="connsiteX121" fmla="*/ 2747028 w 2964740"/>
              <a:gd name="connsiteY121" fmla="*/ 2135998 h 3086914"/>
              <a:gd name="connsiteX122" fmla="*/ 2606691 w 2964740"/>
              <a:gd name="connsiteY122" fmla="*/ 2068803 h 3086914"/>
              <a:gd name="connsiteX123" fmla="*/ 2633651 w 2964740"/>
              <a:gd name="connsiteY123" fmla="*/ 2015454 h 3086914"/>
              <a:gd name="connsiteX124" fmla="*/ 2864477 w 2964740"/>
              <a:gd name="connsiteY124" fmla="*/ 2127039 h 3086914"/>
              <a:gd name="connsiteX125" fmla="*/ 2837762 w 2964740"/>
              <a:gd name="connsiteY125" fmla="*/ 2180144 h 3086914"/>
              <a:gd name="connsiteX126" fmla="*/ 2832142 w 2964740"/>
              <a:gd name="connsiteY126" fmla="*/ 2177456 h 3086914"/>
              <a:gd name="connsiteX127" fmla="*/ 2797363 w 2964740"/>
              <a:gd name="connsiteY127" fmla="*/ 2176886 h 3086914"/>
              <a:gd name="connsiteX128" fmla="*/ 2622981 w 2964740"/>
              <a:gd name="connsiteY128" fmla="*/ 2218587 h 3086914"/>
              <a:gd name="connsiteX129" fmla="*/ 2778467 w 2964740"/>
              <a:gd name="connsiteY129" fmla="*/ 2298245 h 3086914"/>
              <a:gd name="connsiteX130" fmla="*/ 2751263 w 2964740"/>
              <a:gd name="connsiteY130" fmla="*/ 2352245 h 3086914"/>
              <a:gd name="connsiteX131" fmla="*/ 2523858 w 2964740"/>
              <a:gd name="connsiteY131" fmla="*/ 2233086 h 3086914"/>
              <a:gd name="connsiteX132" fmla="*/ 230989 w 2964740"/>
              <a:gd name="connsiteY132" fmla="*/ 2015454 h 3086914"/>
              <a:gd name="connsiteX133" fmla="*/ 257542 w 2964740"/>
              <a:gd name="connsiteY133" fmla="*/ 2070513 h 3086914"/>
              <a:gd name="connsiteX134" fmla="*/ 168436 w 2964740"/>
              <a:gd name="connsiteY134" fmla="*/ 2113437 h 3086914"/>
              <a:gd name="connsiteX135" fmla="*/ 298755 w 2964740"/>
              <a:gd name="connsiteY135" fmla="*/ 2155953 h 3086914"/>
              <a:gd name="connsiteX136" fmla="*/ 326936 w 2964740"/>
              <a:gd name="connsiteY136" fmla="*/ 2214352 h 3086914"/>
              <a:gd name="connsiteX137" fmla="*/ 173894 w 2964740"/>
              <a:gd name="connsiteY137" fmla="*/ 2171021 h 3086914"/>
              <a:gd name="connsiteX138" fmla="*/ 101404 w 2964740"/>
              <a:gd name="connsiteY138" fmla="*/ 2336933 h 3086914"/>
              <a:gd name="connsiteX139" fmla="*/ 68336 w 2964740"/>
              <a:gd name="connsiteY139" fmla="*/ 2268353 h 3086914"/>
              <a:gd name="connsiteX140" fmla="*/ 128608 w 2964740"/>
              <a:gd name="connsiteY140" fmla="*/ 2132740 h 3086914"/>
              <a:gd name="connsiteX141" fmla="*/ 26634 w 2964740"/>
              <a:gd name="connsiteY141" fmla="*/ 2181935 h 3086914"/>
              <a:gd name="connsiteX142" fmla="*/ 0 w 2964740"/>
              <a:gd name="connsiteY142" fmla="*/ 2126876 h 3086914"/>
              <a:gd name="connsiteX143" fmla="*/ 230989 w 2964740"/>
              <a:gd name="connsiteY143" fmla="*/ 2015454 h 3086914"/>
              <a:gd name="connsiteX144" fmla="*/ 682542 w 2964740"/>
              <a:gd name="connsiteY144" fmla="*/ 2722349 h 3086914"/>
              <a:gd name="connsiteX145" fmla="*/ 731248 w 2964740"/>
              <a:gd name="connsiteY145" fmla="*/ 2719173 h 3086914"/>
              <a:gd name="connsiteX146" fmla="*/ 714959 w 2964740"/>
              <a:gd name="connsiteY146" fmla="*/ 2674783 h 3086914"/>
              <a:gd name="connsiteX147" fmla="*/ 681972 w 2964740"/>
              <a:gd name="connsiteY147" fmla="*/ 2652303 h 3086914"/>
              <a:gd name="connsiteX148" fmla="*/ 649555 w 2964740"/>
              <a:gd name="connsiteY148" fmla="*/ 2699869 h 3086914"/>
              <a:gd name="connsiteX149" fmla="*/ 682542 w 2964740"/>
              <a:gd name="connsiteY149" fmla="*/ 2722349 h 3086914"/>
              <a:gd name="connsiteX150" fmla="*/ 635465 w 2964740"/>
              <a:gd name="connsiteY150" fmla="*/ 2819273 h 3086914"/>
              <a:gd name="connsiteX151" fmla="*/ 686207 w 2964740"/>
              <a:gd name="connsiteY151" fmla="*/ 2815771 h 3086914"/>
              <a:gd name="connsiteX152" fmla="*/ 670162 w 2964740"/>
              <a:gd name="connsiteY152" fmla="*/ 2768449 h 3086914"/>
              <a:gd name="connsiteX153" fmla="*/ 624225 w 2964740"/>
              <a:gd name="connsiteY153" fmla="*/ 2737092 h 3086914"/>
              <a:gd name="connsiteX154" fmla="*/ 589527 w 2964740"/>
              <a:gd name="connsiteY154" fmla="*/ 2787916 h 3086914"/>
              <a:gd name="connsiteX155" fmla="*/ 635465 w 2964740"/>
              <a:gd name="connsiteY155" fmla="*/ 2819273 h 3086914"/>
              <a:gd name="connsiteX156" fmla="*/ 657456 w 2964740"/>
              <a:gd name="connsiteY156" fmla="*/ 2579732 h 3086914"/>
              <a:gd name="connsiteX157" fmla="*/ 741267 w 2964740"/>
              <a:gd name="connsiteY157" fmla="*/ 2636909 h 3086914"/>
              <a:gd name="connsiteX158" fmla="*/ 786226 w 2964740"/>
              <a:gd name="connsiteY158" fmla="*/ 2746458 h 3086914"/>
              <a:gd name="connsiteX159" fmla="*/ 727420 w 2964740"/>
              <a:gd name="connsiteY159" fmla="*/ 2771544 h 3086914"/>
              <a:gd name="connsiteX160" fmla="*/ 735158 w 2964740"/>
              <a:gd name="connsiteY160" fmla="*/ 2851771 h 3086914"/>
              <a:gd name="connsiteX161" fmla="*/ 609727 w 2964740"/>
              <a:gd name="connsiteY161" fmla="*/ 2857554 h 3086914"/>
              <a:gd name="connsiteX162" fmla="*/ 512884 w 2964740"/>
              <a:gd name="connsiteY162" fmla="*/ 2791499 h 3086914"/>
              <a:gd name="connsiteX163" fmla="*/ 657456 w 2964740"/>
              <a:gd name="connsiteY163" fmla="*/ 2579732 h 3086914"/>
              <a:gd name="connsiteX164" fmla="*/ 2886469 w 2964740"/>
              <a:gd name="connsiteY164" fmla="*/ 1944105 h 3086914"/>
              <a:gd name="connsiteX165" fmla="*/ 2857961 w 2964740"/>
              <a:gd name="connsiteY165" fmla="*/ 1893688 h 3086914"/>
              <a:gd name="connsiteX166" fmla="*/ 2907564 w 2964740"/>
              <a:gd name="connsiteY166" fmla="*/ 1831786 h 3086914"/>
              <a:gd name="connsiteX167" fmla="*/ 2887446 w 2964740"/>
              <a:gd name="connsiteY167" fmla="*/ 1784465 h 3086914"/>
              <a:gd name="connsiteX168" fmla="*/ 2842568 w 2964740"/>
              <a:gd name="connsiteY168" fmla="*/ 1829262 h 3086914"/>
              <a:gd name="connsiteX169" fmla="*/ 2743933 w 2964740"/>
              <a:gd name="connsiteY169" fmla="*/ 1905091 h 3086914"/>
              <a:gd name="connsiteX170" fmla="*/ 2685941 w 2964740"/>
              <a:gd name="connsiteY170" fmla="*/ 1792039 h 3086914"/>
              <a:gd name="connsiteX171" fmla="*/ 2745318 w 2964740"/>
              <a:gd name="connsiteY171" fmla="*/ 1701468 h 3086914"/>
              <a:gd name="connsiteX172" fmla="*/ 2772603 w 2964740"/>
              <a:gd name="connsiteY172" fmla="*/ 1750501 h 3086914"/>
              <a:gd name="connsiteX173" fmla="*/ 2735544 w 2964740"/>
              <a:gd name="connsiteY173" fmla="*/ 1803687 h 3086914"/>
              <a:gd name="connsiteX174" fmla="*/ 2751019 w 2964740"/>
              <a:gd name="connsiteY174" fmla="*/ 1846366 h 3086914"/>
              <a:gd name="connsiteX175" fmla="*/ 2792558 w 2964740"/>
              <a:gd name="connsiteY175" fmla="*/ 1804094 h 3086914"/>
              <a:gd name="connsiteX176" fmla="*/ 2894125 w 2964740"/>
              <a:gd name="connsiteY176" fmla="*/ 1725333 h 3086914"/>
              <a:gd name="connsiteX177" fmla="*/ 2957736 w 2964740"/>
              <a:gd name="connsiteY177" fmla="*/ 1843597 h 3086914"/>
              <a:gd name="connsiteX178" fmla="*/ 2886469 w 2964740"/>
              <a:gd name="connsiteY178" fmla="*/ 1944105 h 3086914"/>
              <a:gd name="connsiteX179" fmla="*/ 2714367 w 2964740"/>
              <a:gd name="connsiteY179" fmla="*/ 1367120 h 3086914"/>
              <a:gd name="connsiteX180" fmla="*/ 2701417 w 2964740"/>
              <a:gd name="connsiteY180" fmla="*/ 1307337 h 3086914"/>
              <a:gd name="connsiteX181" fmla="*/ 2798096 w 2964740"/>
              <a:gd name="connsiteY181" fmla="*/ 1286323 h 3086914"/>
              <a:gd name="connsiteX182" fmla="*/ 2681299 w 2964740"/>
              <a:gd name="connsiteY182" fmla="*/ 1214648 h 3086914"/>
              <a:gd name="connsiteX183" fmla="*/ 2667534 w 2964740"/>
              <a:gd name="connsiteY183" fmla="*/ 1151281 h 3086914"/>
              <a:gd name="connsiteX184" fmla="*/ 2806241 w 2964740"/>
              <a:gd name="connsiteY184" fmla="*/ 1229146 h 3086914"/>
              <a:gd name="connsiteX185" fmla="*/ 2915464 w 2964740"/>
              <a:gd name="connsiteY185" fmla="*/ 1084737 h 3086914"/>
              <a:gd name="connsiteX186" fmla="*/ 2931591 w 2964740"/>
              <a:gd name="connsiteY186" fmla="*/ 1159181 h 3086914"/>
              <a:gd name="connsiteX187" fmla="*/ 2841346 w 2964740"/>
              <a:gd name="connsiteY187" fmla="*/ 1276956 h 3086914"/>
              <a:gd name="connsiteX188" fmla="*/ 2951954 w 2964740"/>
              <a:gd name="connsiteY188" fmla="*/ 1252929 h 3086914"/>
              <a:gd name="connsiteX189" fmla="*/ 2964904 w 2964740"/>
              <a:gd name="connsiteY189" fmla="*/ 1312713 h 3086914"/>
              <a:gd name="connsiteX190" fmla="*/ 2714367 w 2964740"/>
              <a:gd name="connsiteY190" fmla="*/ 1367120 h 3086914"/>
              <a:gd name="connsiteX191" fmla="*/ 966717 w 2964740"/>
              <a:gd name="connsiteY191" fmla="*/ 338990 h 3086914"/>
              <a:gd name="connsiteX192" fmla="*/ 791521 w 2964740"/>
              <a:gd name="connsiteY192" fmla="*/ 421661 h 3086914"/>
              <a:gd name="connsiteX193" fmla="*/ 769774 w 2964740"/>
              <a:gd name="connsiteY193" fmla="*/ 375642 h 3086914"/>
              <a:gd name="connsiteX194" fmla="*/ 889667 w 2964740"/>
              <a:gd name="connsiteY194" fmla="*/ 319036 h 3086914"/>
              <a:gd name="connsiteX195" fmla="*/ 868409 w 2964740"/>
              <a:gd name="connsiteY195" fmla="*/ 273994 h 3086914"/>
              <a:gd name="connsiteX196" fmla="*/ 768308 w 2964740"/>
              <a:gd name="connsiteY196" fmla="*/ 321235 h 3086914"/>
              <a:gd name="connsiteX197" fmla="*/ 746642 w 2964740"/>
              <a:gd name="connsiteY197" fmla="*/ 275216 h 3086914"/>
              <a:gd name="connsiteX198" fmla="*/ 846662 w 2964740"/>
              <a:gd name="connsiteY198" fmla="*/ 227976 h 3086914"/>
              <a:gd name="connsiteX199" fmla="*/ 823693 w 2964740"/>
              <a:gd name="connsiteY199" fmla="*/ 179269 h 3086914"/>
              <a:gd name="connsiteX200" fmla="*/ 703800 w 2964740"/>
              <a:gd name="connsiteY200" fmla="*/ 235876 h 3086914"/>
              <a:gd name="connsiteX201" fmla="*/ 682053 w 2964740"/>
              <a:gd name="connsiteY201" fmla="*/ 189776 h 3086914"/>
              <a:gd name="connsiteX202" fmla="*/ 857331 w 2964740"/>
              <a:gd name="connsiteY202" fmla="*/ 107105 h 3086914"/>
              <a:gd name="connsiteX203" fmla="*/ 966717 w 2964740"/>
              <a:gd name="connsiteY203" fmla="*/ 338990 h 3086914"/>
              <a:gd name="connsiteX204" fmla="*/ 958084 w 2964740"/>
              <a:gd name="connsiteY204" fmla="*/ 2745481 h 3086914"/>
              <a:gd name="connsiteX205" fmla="*/ 1142891 w 2964740"/>
              <a:gd name="connsiteY205" fmla="*/ 2803635 h 3086914"/>
              <a:gd name="connsiteX206" fmla="*/ 1127660 w 2964740"/>
              <a:gd name="connsiteY206" fmla="*/ 2852179 h 3086914"/>
              <a:gd name="connsiteX207" fmla="*/ 1001170 w 2964740"/>
              <a:gd name="connsiteY207" fmla="*/ 2812350 h 3086914"/>
              <a:gd name="connsiteX208" fmla="*/ 986265 w 2964740"/>
              <a:gd name="connsiteY208" fmla="*/ 2859835 h 3086914"/>
              <a:gd name="connsiteX209" fmla="*/ 1091742 w 2964740"/>
              <a:gd name="connsiteY209" fmla="*/ 2893066 h 3086914"/>
              <a:gd name="connsiteX210" fmla="*/ 1076510 w 2964740"/>
              <a:gd name="connsiteY210" fmla="*/ 2941610 h 3086914"/>
              <a:gd name="connsiteX211" fmla="*/ 970953 w 2964740"/>
              <a:gd name="connsiteY211" fmla="*/ 2908460 h 3086914"/>
              <a:gd name="connsiteX212" fmla="*/ 954826 w 2964740"/>
              <a:gd name="connsiteY212" fmla="*/ 2959773 h 3086914"/>
              <a:gd name="connsiteX213" fmla="*/ 1081316 w 2964740"/>
              <a:gd name="connsiteY213" fmla="*/ 2999601 h 3086914"/>
              <a:gd name="connsiteX214" fmla="*/ 1066004 w 2964740"/>
              <a:gd name="connsiteY214" fmla="*/ 3048226 h 3086914"/>
              <a:gd name="connsiteX215" fmla="*/ 881196 w 2964740"/>
              <a:gd name="connsiteY215" fmla="*/ 2990072 h 3086914"/>
              <a:gd name="connsiteX216" fmla="*/ 958084 w 2964740"/>
              <a:gd name="connsiteY216" fmla="*/ 2745481 h 3086914"/>
              <a:gd name="connsiteX217" fmla="*/ 2163772 w 2964740"/>
              <a:gd name="connsiteY217" fmla="*/ 2789545 h 3086914"/>
              <a:gd name="connsiteX218" fmla="*/ 2148541 w 2964740"/>
              <a:gd name="connsiteY218" fmla="*/ 2687489 h 3086914"/>
              <a:gd name="connsiteX219" fmla="*/ 2234307 w 2964740"/>
              <a:gd name="connsiteY219" fmla="*/ 2745562 h 3086914"/>
              <a:gd name="connsiteX220" fmla="*/ 2163772 w 2964740"/>
              <a:gd name="connsiteY220" fmla="*/ 2789545 h 3086914"/>
              <a:gd name="connsiteX221" fmla="*/ 2327729 w 2964740"/>
              <a:gd name="connsiteY221" fmla="*/ 2808767 h 3086914"/>
              <a:gd name="connsiteX222" fmla="*/ 2379531 w 2964740"/>
              <a:gd name="connsiteY222" fmla="*/ 2770322 h 3086914"/>
              <a:gd name="connsiteX223" fmla="*/ 2144876 w 2964740"/>
              <a:gd name="connsiteY223" fmla="*/ 2619479 h 3086914"/>
              <a:gd name="connsiteX224" fmla="*/ 2090305 w 2964740"/>
              <a:gd name="connsiteY224" fmla="*/ 2653851 h 3086914"/>
              <a:gd name="connsiteX225" fmla="*/ 2125247 w 2964740"/>
              <a:gd name="connsiteY225" fmla="*/ 2930370 h 3086914"/>
              <a:gd name="connsiteX226" fmla="*/ 2180469 w 2964740"/>
              <a:gd name="connsiteY226" fmla="*/ 2901455 h 3086914"/>
              <a:gd name="connsiteX227" fmla="*/ 2171999 w 2964740"/>
              <a:gd name="connsiteY227" fmla="*/ 2844523 h 3086914"/>
              <a:gd name="connsiteX228" fmla="*/ 2280570 w 2964740"/>
              <a:gd name="connsiteY228" fmla="*/ 2776839 h 3086914"/>
              <a:gd name="connsiteX229" fmla="*/ 2327729 w 2964740"/>
              <a:gd name="connsiteY229" fmla="*/ 2808767 h 3086914"/>
              <a:gd name="connsiteX230" fmla="*/ 1432198 w 2964740"/>
              <a:gd name="connsiteY230" fmla="*/ 2344752 h 3086914"/>
              <a:gd name="connsiteX231" fmla="*/ 1173028 w 2964740"/>
              <a:gd name="connsiteY231" fmla="*/ 2415450 h 3086914"/>
              <a:gd name="connsiteX232" fmla="*/ 1432198 w 2964740"/>
              <a:gd name="connsiteY232" fmla="*/ 2452591 h 3086914"/>
              <a:gd name="connsiteX233" fmla="*/ 1691368 w 2964740"/>
              <a:gd name="connsiteY233" fmla="*/ 2415450 h 3086914"/>
              <a:gd name="connsiteX234" fmla="*/ 1432198 w 2964740"/>
              <a:gd name="connsiteY234" fmla="*/ 2344752 h 3086914"/>
              <a:gd name="connsiteX235" fmla="*/ 1917878 w 2964740"/>
              <a:gd name="connsiteY235" fmla="*/ 2191872 h 3086914"/>
              <a:gd name="connsiteX236" fmla="*/ 1768338 w 2964740"/>
              <a:gd name="connsiteY236" fmla="*/ 2227873 h 3086914"/>
              <a:gd name="connsiteX237" fmla="*/ 1619205 w 2964740"/>
              <a:gd name="connsiteY237" fmla="*/ 2189755 h 3086914"/>
              <a:gd name="connsiteX238" fmla="*/ 1432117 w 2964740"/>
              <a:gd name="connsiteY238" fmla="*/ 2134288 h 3086914"/>
              <a:gd name="connsiteX239" fmla="*/ 1245028 w 2964740"/>
              <a:gd name="connsiteY239" fmla="*/ 2189755 h 3086914"/>
              <a:gd name="connsiteX240" fmla="*/ 1095895 w 2964740"/>
              <a:gd name="connsiteY240" fmla="*/ 2227873 h 3086914"/>
              <a:gd name="connsiteX241" fmla="*/ 946355 w 2964740"/>
              <a:gd name="connsiteY241" fmla="*/ 2191872 h 3086914"/>
              <a:gd name="connsiteX242" fmla="*/ 745013 w 2964740"/>
              <a:gd name="connsiteY242" fmla="*/ 2138442 h 3086914"/>
              <a:gd name="connsiteX243" fmla="*/ 1098502 w 2964740"/>
              <a:gd name="connsiteY243" fmla="*/ 2327077 h 3086914"/>
              <a:gd name="connsiteX244" fmla="*/ 1283961 w 2964740"/>
              <a:gd name="connsiteY244" fmla="*/ 2284235 h 3086914"/>
              <a:gd name="connsiteX245" fmla="*/ 1432117 w 2964740"/>
              <a:gd name="connsiteY245" fmla="*/ 2236343 h 3086914"/>
              <a:gd name="connsiteX246" fmla="*/ 1580272 w 2964740"/>
              <a:gd name="connsiteY246" fmla="*/ 2284235 h 3086914"/>
              <a:gd name="connsiteX247" fmla="*/ 1765731 w 2964740"/>
              <a:gd name="connsiteY247" fmla="*/ 2327077 h 3086914"/>
              <a:gd name="connsiteX248" fmla="*/ 2119220 w 2964740"/>
              <a:gd name="connsiteY248" fmla="*/ 2138442 h 3086914"/>
              <a:gd name="connsiteX249" fmla="*/ 1917878 w 2964740"/>
              <a:gd name="connsiteY249" fmla="*/ 2191872 h 3086914"/>
              <a:gd name="connsiteX250" fmla="*/ 2114577 w 2964740"/>
              <a:gd name="connsiteY250" fmla="*/ 1920077 h 3086914"/>
              <a:gd name="connsiteX251" fmla="*/ 1920403 w 2964740"/>
              <a:gd name="connsiteY251" fmla="*/ 1983037 h 3086914"/>
              <a:gd name="connsiteX252" fmla="*/ 1772736 w 2964740"/>
              <a:gd name="connsiteY252" fmla="*/ 2026857 h 3086914"/>
              <a:gd name="connsiteX253" fmla="*/ 1624988 w 2964740"/>
              <a:gd name="connsiteY253" fmla="*/ 1983037 h 3086914"/>
              <a:gd name="connsiteX254" fmla="*/ 1432198 w 2964740"/>
              <a:gd name="connsiteY254" fmla="*/ 1929525 h 3086914"/>
              <a:gd name="connsiteX255" fmla="*/ 1239408 w 2964740"/>
              <a:gd name="connsiteY255" fmla="*/ 1983037 h 3086914"/>
              <a:gd name="connsiteX256" fmla="*/ 1091660 w 2964740"/>
              <a:gd name="connsiteY256" fmla="*/ 2026857 h 3086914"/>
              <a:gd name="connsiteX257" fmla="*/ 943993 w 2964740"/>
              <a:gd name="connsiteY257" fmla="*/ 1983037 h 3086914"/>
              <a:gd name="connsiteX258" fmla="*/ 749819 w 2964740"/>
              <a:gd name="connsiteY258" fmla="*/ 1920077 h 3086914"/>
              <a:gd name="connsiteX259" fmla="*/ 614125 w 2964740"/>
              <a:gd name="connsiteY259" fmla="*/ 1939543 h 3086914"/>
              <a:gd name="connsiteX260" fmla="*/ 667148 w 2964740"/>
              <a:gd name="connsiteY260" fmla="*/ 2031825 h 3086914"/>
              <a:gd name="connsiteX261" fmla="*/ 749737 w 2964740"/>
              <a:gd name="connsiteY261" fmla="*/ 2023843 h 3086914"/>
              <a:gd name="connsiteX262" fmla="*/ 902291 w 2964740"/>
              <a:gd name="connsiteY262" fmla="*/ 2067581 h 3086914"/>
              <a:gd name="connsiteX263" fmla="*/ 1082945 w 2964740"/>
              <a:gd name="connsiteY263" fmla="*/ 2127283 h 3086914"/>
              <a:gd name="connsiteX264" fmla="*/ 1279237 w 2964740"/>
              <a:gd name="connsiteY264" fmla="*/ 2070513 h 3086914"/>
              <a:gd name="connsiteX265" fmla="*/ 1432198 w 2964740"/>
              <a:gd name="connsiteY265" fmla="*/ 2029056 h 3086914"/>
              <a:gd name="connsiteX266" fmla="*/ 1585159 w 2964740"/>
              <a:gd name="connsiteY266" fmla="*/ 2070513 h 3086914"/>
              <a:gd name="connsiteX267" fmla="*/ 1781451 w 2964740"/>
              <a:gd name="connsiteY267" fmla="*/ 2127283 h 3086914"/>
              <a:gd name="connsiteX268" fmla="*/ 1962105 w 2964740"/>
              <a:gd name="connsiteY268" fmla="*/ 2067581 h 3086914"/>
              <a:gd name="connsiteX269" fmla="*/ 2114658 w 2964740"/>
              <a:gd name="connsiteY269" fmla="*/ 2023843 h 3086914"/>
              <a:gd name="connsiteX270" fmla="*/ 2197248 w 2964740"/>
              <a:gd name="connsiteY270" fmla="*/ 2031825 h 3086914"/>
              <a:gd name="connsiteX271" fmla="*/ 2250271 w 2964740"/>
              <a:gd name="connsiteY271" fmla="*/ 1939543 h 3086914"/>
              <a:gd name="connsiteX272" fmla="*/ 2114577 w 2964740"/>
              <a:gd name="connsiteY272" fmla="*/ 1920077 h 3086914"/>
              <a:gd name="connsiteX273" fmla="*/ 1038800 w 2964740"/>
              <a:gd name="connsiteY273" fmla="*/ 776941 h 3086914"/>
              <a:gd name="connsiteX274" fmla="*/ 961016 w 2964740"/>
              <a:gd name="connsiteY274" fmla="*/ 759349 h 3086914"/>
              <a:gd name="connsiteX275" fmla="*/ 1015179 w 2964740"/>
              <a:gd name="connsiteY275" fmla="*/ 817910 h 3086914"/>
              <a:gd name="connsiteX276" fmla="*/ 961016 w 2964740"/>
              <a:gd name="connsiteY276" fmla="*/ 876472 h 3086914"/>
              <a:gd name="connsiteX277" fmla="*/ 1038800 w 2964740"/>
              <a:gd name="connsiteY277" fmla="*/ 858879 h 3086914"/>
              <a:gd name="connsiteX278" fmla="*/ 1062420 w 2964740"/>
              <a:gd name="connsiteY278" fmla="*/ 935034 h 3086914"/>
              <a:gd name="connsiteX279" fmla="*/ 1086040 w 2964740"/>
              <a:gd name="connsiteY279" fmla="*/ 858879 h 3086914"/>
              <a:gd name="connsiteX280" fmla="*/ 1163824 w 2964740"/>
              <a:gd name="connsiteY280" fmla="*/ 876472 h 3086914"/>
              <a:gd name="connsiteX281" fmla="*/ 1109660 w 2964740"/>
              <a:gd name="connsiteY281" fmla="*/ 817910 h 3086914"/>
              <a:gd name="connsiteX282" fmla="*/ 1163824 w 2964740"/>
              <a:gd name="connsiteY282" fmla="*/ 759349 h 3086914"/>
              <a:gd name="connsiteX283" fmla="*/ 1086040 w 2964740"/>
              <a:gd name="connsiteY283" fmla="*/ 776941 h 3086914"/>
              <a:gd name="connsiteX284" fmla="*/ 1062420 w 2964740"/>
              <a:gd name="connsiteY284" fmla="*/ 700787 h 3086914"/>
              <a:gd name="connsiteX285" fmla="*/ 1038800 w 2964740"/>
              <a:gd name="connsiteY285" fmla="*/ 776941 h 3086914"/>
              <a:gd name="connsiteX286" fmla="*/ 2027427 w 2964740"/>
              <a:gd name="connsiteY286" fmla="*/ 1425438 h 3086914"/>
              <a:gd name="connsiteX287" fmla="*/ 2052106 w 2964740"/>
              <a:gd name="connsiteY287" fmla="*/ 1425438 h 3086914"/>
              <a:gd name="connsiteX288" fmla="*/ 2052106 w 2964740"/>
              <a:gd name="connsiteY288" fmla="*/ 1389030 h 3086914"/>
              <a:gd name="connsiteX289" fmla="*/ 2020422 w 2964740"/>
              <a:gd name="connsiteY289" fmla="*/ 1349446 h 3086914"/>
              <a:gd name="connsiteX290" fmla="*/ 2020178 w 2964740"/>
              <a:gd name="connsiteY290" fmla="*/ 1349446 h 3086914"/>
              <a:gd name="connsiteX291" fmla="*/ 2018467 w 2964740"/>
              <a:gd name="connsiteY291" fmla="*/ 1317681 h 3086914"/>
              <a:gd name="connsiteX292" fmla="*/ 2049011 w 2964740"/>
              <a:gd name="connsiteY292" fmla="*/ 1292920 h 3086914"/>
              <a:gd name="connsiteX293" fmla="*/ 2055119 w 2964740"/>
              <a:gd name="connsiteY293" fmla="*/ 1227517 h 3086914"/>
              <a:gd name="connsiteX294" fmla="*/ 2010485 w 2964740"/>
              <a:gd name="connsiteY294" fmla="*/ 1227517 h 3086914"/>
              <a:gd name="connsiteX295" fmla="*/ 2004702 w 2964740"/>
              <a:gd name="connsiteY295" fmla="*/ 1273861 h 3086914"/>
              <a:gd name="connsiteX296" fmla="*/ 1961535 w 2964740"/>
              <a:gd name="connsiteY296" fmla="*/ 1273861 h 3086914"/>
              <a:gd name="connsiteX297" fmla="*/ 1955182 w 2964740"/>
              <a:gd name="connsiteY297" fmla="*/ 1227517 h 3086914"/>
              <a:gd name="connsiteX298" fmla="*/ 1930584 w 2964740"/>
              <a:gd name="connsiteY298" fmla="*/ 1227517 h 3086914"/>
              <a:gd name="connsiteX299" fmla="*/ 1905905 w 2964740"/>
              <a:gd name="connsiteY299" fmla="*/ 1227517 h 3086914"/>
              <a:gd name="connsiteX300" fmla="*/ 1899552 w 2964740"/>
              <a:gd name="connsiteY300" fmla="*/ 1273861 h 3086914"/>
              <a:gd name="connsiteX301" fmla="*/ 1856384 w 2964740"/>
              <a:gd name="connsiteY301" fmla="*/ 1273861 h 3086914"/>
              <a:gd name="connsiteX302" fmla="*/ 1850601 w 2964740"/>
              <a:gd name="connsiteY302" fmla="*/ 1227517 h 3086914"/>
              <a:gd name="connsiteX303" fmla="*/ 1805967 w 2964740"/>
              <a:gd name="connsiteY303" fmla="*/ 1227517 h 3086914"/>
              <a:gd name="connsiteX304" fmla="*/ 1812076 w 2964740"/>
              <a:gd name="connsiteY304" fmla="*/ 1292920 h 3086914"/>
              <a:gd name="connsiteX305" fmla="*/ 1842619 w 2964740"/>
              <a:gd name="connsiteY305" fmla="*/ 1317681 h 3086914"/>
              <a:gd name="connsiteX306" fmla="*/ 1840827 w 2964740"/>
              <a:gd name="connsiteY306" fmla="*/ 1349446 h 3086914"/>
              <a:gd name="connsiteX307" fmla="*/ 1840664 w 2964740"/>
              <a:gd name="connsiteY307" fmla="*/ 1349446 h 3086914"/>
              <a:gd name="connsiteX308" fmla="*/ 1808899 w 2964740"/>
              <a:gd name="connsiteY308" fmla="*/ 1389030 h 3086914"/>
              <a:gd name="connsiteX309" fmla="*/ 1808899 w 2964740"/>
              <a:gd name="connsiteY309" fmla="*/ 1425438 h 3086914"/>
              <a:gd name="connsiteX310" fmla="*/ 1833578 w 2964740"/>
              <a:gd name="connsiteY310" fmla="*/ 1425438 h 3086914"/>
              <a:gd name="connsiteX311" fmla="*/ 1771514 w 2964740"/>
              <a:gd name="connsiteY311" fmla="*/ 1859153 h 3086914"/>
              <a:gd name="connsiteX312" fmla="*/ 1930584 w 2964740"/>
              <a:gd name="connsiteY312" fmla="*/ 1859153 h 3086914"/>
              <a:gd name="connsiteX313" fmla="*/ 2089654 w 2964740"/>
              <a:gd name="connsiteY313" fmla="*/ 1859153 h 3086914"/>
              <a:gd name="connsiteX314" fmla="*/ 2027427 w 2964740"/>
              <a:gd name="connsiteY314" fmla="*/ 1425438 h 3086914"/>
              <a:gd name="connsiteX315" fmla="*/ 2029626 w 2964740"/>
              <a:gd name="connsiteY315" fmla="*/ 1184838 h 3086914"/>
              <a:gd name="connsiteX316" fmla="*/ 2029626 w 2964740"/>
              <a:gd name="connsiteY316" fmla="*/ 1163498 h 3086914"/>
              <a:gd name="connsiteX317" fmla="*/ 1930421 w 2964740"/>
              <a:gd name="connsiteY317" fmla="*/ 1063967 h 3086914"/>
              <a:gd name="connsiteX318" fmla="*/ 1831216 w 2964740"/>
              <a:gd name="connsiteY318" fmla="*/ 1163498 h 3086914"/>
              <a:gd name="connsiteX319" fmla="*/ 1831216 w 2964740"/>
              <a:gd name="connsiteY319" fmla="*/ 1184838 h 3086914"/>
              <a:gd name="connsiteX320" fmla="*/ 2029626 w 2964740"/>
              <a:gd name="connsiteY320" fmla="*/ 1184838 h 3086914"/>
              <a:gd name="connsiteX321" fmla="*/ 1030899 w 2964740"/>
              <a:gd name="connsiteY321" fmla="*/ 1425438 h 3086914"/>
              <a:gd name="connsiteX322" fmla="*/ 1055578 w 2964740"/>
              <a:gd name="connsiteY322" fmla="*/ 1425438 h 3086914"/>
              <a:gd name="connsiteX323" fmla="*/ 1055578 w 2964740"/>
              <a:gd name="connsiteY323" fmla="*/ 1389030 h 3086914"/>
              <a:gd name="connsiteX324" fmla="*/ 1023813 w 2964740"/>
              <a:gd name="connsiteY324" fmla="*/ 1349446 h 3086914"/>
              <a:gd name="connsiteX325" fmla="*/ 1023650 w 2964740"/>
              <a:gd name="connsiteY325" fmla="*/ 1349446 h 3086914"/>
              <a:gd name="connsiteX326" fmla="*/ 1021858 w 2964740"/>
              <a:gd name="connsiteY326" fmla="*/ 1317681 h 3086914"/>
              <a:gd name="connsiteX327" fmla="*/ 1052402 w 2964740"/>
              <a:gd name="connsiteY327" fmla="*/ 1292920 h 3086914"/>
              <a:gd name="connsiteX328" fmla="*/ 1058510 w 2964740"/>
              <a:gd name="connsiteY328" fmla="*/ 1227517 h 3086914"/>
              <a:gd name="connsiteX329" fmla="*/ 1013876 w 2964740"/>
              <a:gd name="connsiteY329" fmla="*/ 1227517 h 3086914"/>
              <a:gd name="connsiteX330" fmla="*/ 1008093 w 2964740"/>
              <a:gd name="connsiteY330" fmla="*/ 1273861 h 3086914"/>
              <a:gd name="connsiteX331" fmla="*/ 964925 w 2964740"/>
              <a:gd name="connsiteY331" fmla="*/ 1273861 h 3086914"/>
              <a:gd name="connsiteX332" fmla="*/ 958572 w 2964740"/>
              <a:gd name="connsiteY332" fmla="*/ 1227517 h 3086914"/>
              <a:gd name="connsiteX333" fmla="*/ 933893 w 2964740"/>
              <a:gd name="connsiteY333" fmla="*/ 1227517 h 3086914"/>
              <a:gd name="connsiteX334" fmla="*/ 909296 w 2964740"/>
              <a:gd name="connsiteY334" fmla="*/ 1227517 h 3086914"/>
              <a:gd name="connsiteX335" fmla="*/ 902943 w 2964740"/>
              <a:gd name="connsiteY335" fmla="*/ 1273861 h 3086914"/>
              <a:gd name="connsiteX336" fmla="*/ 859775 w 2964740"/>
              <a:gd name="connsiteY336" fmla="*/ 1273861 h 3086914"/>
              <a:gd name="connsiteX337" fmla="*/ 853992 w 2964740"/>
              <a:gd name="connsiteY337" fmla="*/ 1227517 h 3086914"/>
              <a:gd name="connsiteX338" fmla="*/ 809358 w 2964740"/>
              <a:gd name="connsiteY338" fmla="*/ 1227517 h 3086914"/>
              <a:gd name="connsiteX339" fmla="*/ 815385 w 2964740"/>
              <a:gd name="connsiteY339" fmla="*/ 1292920 h 3086914"/>
              <a:gd name="connsiteX340" fmla="*/ 845929 w 2964740"/>
              <a:gd name="connsiteY340" fmla="*/ 1317681 h 3086914"/>
              <a:gd name="connsiteX341" fmla="*/ 844137 w 2964740"/>
              <a:gd name="connsiteY341" fmla="*/ 1349446 h 3086914"/>
              <a:gd name="connsiteX342" fmla="*/ 843974 w 2964740"/>
              <a:gd name="connsiteY342" fmla="*/ 1349446 h 3086914"/>
              <a:gd name="connsiteX343" fmla="*/ 812209 w 2964740"/>
              <a:gd name="connsiteY343" fmla="*/ 1389030 h 3086914"/>
              <a:gd name="connsiteX344" fmla="*/ 812209 w 2964740"/>
              <a:gd name="connsiteY344" fmla="*/ 1425438 h 3086914"/>
              <a:gd name="connsiteX345" fmla="*/ 836888 w 2964740"/>
              <a:gd name="connsiteY345" fmla="*/ 1425438 h 3086914"/>
              <a:gd name="connsiteX346" fmla="*/ 774824 w 2964740"/>
              <a:gd name="connsiteY346" fmla="*/ 1859153 h 3086914"/>
              <a:gd name="connsiteX347" fmla="*/ 933812 w 2964740"/>
              <a:gd name="connsiteY347" fmla="*/ 1859153 h 3086914"/>
              <a:gd name="connsiteX348" fmla="*/ 1092882 w 2964740"/>
              <a:gd name="connsiteY348" fmla="*/ 1859153 h 3086914"/>
              <a:gd name="connsiteX349" fmla="*/ 1030899 w 2964740"/>
              <a:gd name="connsiteY349" fmla="*/ 1425438 h 3086914"/>
              <a:gd name="connsiteX350" fmla="*/ 1482289 w 2964740"/>
              <a:gd name="connsiteY350" fmla="*/ 622107 h 3086914"/>
              <a:gd name="connsiteX351" fmla="*/ 1432198 w 2964740"/>
              <a:gd name="connsiteY351" fmla="*/ 572016 h 3086914"/>
              <a:gd name="connsiteX352" fmla="*/ 1382107 w 2964740"/>
              <a:gd name="connsiteY352" fmla="*/ 622107 h 3086914"/>
              <a:gd name="connsiteX353" fmla="*/ 1432198 w 2964740"/>
              <a:gd name="connsiteY353" fmla="*/ 672198 h 3086914"/>
              <a:gd name="connsiteX354" fmla="*/ 1482289 w 2964740"/>
              <a:gd name="connsiteY354" fmla="*/ 622107 h 3086914"/>
              <a:gd name="connsiteX355" fmla="*/ 1636879 w 2964740"/>
              <a:gd name="connsiteY355" fmla="*/ 1314016 h 3086914"/>
              <a:gd name="connsiteX356" fmla="*/ 1227517 w 2964740"/>
              <a:gd name="connsiteY356" fmla="*/ 1314016 h 3086914"/>
              <a:gd name="connsiteX357" fmla="*/ 1227517 w 2964740"/>
              <a:gd name="connsiteY357" fmla="*/ 1375836 h 3086914"/>
              <a:gd name="connsiteX358" fmla="*/ 1253010 w 2964740"/>
              <a:gd name="connsiteY358" fmla="*/ 1415501 h 3086914"/>
              <a:gd name="connsiteX359" fmla="*/ 1217336 w 2964740"/>
              <a:gd name="connsiteY359" fmla="*/ 1859072 h 3086914"/>
              <a:gd name="connsiteX360" fmla="*/ 1359871 w 2964740"/>
              <a:gd name="connsiteY360" fmla="*/ 1859072 h 3086914"/>
              <a:gd name="connsiteX361" fmla="*/ 1370623 w 2964740"/>
              <a:gd name="connsiteY361" fmla="*/ 1705133 h 3086914"/>
              <a:gd name="connsiteX362" fmla="*/ 1432117 w 2964740"/>
              <a:gd name="connsiteY362" fmla="*/ 1643558 h 3086914"/>
              <a:gd name="connsiteX363" fmla="*/ 1493610 w 2964740"/>
              <a:gd name="connsiteY363" fmla="*/ 1705133 h 3086914"/>
              <a:gd name="connsiteX364" fmla="*/ 1504362 w 2964740"/>
              <a:gd name="connsiteY364" fmla="*/ 1859072 h 3086914"/>
              <a:gd name="connsiteX365" fmla="*/ 1646897 w 2964740"/>
              <a:gd name="connsiteY365" fmla="*/ 1859072 h 3086914"/>
              <a:gd name="connsiteX366" fmla="*/ 1611223 w 2964740"/>
              <a:gd name="connsiteY366" fmla="*/ 1415501 h 3086914"/>
              <a:gd name="connsiteX367" fmla="*/ 1636716 w 2964740"/>
              <a:gd name="connsiteY367" fmla="*/ 1375836 h 3086914"/>
              <a:gd name="connsiteX368" fmla="*/ 1636879 w 2964740"/>
              <a:gd name="connsiteY368" fmla="*/ 1314016 h 3086914"/>
              <a:gd name="connsiteX369" fmla="*/ 1033180 w 2964740"/>
              <a:gd name="connsiteY369" fmla="*/ 1184838 h 3086914"/>
              <a:gd name="connsiteX370" fmla="*/ 1033180 w 2964740"/>
              <a:gd name="connsiteY370" fmla="*/ 1163498 h 3086914"/>
              <a:gd name="connsiteX371" fmla="*/ 933975 w 2964740"/>
              <a:gd name="connsiteY371" fmla="*/ 1063967 h 3086914"/>
              <a:gd name="connsiteX372" fmla="*/ 834770 w 2964740"/>
              <a:gd name="connsiteY372" fmla="*/ 1163498 h 3086914"/>
              <a:gd name="connsiteX373" fmla="*/ 834770 w 2964740"/>
              <a:gd name="connsiteY373" fmla="*/ 1184838 h 3086914"/>
              <a:gd name="connsiteX374" fmla="*/ 1033180 w 2964740"/>
              <a:gd name="connsiteY374" fmla="*/ 1184838 h 3086914"/>
              <a:gd name="connsiteX375" fmla="*/ 1588254 w 2964740"/>
              <a:gd name="connsiteY375" fmla="*/ 1265146 h 3086914"/>
              <a:gd name="connsiteX376" fmla="*/ 1578236 w 2964740"/>
              <a:gd name="connsiteY376" fmla="*/ 1162846 h 3086914"/>
              <a:gd name="connsiteX377" fmla="*/ 1613585 w 2964740"/>
              <a:gd name="connsiteY377" fmla="*/ 1111860 h 3086914"/>
              <a:gd name="connsiteX378" fmla="*/ 1617983 w 2964740"/>
              <a:gd name="connsiteY378" fmla="*/ 1029840 h 3086914"/>
              <a:gd name="connsiteX379" fmla="*/ 1550950 w 2964740"/>
              <a:gd name="connsiteY379" fmla="*/ 1029840 h 3086914"/>
              <a:gd name="connsiteX380" fmla="*/ 1544027 w 2964740"/>
              <a:gd name="connsiteY380" fmla="*/ 1081316 h 3086914"/>
              <a:gd name="connsiteX381" fmla="*/ 1484814 w 2964740"/>
              <a:gd name="connsiteY381" fmla="*/ 1081316 h 3086914"/>
              <a:gd name="connsiteX382" fmla="*/ 1477972 w 2964740"/>
              <a:gd name="connsiteY382" fmla="*/ 1029840 h 3086914"/>
              <a:gd name="connsiteX383" fmla="*/ 1386505 w 2964740"/>
              <a:gd name="connsiteY383" fmla="*/ 1029840 h 3086914"/>
              <a:gd name="connsiteX384" fmla="*/ 1379663 w 2964740"/>
              <a:gd name="connsiteY384" fmla="*/ 1081316 h 3086914"/>
              <a:gd name="connsiteX385" fmla="*/ 1320450 w 2964740"/>
              <a:gd name="connsiteY385" fmla="*/ 1081316 h 3086914"/>
              <a:gd name="connsiteX386" fmla="*/ 1313608 w 2964740"/>
              <a:gd name="connsiteY386" fmla="*/ 1029840 h 3086914"/>
              <a:gd name="connsiteX387" fmla="*/ 1246494 w 2964740"/>
              <a:gd name="connsiteY387" fmla="*/ 1029840 h 3086914"/>
              <a:gd name="connsiteX388" fmla="*/ 1250893 w 2964740"/>
              <a:gd name="connsiteY388" fmla="*/ 1111860 h 3086914"/>
              <a:gd name="connsiteX389" fmla="*/ 1286241 w 2964740"/>
              <a:gd name="connsiteY389" fmla="*/ 1162846 h 3086914"/>
              <a:gd name="connsiteX390" fmla="*/ 1276223 w 2964740"/>
              <a:gd name="connsiteY390" fmla="*/ 1265146 h 3086914"/>
              <a:gd name="connsiteX391" fmla="*/ 1588254 w 2964740"/>
              <a:gd name="connsiteY391" fmla="*/ 1265146 h 3086914"/>
              <a:gd name="connsiteX392" fmla="*/ 1795705 w 2964740"/>
              <a:gd name="connsiteY392" fmla="*/ 720009 h 3086914"/>
              <a:gd name="connsiteX393" fmla="*/ 1724925 w 2964740"/>
              <a:gd name="connsiteY393" fmla="*/ 744688 h 3086914"/>
              <a:gd name="connsiteX394" fmla="*/ 1726473 w 2964740"/>
              <a:gd name="connsiteY394" fmla="*/ 747376 h 3086914"/>
              <a:gd name="connsiteX395" fmla="*/ 1764184 w 2964740"/>
              <a:gd name="connsiteY395" fmla="*/ 746642 h 3086914"/>
              <a:gd name="connsiteX396" fmla="*/ 1818917 w 2964740"/>
              <a:gd name="connsiteY396" fmla="*/ 805448 h 3086914"/>
              <a:gd name="connsiteX397" fmla="*/ 1746591 w 2964740"/>
              <a:gd name="connsiteY397" fmla="*/ 891133 h 3086914"/>
              <a:gd name="connsiteX398" fmla="*/ 1726392 w 2964740"/>
              <a:gd name="connsiteY398" fmla="*/ 888282 h 3086914"/>
              <a:gd name="connsiteX399" fmla="*/ 1724925 w 2964740"/>
              <a:gd name="connsiteY399" fmla="*/ 891051 h 3086914"/>
              <a:gd name="connsiteX400" fmla="*/ 1790085 w 2964740"/>
              <a:gd name="connsiteY400" fmla="*/ 915893 h 3086914"/>
              <a:gd name="connsiteX401" fmla="*/ 1887986 w 2964740"/>
              <a:gd name="connsiteY401" fmla="*/ 813186 h 3086914"/>
              <a:gd name="connsiteX402" fmla="*/ 1795705 w 2964740"/>
              <a:gd name="connsiteY402" fmla="*/ 720009 h 3086914"/>
              <a:gd name="connsiteX403" fmla="*/ 1583041 w 2964740"/>
              <a:gd name="connsiteY403" fmla="*/ 967450 h 3086914"/>
              <a:gd name="connsiteX404" fmla="*/ 1583041 w 2964740"/>
              <a:gd name="connsiteY404" fmla="*/ 981948 h 3086914"/>
              <a:gd name="connsiteX405" fmla="*/ 1281273 w 2964740"/>
              <a:gd name="connsiteY405" fmla="*/ 981948 h 3086914"/>
              <a:gd name="connsiteX406" fmla="*/ 1281273 w 2964740"/>
              <a:gd name="connsiteY406" fmla="*/ 967450 h 3086914"/>
              <a:gd name="connsiteX407" fmla="*/ 1432198 w 2964740"/>
              <a:gd name="connsiteY407" fmla="*/ 702416 h 3086914"/>
              <a:gd name="connsiteX408" fmla="*/ 1583041 w 2964740"/>
              <a:gd name="connsiteY408" fmla="*/ 967450 h 308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2964740" h="3086914">
                <a:moveTo>
                  <a:pt x="1894258" y="2907646"/>
                </a:moveTo>
                <a:lnTo>
                  <a:pt x="1781451" y="2940795"/>
                </a:lnTo>
                <a:lnTo>
                  <a:pt x="1810447" y="3043421"/>
                </a:lnTo>
                <a:lnTo>
                  <a:pt x="1750745" y="3061014"/>
                </a:lnTo>
                <a:lnTo>
                  <a:pt x="1682328" y="2813898"/>
                </a:lnTo>
                <a:lnTo>
                  <a:pt x="1740727" y="2796712"/>
                </a:lnTo>
                <a:lnTo>
                  <a:pt x="1767767" y="2892170"/>
                </a:lnTo>
                <a:lnTo>
                  <a:pt x="1879515" y="2859347"/>
                </a:lnTo>
                <a:lnTo>
                  <a:pt x="1850357" y="2764458"/>
                </a:lnTo>
                <a:lnTo>
                  <a:pt x="1908430" y="2747354"/>
                </a:lnTo>
                <a:lnTo>
                  <a:pt x="1984992" y="2992108"/>
                </a:lnTo>
                <a:lnTo>
                  <a:pt x="1925616" y="3009619"/>
                </a:lnTo>
                <a:lnTo>
                  <a:pt x="1894258" y="2907646"/>
                </a:lnTo>
                <a:close/>
                <a:moveTo>
                  <a:pt x="2725688" y="960446"/>
                </a:moveTo>
                <a:cubicBezTo>
                  <a:pt x="2684149" y="982193"/>
                  <a:pt x="2635036" y="965903"/>
                  <a:pt x="2614266" y="926237"/>
                </a:cubicBezTo>
                <a:cubicBezTo>
                  <a:pt x="2593252" y="886083"/>
                  <a:pt x="2607913" y="836481"/>
                  <a:pt x="2649452" y="814815"/>
                </a:cubicBezTo>
                <a:cubicBezTo>
                  <a:pt x="2690991" y="793068"/>
                  <a:pt x="2740105" y="809358"/>
                  <a:pt x="2761037" y="849431"/>
                </a:cubicBezTo>
                <a:cubicBezTo>
                  <a:pt x="2781888" y="889097"/>
                  <a:pt x="2767227" y="938699"/>
                  <a:pt x="2725688" y="960446"/>
                </a:cubicBezTo>
                <a:moveTo>
                  <a:pt x="2810558" y="823449"/>
                </a:moveTo>
                <a:cubicBezTo>
                  <a:pt x="2774476" y="754624"/>
                  <a:pt x="2693516" y="724244"/>
                  <a:pt x="2621678" y="761873"/>
                </a:cubicBezTo>
                <a:cubicBezTo>
                  <a:pt x="2549840" y="799421"/>
                  <a:pt x="2528663" y="883395"/>
                  <a:pt x="2564664" y="952220"/>
                </a:cubicBezTo>
                <a:cubicBezTo>
                  <a:pt x="2600746" y="1021044"/>
                  <a:pt x="2681706" y="1051424"/>
                  <a:pt x="2753544" y="1013795"/>
                </a:cubicBezTo>
                <a:cubicBezTo>
                  <a:pt x="2825382" y="976084"/>
                  <a:pt x="2846640" y="892273"/>
                  <a:pt x="2810558" y="823449"/>
                </a:cubicBezTo>
                <a:moveTo>
                  <a:pt x="1727043" y="133332"/>
                </a:moveTo>
                <a:lnTo>
                  <a:pt x="1707169" y="280592"/>
                </a:lnTo>
                <a:lnTo>
                  <a:pt x="1646816" y="272365"/>
                </a:lnTo>
                <a:lnTo>
                  <a:pt x="1663594" y="138300"/>
                </a:lnTo>
                <a:cubicBezTo>
                  <a:pt x="1669133" y="93992"/>
                  <a:pt x="1659522" y="64345"/>
                  <a:pt x="1617006" y="58969"/>
                </a:cubicBezTo>
                <a:cubicBezTo>
                  <a:pt x="1573756" y="53593"/>
                  <a:pt x="1557059" y="80634"/>
                  <a:pt x="1551602" y="124210"/>
                </a:cubicBezTo>
                <a:lnTo>
                  <a:pt x="1534824" y="258274"/>
                </a:lnTo>
                <a:lnTo>
                  <a:pt x="1474389" y="251433"/>
                </a:lnTo>
                <a:lnTo>
                  <a:pt x="1491249" y="104906"/>
                </a:lnTo>
                <a:cubicBezTo>
                  <a:pt x="1500045" y="34371"/>
                  <a:pt x="1547285" y="-6597"/>
                  <a:pt x="1623929" y="3014"/>
                </a:cubicBezTo>
                <a:cubicBezTo>
                  <a:pt x="1700409" y="12543"/>
                  <a:pt x="1735758" y="63449"/>
                  <a:pt x="1727043" y="133332"/>
                </a:cubicBezTo>
                <a:moveTo>
                  <a:pt x="1289662" y="2830106"/>
                </a:moveTo>
                <a:lnTo>
                  <a:pt x="1344477" y="2831165"/>
                </a:lnTo>
                <a:lnTo>
                  <a:pt x="1474226" y="2988687"/>
                </a:lnTo>
                <a:lnTo>
                  <a:pt x="1473574" y="2833038"/>
                </a:lnTo>
                <a:lnTo>
                  <a:pt x="1533357" y="2834016"/>
                </a:lnTo>
                <a:lnTo>
                  <a:pt x="1533439" y="3090336"/>
                </a:lnTo>
                <a:lnTo>
                  <a:pt x="1473981" y="3089440"/>
                </a:lnTo>
                <a:lnTo>
                  <a:pt x="1473900" y="3083250"/>
                </a:lnTo>
                <a:cubicBezTo>
                  <a:pt x="1473981" y="3074453"/>
                  <a:pt x="1468687" y="3062317"/>
                  <a:pt x="1459239" y="3051647"/>
                </a:cubicBezTo>
                <a:lnTo>
                  <a:pt x="1345699" y="2912858"/>
                </a:lnTo>
                <a:lnTo>
                  <a:pt x="1341708" y="3087485"/>
                </a:lnTo>
                <a:lnTo>
                  <a:pt x="1281273" y="3086507"/>
                </a:lnTo>
                <a:lnTo>
                  <a:pt x="1289662" y="2830106"/>
                </a:lnTo>
                <a:close/>
                <a:moveTo>
                  <a:pt x="1926593" y="75177"/>
                </a:moveTo>
                <a:lnTo>
                  <a:pt x="1983281" y="95458"/>
                </a:lnTo>
                <a:lnTo>
                  <a:pt x="1936693" y="258274"/>
                </a:lnTo>
                <a:lnTo>
                  <a:pt x="2065626" y="137975"/>
                </a:lnTo>
                <a:lnTo>
                  <a:pt x="2099916" y="153857"/>
                </a:lnTo>
                <a:lnTo>
                  <a:pt x="2091690" y="329950"/>
                </a:lnTo>
                <a:lnTo>
                  <a:pt x="2184949" y="189369"/>
                </a:lnTo>
                <a:lnTo>
                  <a:pt x="2237565" y="219994"/>
                </a:lnTo>
                <a:lnTo>
                  <a:pt x="2089979" y="428829"/>
                </a:lnTo>
                <a:lnTo>
                  <a:pt x="2035816" y="403742"/>
                </a:lnTo>
                <a:lnTo>
                  <a:pt x="2043065" y="232700"/>
                </a:lnTo>
                <a:lnTo>
                  <a:pt x="1915760" y="348194"/>
                </a:lnTo>
                <a:lnTo>
                  <a:pt x="1860538" y="322701"/>
                </a:lnTo>
                <a:lnTo>
                  <a:pt x="1926593" y="75177"/>
                </a:lnTo>
                <a:close/>
                <a:moveTo>
                  <a:pt x="2387594" y="324085"/>
                </a:moveTo>
                <a:lnTo>
                  <a:pt x="2434183" y="362122"/>
                </a:lnTo>
                <a:lnTo>
                  <a:pt x="2336281" y="498875"/>
                </a:lnTo>
                <a:lnTo>
                  <a:pt x="2498120" y="428910"/>
                </a:lnTo>
                <a:lnTo>
                  <a:pt x="2525080" y="455299"/>
                </a:lnTo>
                <a:lnTo>
                  <a:pt x="2458210" y="618360"/>
                </a:lnTo>
                <a:lnTo>
                  <a:pt x="2592927" y="517527"/>
                </a:lnTo>
                <a:lnTo>
                  <a:pt x="2632348" y="563871"/>
                </a:lnTo>
                <a:lnTo>
                  <a:pt x="2423269" y="710886"/>
                </a:lnTo>
                <a:lnTo>
                  <a:pt x="2380671" y="669021"/>
                </a:lnTo>
                <a:lnTo>
                  <a:pt x="2444934" y="510359"/>
                </a:lnTo>
                <a:lnTo>
                  <a:pt x="2286271" y="576414"/>
                </a:lnTo>
                <a:lnTo>
                  <a:pt x="2242859" y="533816"/>
                </a:lnTo>
                <a:lnTo>
                  <a:pt x="2387594" y="324085"/>
                </a:lnTo>
                <a:close/>
                <a:moveTo>
                  <a:pt x="405208" y="2548456"/>
                </a:moveTo>
                <a:cubicBezTo>
                  <a:pt x="363995" y="2570773"/>
                  <a:pt x="314637" y="2555298"/>
                  <a:pt x="293298" y="2515876"/>
                </a:cubicBezTo>
                <a:cubicBezTo>
                  <a:pt x="290691" y="2511071"/>
                  <a:pt x="288574" y="2506021"/>
                  <a:pt x="287026" y="2500971"/>
                </a:cubicBezTo>
                <a:lnTo>
                  <a:pt x="448458" y="2484355"/>
                </a:lnTo>
                <a:cubicBezTo>
                  <a:pt x="445770" y="2510256"/>
                  <a:pt x="430702" y="2534609"/>
                  <a:pt x="405208" y="2548456"/>
                </a:cubicBezTo>
                <a:moveTo>
                  <a:pt x="326773" y="2403884"/>
                </a:moveTo>
                <a:cubicBezTo>
                  <a:pt x="367986" y="2381567"/>
                  <a:pt x="417263" y="2397042"/>
                  <a:pt x="438847" y="2436870"/>
                </a:cubicBezTo>
                <a:cubicBezTo>
                  <a:pt x="441209" y="2441187"/>
                  <a:pt x="443082" y="2445667"/>
                  <a:pt x="444548" y="2450228"/>
                </a:cubicBezTo>
                <a:lnTo>
                  <a:pt x="283687" y="2466925"/>
                </a:lnTo>
                <a:cubicBezTo>
                  <a:pt x="286782" y="2441351"/>
                  <a:pt x="301687" y="2417486"/>
                  <a:pt x="326773" y="2403884"/>
                </a:cubicBezTo>
                <a:moveTo>
                  <a:pt x="541147" y="2474826"/>
                </a:moveTo>
                <a:lnTo>
                  <a:pt x="537482" y="2440617"/>
                </a:lnTo>
                <a:lnTo>
                  <a:pt x="501563" y="2444364"/>
                </a:lnTo>
                <a:cubicBezTo>
                  <a:pt x="498549" y="2432798"/>
                  <a:pt x="494069" y="2421314"/>
                  <a:pt x="488042" y="2410237"/>
                </a:cubicBezTo>
                <a:cubicBezTo>
                  <a:pt x="450983" y="2341983"/>
                  <a:pt x="369534" y="2312824"/>
                  <a:pt x="298266" y="2351512"/>
                </a:cubicBezTo>
                <a:cubicBezTo>
                  <a:pt x="250211" y="2377576"/>
                  <a:pt x="225451" y="2424409"/>
                  <a:pt x="225858" y="2473034"/>
                </a:cubicBezTo>
                <a:lnTo>
                  <a:pt x="189043" y="2476862"/>
                </a:lnTo>
                <a:lnTo>
                  <a:pt x="193767" y="2510663"/>
                </a:lnTo>
                <a:lnTo>
                  <a:pt x="230175" y="2506917"/>
                </a:lnTo>
                <a:cubicBezTo>
                  <a:pt x="233188" y="2519053"/>
                  <a:pt x="237831" y="2531107"/>
                  <a:pt x="244021" y="2542592"/>
                </a:cubicBezTo>
                <a:cubicBezTo>
                  <a:pt x="281080" y="2610846"/>
                  <a:pt x="362529" y="2640086"/>
                  <a:pt x="433797" y="2601397"/>
                </a:cubicBezTo>
                <a:cubicBezTo>
                  <a:pt x="482341" y="2575090"/>
                  <a:pt x="507020" y="2527605"/>
                  <a:pt x="506205" y="2478491"/>
                </a:cubicBezTo>
                <a:lnTo>
                  <a:pt x="541147" y="2474826"/>
                </a:lnTo>
                <a:close/>
                <a:moveTo>
                  <a:pt x="2267620" y="2527605"/>
                </a:moveTo>
                <a:lnTo>
                  <a:pt x="2316896" y="2483460"/>
                </a:lnTo>
                <a:lnTo>
                  <a:pt x="2507324" y="2557334"/>
                </a:lnTo>
                <a:lnTo>
                  <a:pt x="2423187" y="2370734"/>
                </a:lnTo>
                <a:lnTo>
                  <a:pt x="2463667" y="2319584"/>
                </a:lnTo>
                <a:lnTo>
                  <a:pt x="2581605" y="2583071"/>
                </a:lnTo>
                <a:lnTo>
                  <a:pt x="2537379" y="2629986"/>
                </a:lnTo>
                <a:lnTo>
                  <a:pt x="2267620" y="2527605"/>
                </a:lnTo>
                <a:close/>
                <a:moveTo>
                  <a:pt x="1337229" y="253632"/>
                </a:moveTo>
                <a:lnTo>
                  <a:pt x="1283065" y="262591"/>
                </a:lnTo>
                <a:lnTo>
                  <a:pt x="1126764" y="131377"/>
                </a:lnTo>
                <a:lnTo>
                  <a:pt x="1155842" y="284257"/>
                </a:lnTo>
                <a:lnTo>
                  <a:pt x="1096873" y="294194"/>
                </a:lnTo>
                <a:lnTo>
                  <a:pt x="1049877" y="42190"/>
                </a:lnTo>
                <a:lnTo>
                  <a:pt x="1108520" y="32254"/>
                </a:lnTo>
                <a:lnTo>
                  <a:pt x="1109742" y="38362"/>
                </a:lnTo>
                <a:cubicBezTo>
                  <a:pt x="1111208" y="47077"/>
                  <a:pt x="1118701" y="57992"/>
                  <a:pt x="1129941" y="66788"/>
                </a:cubicBezTo>
                <a:lnTo>
                  <a:pt x="1266938" y="182527"/>
                </a:lnTo>
                <a:lnTo>
                  <a:pt x="1238920" y="10100"/>
                </a:lnTo>
                <a:lnTo>
                  <a:pt x="1298540" y="0"/>
                </a:lnTo>
                <a:lnTo>
                  <a:pt x="1337229" y="253632"/>
                </a:lnTo>
                <a:close/>
                <a:moveTo>
                  <a:pt x="2523858" y="2233086"/>
                </a:moveTo>
                <a:lnTo>
                  <a:pt x="2548700" y="2184135"/>
                </a:lnTo>
                <a:lnTo>
                  <a:pt x="2747028" y="2135998"/>
                </a:lnTo>
                <a:lnTo>
                  <a:pt x="2606691" y="2068803"/>
                </a:lnTo>
                <a:lnTo>
                  <a:pt x="2633651" y="2015454"/>
                </a:lnTo>
                <a:lnTo>
                  <a:pt x="2864477" y="2127039"/>
                </a:lnTo>
                <a:lnTo>
                  <a:pt x="2837762" y="2180144"/>
                </a:lnTo>
                <a:lnTo>
                  <a:pt x="2832142" y="2177456"/>
                </a:lnTo>
                <a:cubicBezTo>
                  <a:pt x="2824323" y="2173546"/>
                  <a:pt x="2811047" y="2172976"/>
                  <a:pt x="2797363" y="2176886"/>
                </a:cubicBezTo>
                <a:lnTo>
                  <a:pt x="2622981" y="2218587"/>
                </a:lnTo>
                <a:lnTo>
                  <a:pt x="2778467" y="2298245"/>
                </a:lnTo>
                <a:lnTo>
                  <a:pt x="2751263" y="2352245"/>
                </a:lnTo>
                <a:lnTo>
                  <a:pt x="2523858" y="2233086"/>
                </a:lnTo>
                <a:close/>
                <a:moveTo>
                  <a:pt x="230989" y="2015454"/>
                </a:moveTo>
                <a:lnTo>
                  <a:pt x="257542" y="2070513"/>
                </a:lnTo>
                <a:lnTo>
                  <a:pt x="168436" y="2113437"/>
                </a:lnTo>
                <a:cubicBezTo>
                  <a:pt x="203297" y="2137709"/>
                  <a:pt x="257786" y="2157012"/>
                  <a:pt x="298755" y="2155953"/>
                </a:cubicBezTo>
                <a:lnTo>
                  <a:pt x="326936" y="2214352"/>
                </a:lnTo>
                <a:cubicBezTo>
                  <a:pt x="278067" y="2218425"/>
                  <a:pt x="213641" y="2195375"/>
                  <a:pt x="173894" y="2171021"/>
                </a:cubicBezTo>
                <a:lnTo>
                  <a:pt x="101404" y="2336933"/>
                </a:lnTo>
                <a:lnTo>
                  <a:pt x="68336" y="2268353"/>
                </a:lnTo>
                <a:lnTo>
                  <a:pt x="128608" y="2132740"/>
                </a:lnTo>
                <a:lnTo>
                  <a:pt x="26634" y="2181935"/>
                </a:lnTo>
                <a:lnTo>
                  <a:pt x="0" y="2126876"/>
                </a:lnTo>
                <a:lnTo>
                  <a:pt x="230989" y="2015454"/>
                </a:lnTo>
                <a:close/>
                <a:moveTo>
                  <a:pt x="682542" y="2722349"/>
                </a:moveTo>
                <a:cubicBezTo>
                  <a:pt x="701275" y="2735137"/>
                  <a:pt x="720090" y="2735544"/>
                  <a:pt x="731248" y="2719173"/>
                </a:cubicBezTo>
                <a:cubicBezTo>
                  <a:pt x="741185" y="2704675"/>
                  <a:pt x="737357" y="2690095"/>
                  <a:pt x="714959" y="2674783"/>
                </a:cubicBezTo>
                <a:lnTo>
                  <a:pt x="681972" y="2652303"/>
                </a:lnTo>
                <a:lnTo>
                  <a:pt x="649555" y="2699869"/>
                </a:lnTo>
                <a:lnTo>
                  <a:pt x="682542" y="2722349"/>
                </a:lnTo>
                <a:close/>
                <a:moveTo>
                  <a:pt x="635465" y="2819273"/>
                </a:moveTo>
                <a:cubicBezTo>
                  <a:pt x="657863" y="2834504"/>
                  <a:pt x="675293" y="2831735"/>
                  <a:pt x="686207" y="2815771"/>
                </a:cubicBezTo>
                <a:cubicBezTo>
                  <a:pt x="695900" y="2801599"/>
                  <a:pt x="693130" y="2784169"/>
                  <a:pt x="670162" y="2768449"/>
                </a:cubicBezTo>
                <a:lnTo>
                  <a:pt x="624225" y="2737092"/>
                </a:lnTo>
                <a:lnTo>
                  <a:pt x="589527" y="2787916"/>
                </a:lnTo>
                <a:lnTo>
                  <a:pt x="635465" y="2819273"/>
                </a:lnTo>
                <a:close/>
                <a:moveTo>
                  <a:pt x="657456" y="2579732"/>
                </a:moveTo>
                <a:lnTo>
                  <a:pt x="741267" y="2636909"/>
                </a:lnTo>
                <a:cubicBezTo>
                  <a:pt x="802109" y="2678367"/>
                  <a:pt x="808706" y="2713553"/>
                  <a:pt x="786226" y="2746458"/>
                </a:cubicBezTo>
                <a:cubicBezTo>
                  <a:pt x="773032" y="2765843"/>
                  <a:pt x="752425" y="2775291"/>
                  <a:pt x="727420" y="2771544"/>
                </a:cubicBezTo>
                <a:cubicBezTo>
                  <a:pt x="750389" y="2798260"/>
                  <a:pt x="752507" y="2826359"/>
                  <a:pt x="735158" y="2851771"/>
                </a:cubicBezTo>
                <a:cubicBezTo>
                  <a:pt x="711375" y="2886550"/>
                  <a:pt x="671139" y="2899419"/>
                  <a:pt x="609727" y="2857554"/>
                </a:cubicBezTo>
                <a:lnTo>
                  <a:pt x="512884" y="2791499"/>
                </a:lnTo>
                <a:lnTo>
                  <a:pt x="657456" y="2579732"/>
                </a:lnTo>
                <a:close/>
                <a:moveTo>
                  <a:pt x="2886469" y="1944105"/>
                </a:moveTo>
                <a:lnTo>
                  <a:pt x="2857961" y="1893688"/>
                </a:lnTo>
                <a:cubicBezTo>
                  <a:pt x="2886061" y="1877968"/>
                  <a:pt x="2902188" y="1859072"/>
                  <a:pt x="2907564" y="1831786"/>
                </a:cubicBezTo>
                <a:cubicBezTo>
                  <a:pt x="2912369" y="1807352"/>
                  <a:pt x="2905772" y="1788130"/>
                  <a:pt x="2887446" y="1784465"/>
                </a:cubicBezTo>
                <a:cubicBezTo>
                  <a:pt x="2866595" y="1780392"/>
                  <a:pt x="2852749" y="1804420"/>
                  <a:pt x="2842568" y="1829262"/>
                </a:cubicBezTo>
                <a:cubicBezTo>
                  <a:pt x="2825382" y="1874791"/>
                  <a:pt x="2797445" y="1915679"/>
                  <a:pt x="2743933" y="1905091"/>
                </a:cubicBezTo>
                <a:cubicBezTo>
                  <a:pt x="2696122" y="1895642"/>
                  <a:pt x="2674131" y="1852067"/>
                  <a:pt x="2685941" y="1792039"/>
                </a:cubicBezTo>
                <a:cubicBezTo>
                  <a:pt x="2694005" y="1751478"/>
                  <a:pt x="2710294" y="1723704"/>
                  <a:pt x="2745318" y="1701468"/>
                </a:cubicBezTo>
                <a:lnTo>
                  <a:pt x="2772603" y="1750501"/>
                </a:lnTo>
                <a:cubicBezTo>
                  <a:pt x="2752648" y="1762636"/>
                  <a:pt x="2740186" y="1780311"/>
                  <a:pt x="2735544" y="1803687"/>
                </a:cubicBezTo>
                <a:cubicBezTo>
                  <a:pt x="2730738" y="1828121"/>
                  <a:pt x="2736603" y="1843515"/>
                  <a:pt x="2751019" y="1846366"/>
                </a:cubicBezTo>
                <a:cubicBezTo>
                  <a:pt x="2768938" y="1849868"/>
                  <a:pt x="2782295" y="1831542"/>
                  <a:pt x="2792558" y="1804094"/>
                </a:cubicBezTo>
                <a:cubicBezTo>
                  <a:pt x="2811617" y="1754817"/>
                  <a:pt x="2837029" y="1714011"/>
                  <a:pt x="2894125" y="1725333"/>
                </a:cubicBezTo>
                <a:cubicBezTo>
                  <a:pt x="2951302" y="1736654"/>
                  <a:pt x="2968732" y="1788211"/>
                  <a:pt x="2957736" y="1843597"/>
                </a:cubicBezTo>
                <a:cubicBezTo>
                  <a:pt x="2948533" y="1891000"/>
                  <a:pt x="2924342" y="1922439"/>
                  <a:pt x="2886469" y="1944105"/>
                </a:cubicBezTo>
                <a:moveTo>
                  <a:pt x="2714367" y="1367120"/>
                </a:moveTo>
                <a:lnTo>
                  <a:pt x="2701417" y="1307337"/>
                </a:lnTo>
                <a:lnTo>
                  <a:pt x="2798096" y="1286323"/>
                </a:lnTo>
                <a:cubicBezTo>
                  <a:pt x="2769834" y="1254558"/>
                  <a:pt x="2721453" y="1223200"/>
                  <a:pt x="2681299" y="1214648"/>
                </a:cubicBezTo>
                <a:lnTo>
                  <a:pt x="2667534" y="1151281"/>
                </a:lnTo>
                <a:cubicBezTo>
                  <a:pt x="2715996" y="1158774"/>
                  <a:pt x="2773255" y="1196159"/>
                  <a:pt x="2806241" y="1229146"/>
                </a:cubicBezTo>
                <a:lnTo>
                  <a:pt x="2915464" y="1084737"/>
                </a:lnTo>
                <a:lnTo>
                  <a:pt x="2931591" y="1159181"/>
                </a:lnTo>
                <a:lnTo>
                  <a:pt x="2841346" y="1276956"/>
                </a:lnTo>
                <a:lnTo>
                  <a:pt x="2951954" y="1252929"/>
                </a:lnTo>
                <a:lnTo>
                  <a:pt x="2964904" y="1312713"/>
                </a:lnTo>
                <a:lnTo>
                  <a:pt x="2714367" y="1367120"/>
                </a:lnTo>
                <a:close/>
                <a:moveTo>
                  <a:pt x="966717" y="338990"/>
                </a:moveTo>
                <a:lnTo>
                  <a:pt x="791521" y="421661"/>
                </a:lnTo>
                <a:lnTo>
                  <a:pt x="769774" y="375642"/>
                </a:lnTo>
                <a:lnTo>
                  <a:pt x="889667" y="319036"/>
                </a:lnTo>
                <a:lnTo>
                  <a:pt x="868409" y="273994"/>
                </a:lnTo>
                <a:lnTo>
                  <a:pt x="768308" y="321235"/>
                </a:lnTo>
                <a:lnTo>
                  <a:pt x="746642" y="275216"/>
                </a:lnTo>
                <a:lnTo>
                  <a:pt x="846662" y="227976"/>
                </a:lnTo>
                <a:lnTo>
                  <a:pt x="823693" y="179269"/>
                </a:lnTo>
                <a:lnTo>
                  <a:pt x="703800" y="235876"/>
                </a:lnTo>
                <a:lnTo>
                  <a:pt x="682053" y="189776"/>
                </a:lnTo>
                <a:lnTo>
                  <a:pt x="857331" y="107105"/>
                </a:lnTo>
                <a:lnTo>
                  <a:pt x="966717" y="338990"/>
                </a:lnTo>
                <a:close/>
                <a:moveTo>
                  <a:pt x="958084" y="2745481"/>
                </a:moveTo>
                <a:lnTo>
                  <a:pt x="1142891" y="2803635"/>
                </a:lnTo>
                <a:lnTo>
                  <a:pt x="1127660" y="2852179"/>
                </a:lnTo>
                <a:lnTo>
                  <a:pt x="1001170" y="2812350"/>
                </a:lnTo>
                <a:lnTo>
                  <a:pt x="986265" y="2859835"/>
                </a:lnTo>
                <a:lnTo>
                  <a:pt x="1091742" y="2893066"/>
                </a:lnTo>
                <a:lnTo>
                  <a:pt x="1076510" y="2941610"/>
                </a:lnTo>
                <a:lnTo>
                  <a:pt x="970953" y="2908460"/>
                </a:lnTo>
                <a:lnTo>
                  <a:pt x="954826" y="2959773"/>
                </a:lnTo>
                <a:lnTo>
                  <a:pt x="1081316" y="2999601"/>
                </a:lnTo>
                <a:lnTo>
                  <a:pt x="1066004" y="3048226"/>
                </a:lnTo>
                <a:lnTo>
                  <a:pt x="881196" y="2990072"/>
                </a:lnTo>
                <a:lnTo>
                  <a:pt x="958084" y="2745481"/>
                </a:lnTo>
                <a:close/>
                <a:moveTo>
                  <a:pt x="2163772" y="2789545"/>
                </a:moveTo>
                <a:lnTo>
                  <a:pt x="2148541" y="2687489"/>
                </a:lnTo>
                <a:lnTo>
                  <a:pt x="2234307" y="2745562"/>
                </a:lnTo>
                <a:lnTo>
                  <a:pt x="2163772" y="2789545"/>
                </a:lnTo>
                <a:close/>
                <a:moveTo>
                  <a:pt x="2327729" y="2808767"/>
                </a:moveTo>
                <a:lnTo>
                  <a:pt x="2379531" y="2770322"/>
                </a:lnTo>
                <a:lnTo>
                  <a:pt x="2144876" y="2619479"/>
                </a:lnTo>
                <a:lnTo>
                  <a:pt x="2090305" y="2653851"/>
                </a:lnTo>
                <a:lnTo>
                  <a:pt x="2125247" y="2930370"/>
                </a:lnTo>
                <a:lnTo>
                  <a:pt x="2180469" y="2901455"/>
                </a:lnTo>
                <a:lnTo>
                  <a:pt x="2171999" y="2844523"/>
                </a:lnTo>
                <a:lnTo>
                  <a:pt x="2280570" y="2776839"/>
                </a:lnTo>
                <a:lnTo>
                  <a:pt x="2327729" y="2808767"/>
                </a:lnTo>
                <a:close/>
                <a:moveTo>
                  <a:pt x="1432198" y="2344752"/>
                </a:moveTo>
                <a:cubicBezTo>
                  <a:pt x="1337880" y="2344752"/>
                  <a:pt x="1297563" y="2415450"/>
                  <a:pt x="1173028" y="2415450"/>
                </a:cubicBezTo>
                <a:cubicBezTo>
                  <a:pt x="1221001" y="2429622"/>
                  <a:pt x="1324930" y="2452591"/>
                  <a:pt x="1432198" y="2452591"/>
                </a:cubicBezTo>
                <a:cubicBezTo>
                  <a:pt x="1539548" y="2452591"/>
                  <a:pt x="1643395" y="2429622"/>
                  <a:pt x="1691368" y="2415450"/>
                </a:cubicBezTo>
                <a:cubicBezTo>
                  <a:pt x="1566833" y="2415450"/>
                  <a:pt x="1526516" y="2344752"/>
                  <a:pt x="1432198" y="2344752"/>
                </a:cubicBezTo>
                <a:moveTo>
                  <a:pt x="1917878" y="2191872"/>
                </a:moveTo>
                <a:cubicBezTo>
                  <a:pt x="1878782" y="2213538"/>
                  <a:pt x="1839605" y="2227873"/>
                  <a:pt x="1768338" y="2227873"/>
                </a:cubicBezTo>
                <a:cubicBezTo>
                  <a:pt x="1697070" y="2227873"/>
                  <a:pt x="1658300" y="2211420"/>
                  <a:pt x="1619205" y="2189755"/>
                </a:cubicBezTo>
                <a:cubicBezTo>
                  <a:pt x="1575711" y="2165646"/>
                  <a:pt x="1525294" y="2135021"/>
                  <a:pt x="1432117" y="2134288"/>
                </a:cubicBezTo>
                <a:cubicBezTo>
                  <a:pt x="1338939" y="2135102"/>
                  <a:pt x="1288522" y="2165646"/>
                  <a:pt x="1245028" y="2189755"/>
                </a:cubicBezTo>
                <a:cubicBezTo>
                  <a:pt x="1205933" y="2211420"/>
                  <a:pt x="1167163" y="2227873"/>
                  <a:pt x="1095895" y="2227873"/>
                </a:cubicBezTo>
                <a:cubicBezTo>
                  <a:pt x="1024628" y="2227873"/>
                  <a:pt x="985451" y="2213538"/>
                  <a:pt x="946355" y="2191872"/>
                </a:cubicBezTo>
                <a:cubicBezTo>
                  <a:pt x="902373" y="2167438"/>
                  <a:pt x="843485" y="2127446"/>
                  <a:pt x="745013" y="2138442"/>
                </a:cubicBezTo>
                <a:cubicBezTo>
                  <a:pt x="893984" y="2330010"/>
                  <a:pt x="1098502" y="2327077"/>
                  <a:pt x="1098502" y="2327077"/>
                </a:cubicBezTo>
                <a:cubicBezTo>
                  <a:pt x="1188747" y="2327077"/>
                  <a:pt x="1239979" y="2308670"/>
                  <a:pt x="1283961" y="2284235"/>
                </a:cubicBezTo>
                <a:cubicBezTo>
                  <a:pt x="1322486" y="2262814"/>
                  <a:pt x="1362559" y="2236995"/>
                  <a:pt x="1432117" y="2236343"/>
                </a:cubicBezTo>
                <a:cubicBezTo>
                  <a:pt x="1501674" y="2236995"/>
                  <a:pt x="1541665" y="2262733"/>
                  <a:pt x="1580272" y="2284235"/>
                </a:cubicBezTo>
                <a:cubicBezTo>
                  <a:pt x="1624336" y="2308670"/>
                  <a:pt x="1675486" y="2327077"/>
                  <a:pt x="1765731" y="2327077"/>
                </a:cubicBezTo>
                <a:cubicBezTo>
                  <a:pt x="1765731" y="2327077"/>
                  <a:pt x="1970250" y="2330010"/>
                  <a:pt x="2119220" y="2138442"/>
                </a:cubicBezTo>
                <a:cubicBezTo>
                  <a:pt x="2020829" y="2127446"/>
                  <a:pt x="1961942" y="2167356"/>
                  <a:pt x="1917878" y="2191872"/>
                </a:cubicBezTo>
                <a:moveTo>
                  <a:pt x="2114577" y="1920077"/>
                </a:moveTo>
                <a:cubicBezTo>
                  <a:pt x="2016757" y="1920077"/>
                  <a:pt x="1965607" y="1957951"/>
                  <a:pt x="1920403" y="1983037"/>
                </a:cubicBezTo>
                <a:cubicBezTo>
                  <a:pt x="1880330" y="2005273"/>
                  <a:pt x="1845796" y="2026857"/>
                  <a:pt x="1772736" y="2026857"/>
                </a:cubicBezTo>
                <a:cubicBezTo>
                  <a:pt x="1699676" y="2026857"/>
                  <a:pt x="1665060" y="2005273"/>
                  <a:pt x="1624988" y="1983037"/>
                </a:cubicBezTo>
                <a:cubicBezTo>
                  <a:pt x="1580109" y="1958114"/>
                  <a:pt x="1528878" y="1929933"/>
                  <a:pt x="1432198" y="1929525"/>
                </a:cubicBezTo>
                <a:cubicBezTo>
                  <a:pt x="1335437" y="1929851"/>
                  <a:pt x="1284287" y="1958114"/>
                  <a:pt x="1239408" y="1983037"/>
                </a:cubicBezTo>
                <a:cubicBezTo>
                  <a:pt x="1199336" y="2005273"/>
                  <a:pt x="1164801" y="2026857"/>
                  <a:pt x="1091660" y="2026857"/>
                </a:cubicBezTo>
                <a:cubicBezTo>
                  <a:pt x="1018600" y="2026857"/>
                  <a:pt x="983984" y="2005273"/>
                  <a:pt x="943993" y="1983037"/>
                </a:cubicBezTo>
                <a:cubicBezTo>
                  <a:pt x="898870" y="1957951"/>
                  <a:pt x="847639" y="1920077"/>
                  <a:pt x="749819" y="1920077"/>
                </a:cubicBezTo>
                <a:cubicBezTo>
                  <a:pt x="687999" y="1920077"/>
                  <a:pt x="614125" y="1939543"/>
                  <a:pt x="614125" y="1939543"/>
                </a:cubicBezTo>
                <a:lnTo>
                  <a:pt x="667148" y="2031825"/>
                </a:lnTo>
                <a:cubicBezTo>
                  <a:pt x="667148" y="2031825"/>
                  <a:pt x="711538" y="2023843"/>
                  <a:pt x="749737" y="2023843"/>
                </a:cubicBezTo>
                <a:cubicBezTo>
                  <a:pt x="822797" y="2023843"/>
                  <a:pt x="862218" y="2045346"/>
                  <a:pt x="902291" y="2067581"/>
                </a:cubicBezTo>
                <a:cubicBezTo>
                  <a:pt x="947414" y="2092667"/>
                  <a:pt x="985043" y="2127283"/>
                  <a:pt x="1082945" y="2127283"/>
                </a:cubicBezTo>
                <a:cubicBezTo>
                  <a:pt x="1180847" y="2127283"/>
                  <a:pt x="1234196" y="2095600"/>
                  <a:pt x="1279237" y="2070513"/>
                </a:cubicBezTo>
                <a:cubicBezTo>
                  <a:pt x="1319065" y="2048441"/>
                  <a:pt x="1360034" y="2029300"/>
                  <a:pt x="1432198" y="2029056"/>
                </a:cubicBezTo>
                <a:cubicBezTo>
                  <a:pt x="1504280" y="2029300"/>
                  <a:pt x="1545330" y="2048359"/>
                  <a:pt x="1585159" y="2070513"/>
                </a:cubicBezTo>
                <a:cubicBezTo>
                  <a:pt x="1630282" y="2095600"/>
                  <a:pt x="1683631" y="2127283"/>
                  <a:pt x="1781451" y="2127283"/>
                </a:cubicBezTo>
                <a:cubicBezTo>
                  <a:pt x="1879353" y="2127283"/>
                  <a:pt x="1916982" y="2092749"/>
                  <a:pt x="1962105" y="2067581"/>
                </a:cubicBezTo>
                <a:cubicBezTo>
                  <a:pt x="2002177" y="2045346"/>
                  <a:pt x="2041517" y="2023843"/>
                  <a:pt x="2114658" y="2023843"/>
                </a:cubicBezTo>
                <a:cubicBezTo>
                  <a:pt x="2152858" y="2023843"/>
                  <a:pt x="2197248" y="2031825"/>
                  <a:pt x="2197248" y="2031825"/>
                </a:cubicBezTo>
                <a:lnTo>
                  <a:pt x="2250271" y="1939543"/>
                </a:lnTo>
                <a:cubicBezTo>
                  <a:pt x="2250271" y="1939625"/>
                  <a:pt x="2176397" y="1920077"/>
                  <a:pt x="2114577" y="1920077"/>
                </a:cubicBezTo>
                <a:moveTo>
                  <a:pt x="1038800" y="776941"/>
                </a:moveTo>
                <a:lnTo>
                  <a:pt x="961016" y="759349"/>
                </a:lnTo>
                <a:lnTo>
                  <a:pt x="1015179" y="817910"/>
                </a:lnTo>
                <a:lnTo>
                  <a:pt x="961016" y="876472"/>
                </a:lnTo>
                <a:lnTo>
                  <a:pt x="1038800" y="858879"/>
                </a:lnTo>
                <a:lnTo>
                  <a:pt x="1062420" y="935034"/>
                </a:lnTo>
                <a:lnTo>
                  <a:pt x="1086040" y="858879"/>
                </a:lnTo>
                <a:lnTo>
                  <a:pt x="1163824" y="876472"/>
                </a:lnTo>
                <a:lnTo>
                  <a:pt x="1109660" y="817910"/>
                </a:lnTo>
                <a:lnTo>
                  <a:pt x="1163824" y="759349"/>
                </a:lnTo>
                <a:lnTo>
                  <a:pt x="1086040" y="776941"/>
                </a:lnTo>
                <a:lnTo>
                  <a:pt x="1062420" y="700787"/>
                </a:lnTo>
                <a:lnTo>
                  <a:pt x="1038800" y="776941"/>
                </a:lnTo>
                <a:close/>
                <a:moveTo>
                  <a:pt x="2027427" y="1425438"/>
                </a:moveTo>
                <a:lnTo>
                  <a:pt x="2052106" y="1425438"/>
                </a:lnTo>
                <a:lnTo>
                  <a:pt x="2052106" y="1389030"/>
                </a:lnTo>
                <a:cubicBezTo>
                  <a:pt x="2052106" y="1389030"/>
                  <a:pt x="2020422" y="1382514"/>
                  <a:pt x="2020422" y="1349446"/>
                </a:cubicBezTo>
                <a:lnTo>
                  <a:pt x="2020178" y="1349446"/>
                </a:lnTo>
                <a:lnTo>
                  <a:pt x="2018467" y="1317681"/>
                </a:lnTo>
                <a:lnTo>
                  <a:pt x="2049011" y="1292920"/>
                </a:lnTo>
                <a:lnTo>
                  <a:pt x="2055119" y="1227517"/>
                </a:lnTo>
                <a:lnTo>
                  <a:pt x="2010485" y="1227517"/>
                </a:lnTo>
                <a:lnTo>
                  <a:pt x="2004702" y="1273861"/>
                </a:lnTo>
                <a:lnTo>
                  <a:pt x="1961535" y="1273861"/>
                </a:lnTo>
                <a:lnTo>
                  <a:pt x="1955182" y="1227517"/>
                </a:lnTo>
                <a:lnTo>
                  <a:pt x="1930584" y="1227517"/>
                </a:lnTo>
                <a:lnTo>
                  <a:pt x="1905905" y="1227517"/>
                </a:lnTo>
                <a:lnTo>
                  <a:pt x="1899552" y="1273861"/>
                </a:lnTo>
                <a:lnTo>
                  <a:pt x="1856384" y="1273861"/>
                </a:lnTo>
                <a:lnTo>
                  <a:pt x="1850601" y="1227517"/>
                </a:lnTo>
                <a:lnTo>
                  <a:pt x="1805967" y="1227517"/>
                </a:lnTo>
                <a:lnTo>
                  <a:pt x="1812076" y="1292920"/>
                </a:lnTo>
                <a:lnTo>
                  <a:pt x="1842619" y="1317681"/>
                </a:lnTo>
                <a:lnTo>
                  <a:pt x="1840827" y="1349446"/>
                </a:lnTo>
                <a:lnTo>
                  <a:pt x="1840664" y="1349446"/>
                </a:lnTo>
                <a:cubicBezTo>
                  <a:pt x="1840664" y="1382514"/>
                  <a:pt x="1808899" y="1389030"/>
                  <a:pt x="1808899" y="1389030"/>
                </a:cubicBezTo>
                <a:lnTo>
                  <a:pt x="1808899" y="1425438"/>
                </a:lnTo>
                <a:lnTo>
                  <a:pt x="1833578" y="1425438"/>
                </a:lnTo>
                <a:cubicBezTo>
                  <a:pt x="1832519" y="1548263"/>
                  <a:pt x="1771514" y="1725821"/>
                  <a:pt x="1771514" y="1859153"/>
                </a:cubicBezTo>
                <a:lnTo>
                  <a:pt x="1930584" y="1859153"/>
                </a:lnTo>
                <a:lnTo>
                  <a:pt x="2089654" y="1859153"/>
                </a:lnTo>
                <a:cubicBezTo>
                  <a:pt x="2089491" y="1725740"/>
                  <a:pt x="2028486" y="1548263"/>
                  <a:pt x="2027427" y="1425438"/>
                </a:cubicBezTo>
                <a:moveTo>
                  <a:pt x="2029626" y="1184838"/>
                </a:moveTo>
                <a:lnTo>
                  <a:pt x="2029626" y="1163498"/>
                </a:lnTo>
                <a:cubicBezTo>
                  <a:pt x="2029626" y="1102248"/>
                  <a:pt x="1984584" y="1063967"/>
                  <a:pt x="1930421" y="1063967"/>
                </a:cubicBezTo>
                <a:cubicBezTo>
                  <a:pt x="1876257" y="1063967"/>
                  <a:pt x="1831216" y="1102248"/>
                  <a:pt x="1831216" y="1163498"/>
                </a:cubicBezTo>
                <a:lnTo>
                  <a:pt x="1831216" y="1184838"/>
                </a:lnTo>
                <a:lnTo>
                  <a:pt x="2029626" y="1184838"/>
                </a:lnTo>
                <a:close/>
                <a:moveTo>
                  <a:pt x="1030899" y="1425438"/>
                </a:moveTo>
                <a:lnTo>
                  <a:pt x="1055578" y="1425438"/>
                </a:lnTo>
                <a:lnTo>
                  <a:pt x="1055578" y="1389030"/>
                </a:lnTo>
                <a:cubicBezTo>
                  <a:pt x="1055578" y="1389030"/>
                  <a:pt x="1023813" y="1382514"/>
                  <a:pt x="1023813" y="1349446"/>
                </a:cubicBezTo>
                <a:lnTo>
                  <a:pt x="1023650" y="1349446"/>
                </a:lnTo>
                <a:lnTo>
                  <a:pt x="1021858" y="1317681"/>
                </a:lnTo>
                <a:lnTo>
                  <a:pt x="1052402" y="1292920"/>
                </a:lnTo>
                <a:lnTo>
                  <a:pt x="1058510" y="1227517"/>
                </a:lnTo>
                <a:lnTo>
                  <a:pt x="1013876" y="1227517"/>
                </a:lnTo>
                <a:lnTo>
                  <a:pt x="1008093" y="1273861"/>
                </a:lnTo>
                <a:lnTo>
                  <a:pt x="964925" y="1273861"/>
                </a:lnTo>
                <a:lnTo>
                  <a:pt x="958572" y="1227517"/>
                </a:lnTo>
                <a:lnTo>
                  <a:pt x="933893" y="1227517"/>
                </a:lnTo>
                <a:lnTo>
                  <a:pt x="909296" y="1227517"/>
                </a:lnTo>
                <a:lnTo>
                  <a:pt x="902943" y="1273861"/>
                </a:lnTo>
                <a:lnTo>
                  <a:pt x="859775" y="1273861"/>
                </a:lnTo>
                <a:lnTo>
                  <a:pt x="853992" y="1227517"/>
                </a:lnTo>
                <a:lnTo>
                  <a:pt x="809358" y="1227517"/>
                </a:lnTo>
                <a:lnTo>
                  <a:pt x="815385" y="1292920"/>
                </a:lnTo>
                <a:lnTo>
                  <a:pt x="845929" y="1317681"/>
                </a:lnTo>
                <a:lnTo>
                  <a:pt x="844137" y="1349446"/>
                </a:lnTo>
                <a:lnTo>
                  <a:pt x="843974" y="1349446"/>
                </a:lnTo>
                <a:cubicBezTo>
                  <a:pt x="843974" y="1382514"/>
                  <a:pt x="812209" y="1389030"/>
                  <a:pt x="812209" y="1389030"/>
                </a:cubicBezTo>
                <a:lnTo>
                  <a:pt x="812209" y="1425438"/>
                </a:lnTo>
                <a:lnTo>
                  <a:pt x="836888" y="1425438"/>
                </a:lnTo>
                <a:cubicBezTo>
                  <a:pt x="835829" y="1548263"/>
                  <a:pt x="774824" y="1725821"/>
                  <a:pt x="774824" y="1859153"/>
                </a:cubicBezTo>
                <a:lnTo>
                  <a:pt x="933812" y="1859153"/>
                </a:lnTo>
                <a:lnTo>
                  <a:pt x="1092882" y="1859153"/>
                </a:lnTo>
                <a:cubicBezTo>
                  <a:pt x="1092963" y="1725740"/>
                  <a:pt x="1031958" y="1548263"/>
                  <a:pt x="1030899" y="1425438"/>
                </a:cubicBezTo>
                <a:moveTo>
                  <a:pt x="1482289" y="622107"/>
                </a:moveTo>
                <a:cubicBezTo>
                  <a:pt x="1482289" y="594414"/>
                  <a:pt x="1459891" y="572016"/>
                  <a:pt x="1432198" y="572016"/>
                </a:cubicBezTo>
                <a:cubicBezTo>
                  <a:pt x="1404505" y="572016"/>
                  <a:pt x="1382107" y="594414"/>
                  <a:pt x="1382107" y="622107"/>
                </a:cubicBezTo>
                <a:cubicBezTo>
                  <a:pt x="1382107" y="649800"/>
                  <a:pt x="1404505" y="672198"/>
                  <a:pt x="1432198" y="672198"/>
                </a:cubicBezTo>
                <a:cubicBezTo>
                  <a:pt x="1459809" y="672198"/>
                  <a:pt x="1482289" y="649718"/>
                  <a:pt x="1482289" y="622107"/>
                </a:cubicBezTo>
                <a:moveTo>
                  <a:pt x="1636879" y="1314016"/>
                </a:moveTo>
                <a:lnTo>
                  <a:pt x="1227517" y="1314016"/>
                </a:lnTo>
                <a:lnTo>
                  <a:pt x="1227517" y="1375836"/>
                </a:lnTo>
                <a:cubicBezTo>
                  <a:pt x="1227517" y="1375836"/>
                  <a:pt x="1253010" y="1387157"/>
                  <a:pt x="1253010" y="1415501"/>
                </a:cubicBezTo>
                <a:cubicBezTo>
                  <a:pt x="1253010" y="1472189"/>
                  <a:pt x="1208865" y="1696907"/>
                  <a:pt x="1217336" y="1859072"/>
                </a:cubicBezTo>
                <a:lnTo>
                  <a:pt x="1359871" y="1859072"/>
                </a:lnTo>
                <a:lnTo>
                  <a:pt x="1370623" y="1705133"/>
                </a:lnTo>
                <a:cubicBezTo>
                  <a:pt x="1375347" y="1666282"/>
                  <a:pt x="1400351" y="1643558"/>
                  <a:pt x="1432117" y="1643558"/>
                </a:cubicBezTo>
                <a:cubicBezTo>
                  <a:pt x="1463963" y="1643558"/>
                  <a:pt x="1488886" y="1666201"/>
                  <a:pt x="1493610" y="1705133"/>
                </a:cubicBezTo>
                <a:lnTo>
                  <a:pt x="1504362" y="1859072"/>
                </a:lnTo>
                <a:lnTo>
                  <a:pt x="1646897" y="1859072"/>
                </a:lnTo>
                <a:cubicBezTo>
                  <a:pt x="1655368" y="1696907"/>
                  <a:pt x="1611223" y="1472271"/>
                  <a:pt x="1611223" y="1415501"/>
                </a:cubicBezTo>
                <a:cubicBezTo>
                  <a:pt x="1611223" y="1387157"/>
                  <a:pt x="1636716" y="1375836"/>
                  <a:pt x="1636716" y="1375836"/>
                </a:cubicBezTo>
                <a:lnTo>
                  <a:pt x="1636879" y="1314016"/>
                </a:lnTo>
                <a:moveTo>
                  <a:pt x="1033180" y="1184838"/>
                </a:moveTo>
                <a:lnTo>
                  <a:pt x="1033180" y="1163498"/>
                </a:lnTo>
                <a:cubicBezTo>
                  <a:pt x="1033180" y="1102248"/>
                  <a:pt x="988138" y="1063967"/>
                  <a:pt x="933975" y="1063967"/>
                </a:cubicBezTo>
                <a:cubicBezTo>
                  <a:pt x="879811" y="1063967"/>
                  <a:pt x="834770" y="1102248"/>
                  <a:pt x="834770" y="1163498"/>
                </a:cubicBezTo>
                <a:lnTo>
                  <a:pt x="834770" y="1184838"/>
                </a:lnTo>
                <a:lnTo>
                  <a:pt x="1033180" y="1184838"/>
                </a:lnTo>
                <a:close/>
                <a:moveTo>
                  <a:pt x="1588254" y="1265146"/>
                </a:moveTo>
                <a:cubicBezTo>
                  <a:pt x="1588254" y="1265146"/>
                  <a:pt x="1578236" y="1188340"/>
                  <a:pt x="1578236" y="1162846"/>
                </a:cubicBezTo>
                <a:cubicBezTo>
                  <a:pt x="1578236" y="1126032"/>
                  <a:pt x="1613585" y="1111860"/>
                  <a:pt x="1613585" y="1111860"/>
                </a:cubicBezTo>
                <a:lnTo>
                  <a:pt x="1617983" y="1029840"/>
                </a:lnTo>
                <a:lnTo>
                  <a:pt x="1550950" y="1029840"/>
                </a:lnTo>
                <a:lnTo>
                  <a:pt x="1544027" y="1081316"/>
                </a:lnTo>
                <a:lnTo>
                  <a:pt x="1484814" y="1081316"/>
                </a:lnTo>
                <a:lnTo>
                  <a:pt x="1477972" y="1029840"/>
                </a:lnTo>
                <a:lnTo>
                  <a:pt x="1386505" y="1029840"/>
                </a:lnTo>
                <a:lnTo>
                  <a:pt x="1379663" y="1081316"/>
                </a:lnTo>
                <a:lnTo>
                  <a:pt x="1320450" y="1081316"/>
                </a:lnTo>
                <a:lnTo>
                  <a:pt x="1313608" y="1029840"/>
                </a:lnTo>
                <a:lnTo>
                  <a:pt x="1246494" y="1029840"/>
                </a:lnTo>
                <a:lnTo>
                  <a:pt x="1250893" y="1111860"/>
                </a:lnTo>
                <a:cubicBezTo>
                  <a:pt x="1250893" y="1111860"/>
                  <a:pt x="1286241" y="1126032"/>
                  <a:pt x="1286241" y="1162846"/>
                </a:cubicBezTo>
                <a:cubicBezTo>
                  <a:pt x="1286241" y="1188340"/>
                  <a:pt x="1276223" y="1265146"/>
                  <a:pt x="1276223" y="1265146"/>
                </a:cubicBezTo>
                <a:lnTo>
                  <a:pt x="1588254" y="1265146"/>
                </a:lnTo>
                <a:close/>
                <a:moveTo>
                  <a:pt x="1795705" y="720009"/>
                </a:moveTo>
                <a:cubicBezTo>
                  <a:pt x="1768500" y="718543"/>
                  <a:pt x="1743577" y="728153"/>
                  <a:pt x="1724925" y="744688"/>
                </a:cubicBezTo>
                <a:cubicBezTo>
                  <a:pt x="1723622" y="745828"/>
                  <a:pt x="1724762" y="747945"/>
                  <a:pt x="1726473" y="747376"/>
                </a:cubicBezTo>
                <a:cubicBezTo>
                  <a:pt x="1738120" y="744036"/>
                  <a:pt x="1750908" y="743466"/>
                  <a:pt x="1764184" y="746642"/>
                </a:cubicBezTo>
                <a:cubicBezTo>
                  <a:pt x="1792284" y="753403"/>
                  <a:pt x="1814275" y="776941"/>
                  <a:pt x="1818917" y="805448"/>
                </a:cubicBezTo>
                <a:cubicBezTo>
                  <a:pt x="1826411" y="851386"/>
                  <a:pt x="1791143" y="891133"/>
                  <a:pt x="1746591" y="891133"/>
                </a:cubicBezTo>
                <a:cubicBezTo>
                  <a:pt x="1739586" y="891133"/>
                  <a:pt x="1732826" y="890155"/>
                  <a:pt x="1726392" y="888282"/>
                </a:cubicBezTo>
                <a:cubicBezTo>
                  <a:pt x="1724762" y="887793"/>
                  <a:pt x="1723704" y="889911"/>
                  <a:pt x="1724925" y="891051"/>
                </a:cubicBezTo>
                <a:cubicBezTo>
                  <a:pt x="1742274" y="906527"/>
                  <a:pt x="1765080" y="915893"/>
                  <a:pt x="1790085" y="915893"/>
                </a:cubicBezTo>
                <a:cubicBezTo>
                  <a:pt x="1845796" y="915893"/>
                  <a:pt x="1890593" y="869467"/>
                  <a:pt x="1887986" y="813186"/>
                </a:cubicBezTo>
                <a:cubicBezTo>
                  <a:pt x="1885787" y="763665"/>
                  <a:pt x="1845225" y="722778"/>
                  <a:pt x="1795705" y="720009"/>
                </a:cubicBezTo>
                <a:moveTo>
                  <a:pt x="1583041" y="967450"/>
                </a:moveTo>
                <a:lnTo>
                  <a:pt x="1583041" y="981948"/>
                </a:lnTo>
                <a:lnTo>
                  <a:pt x="1281273" y="981948"/>
                </a:lnTo>
                <a:lnTo>
                  <a:pt x="1281273" y="967450"/>
                </a:lnTo>
                <a:cubicBezTo>
                  <a:pt x="1281273" y="932509"/>
                  <a:pt x="1432198" y="702416"/>
                  <a:pt x="1432198" y="702416"/>
                </a:cubicBezTo>
                <a:cubicBezTo>
                  <a:pt x="1432198" y="702416"/>
                  <a:pt x="1583041" y="932509"/>
                  <a:pt x="1583041" y="967450"/>
                </a:cubicBezTo>
                <a:close/>
              </a:path>
            </a:pathLst>
          </a:custGeom>
          <a:solidFill>
            <a:srgbClr val="0D142D"/>
          </a:solidFill>
          <a:ln w="8132" cap="flat">
            <a:noFill/>
            <a:prstDash val="solid"/>
            <a:miter/>
          </a:ln>
        </p:spPr>
        <p:txBody>
          <a:bodyPr rtlCol="0" anchor="ctr"/>
          <a:lstStyle/>
          <a:p>
            <a:endParaRPr lang="da-DK" sz="570" dirty="0"/>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tx2"/>
                </a:solidFill>
              </a:defRPr>
            </a:lvl1pPr>
          </a:lstStyle>
          <a:p>
            <a:r>
              <a:rPr lang="da-DK" dirty="0"/>
              <a:t>Indsæt titel</a:t>
            </a:r>
          </a:p>
        </p:txBody>
      </p:sp>
      <p:sp>
        <p:nvSpPr>
          <p:cNvPr id="17" name="Subtitle 2">
            <a:extLst>
              <a:ext uri="{FF2B5EF4-FFF2-40B4-BE49-F238E27FC236}">
                <a16:creationId xmlns:a16="http://schemas.microsoft.com/office/drawing/2014/main" id="{EA350F9D-5FD2-42BE-82EF-FE0BCE1EAA57}"/>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tx2"/>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22" name="Text Placeholder 7">
            <a:extLst>
              <a:ext uri="{FF2B5EF4-FFF2-40B4-BE49-F238E27FC236}">
                <a16:creationId xmlns:a16="http://schemas.microsoft.com/office/drawing/2014/main" id="{3DB74700-CF80-4031-BF2A-339DA71A7093}"/>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3022554E-FE4D-43D3-B8EA-4D5A9D7432B7}"/>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45AF0E4B-085F-42EE-BA87-E6731FA98668}"/>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Date_GeneralDate">
            <a:extLst>
              <a:ext uri="{FF2B5EF4-FFF2-40B4-BE49-F238E27FC236}">
                <a16:creationId xmlns:a16="http://schemas.microsoft.com/office/drawing/2014/main" id="{125CBAF4-E939-4FC7-BFFB-CD49521AFFB4}"/>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E57BF5BC-36D1-44B8-A75B-23FB8A873A38}"/>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DDE8D2D8-C7CF-4116-9800-4642E66B9A60}"/>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355360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orside hvid med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000" y="1356231"/>
            <a:ext cx="6815538" cy="3006449"/>
          </a:xfrm>
        </p:spPr>
        <p:txBody>
          <a:bodyPr anchor="b" anchorCtr="0">
            <a:normAutofit/>
          </a:bodyPr>
          <a:lstStyle>
            <a:lvl1pPr algn="l">
              <a:defRPr sz="2278"/>
            </a:lvl1pPr>
          </a:lstStyle>
          <a:p>
            <a:r>
              <a:rPr lang="da-DK" dirty="0"/>
              <a:t>Indsæt titel</a:t>
            </a:r>
          </a:p>
        </p:txBody>
      </p:sp>
      <p:sp>
        <p:nvSpPr>
          <p:cNvPr id="13" name="Subtitle 2">
            <a:extLst>
              <a:ext uri="{FF2B5EF4-FFF2-40B4-BE49-F238E27FC236}">
                <a16:creationId xmlns:a16="http://schemas.microsoft.com/office/drawing/2014/main" id="{10DD521F-6FFD-4064-912D-D1ACEADD8155}"/>
              </a:ext>
            </a:extLst>
          </p:cNvPr>
          <p:cNvSpPr>
            <a:spLocks noGrp="1"/>
          </p:cNvSpPr>
          <p:nvPr>
            <p:ph type="subTitle" idx="1" hasCustomPrompt="1"/>
          </p:nvPr>
        </p:nvSpPr>
        <p:spPr>
          <a:xfrm>
            <a:off x="720002" y="5327667"/>
            <a:ext cx="4097589" cy="810331"/>
          </a:xfrm>
        </p:spPr>
        <p:txBody>
          <a:bodyPr>
            <a:normAutofit/>
          </a:bodyPr>
          <a:lstStyle>
            <a:lvl1pPr marL="0" indent="0" algn="l">
              <a:spcBef>
                <a:spcPts val="0"/>
              </a:spcBef>
              <a:spcAft>
                <a:spcPts val="0"/>
              </a:spcAft>
              <a:buFont typeface="Arial" panose="020B0604020202020204" pitchFamily="34" charset="0"/>
              <a:buChar char="​"/>
              <a:defRPr sz="791" b="1">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14" name="Graphic 7">
            <a:extLst>
              <a:ext uri="{FF2B5EF4-FFF2-40B4-BE49-F238E27FC236}">
                <a16:creationId xmlns:a16="http://schemas.microsoft.com/office/drawing/2014/main" id="{3B12EC28-E141-4748-8822-1B02FF0A6CBB}"/>
              </a:ext>
            </a:extLst>
          </p:cNvPr>
          <p:cNvSpPr/>
          <p:nvPr userDrawn="1"/>
        </p:nvSpPr>
        <p:spPr>
          <a:xfrm>
            <a:off x="6508734" y="5068884"/>
            <a:ext cx="1026802" cy="1069115"/>
          </a:xfrm>
          <a:custGeom>
            <a:avLst/>
            <a:gdLst>
              <a:gd name="connsiteX0" fmla="*/ 1894258 w 2964740"/>
              <a:gd name="connsiteY0" fmla="*/ 2907646 h 3086914"/>
              <a:gd name="connsiteX1" fmla="*/ 1781451 w 2964740"/>
              <a:gd name="connsiteY1" fmla="*/ 2940795 h 3086914"/>
              <a:gd name="connsiteX2" fmla="*/ 1810447 w 2964740"/>
              <a:gd name="connsiteY2" fmla="*/ 3043421 h 3086914"/>
              <a:gd name="connsiteX3" fmla="*/ 1750745 w 2964740"/>
              <a:gd name="connsiteY3" fmla="*/ 3061014 h 3086914"/>
              <a:gd name="connsiteX4" fmla="*/ 1682328 w 2964740"/>
              <a:gd name="connsiteY4" fmla="*/ 2813898 h 3086914"/>
              <a:gd name="connsiteX5" fmla="*/ 1740727 w 2964740"/>
              <a:gd name="connsiteY5" fmla="*/ 2796712 h 3086914"/>
              <a:gd name="connsiteX6" fmla="*/ 1767767 w 2964740"/>
              <a:gd name="connsiteY6" fmla="*/ 2892170 h 3086914"/>
              <a:gd name="connsiteX7" fmla="*/ 1879515 w 2964740"/>
              <a:gd name="connsiteY7" fmla="*/ 2859347 h 3086914"/>
              <a:gd name="connsiteX8" fmla="*/ 1850357 w 2964740"/>
              <a:gd name="connsiteY8" fmla="*/ 2764458 h 3086914"/>
              <a:gd name="connsiteX9" fmla="*/ 1908430 w 2964740"/>
              <a:gd name="connsiteY9" fmla="*/ 2747354 h 3086914"/>
              <a:gd name="connsiteX10" fmla="*/ 1984992 w 2964740"/>
              <a:gd name="connsiteY10" fmla="*/ 2992108 h 3086914"/>
              <a:gd name="connsiteX11" fmla="*/ 1925616 w 2964740"/>
              <a:gd name="connsiteY11" fmla="*/ 3009619 h 3086914"/>
              <a:gd name="connsiteX12" fmla="*/ 1894258 w 2964740"/>
              <a:gd name="connsiteY12" fmla="*/ 2907646 h 3086914"/>
              <a:gd name="connsiteX13" fmla="*/ 2725688 w 2964740"/>
              <a:gd name="connsiteY13" fmla="*/ 960446 h 3086914"/>
              <a:gd name="connsiteX14" fmla="*/ 2614266 w 2964740"/>
              <a:gd name="connsiteY14" fmla="*/ 926237 h 3086914"/>
              <a:gd name="connsiteX15" fmla="*/ 2649452 w 2964740"/>
              <a:gd name="connsiteY15" fmla="*/ 814815 h 3086914"/>
              <a:gd name="connsiteX16" fmla="*/ 2761037 w 2964740"/>
              <a:gd name="connsiteY16" fmla="*/ 849431 h 3086914"/>
              <a:gd name="connsiteX17" fmla="*/ 2725688 w 2964740"/>
              <a:gd name="connsiteY17" fmla="*/ 960446 h 3086914"/>
              <a:gd name="connsiteX18" fmla="*/ 2810558 w 2964740"/>
              <a:gd name="connsiteY18" fmla="*/ 823449 h 3086914"/>
              <a:gd name="connsiteX19" fmla="*/ 2621678 w 2964740"/>
              <a:gd name="connsiteY19" fmla="*/ 761873 h 3086914"/>
              <a:gd name="connsiteX20" fmla="*/ 2564664 w 2964740"/>
              <a:gd name="connsiteY20" fmla="*/ 952220 h 3086914"/>
              <a:gd name="connsiteX21" fmla="*/ 2753544 w 2964740"/>
              <a:gd name="connsiteY21" fmla="*/ 1013795 h 3086914"/>
              <a:gd name="connsiteX22" fmla="*/ 2810558 w 2964740"/>
              <a:gd name="connsiteY22" fmla="*/ 823449 h 3086914"/>
              <a:gd name="connsiteX23" fmla="*/ 1727043 w 2964740"/>
              <a:gd name="connsiteY23" fmla="*/ 133332 h 3086914"/>
              <a:gd name="connsiteX24" fmla="*/ 1707169 w 2964740"/>
              <a:gd name="connsiteY24" fmla="*/ 280592 h 3086914"/>
              <a:gd name="connsiteX25" fmla="*/ 1646816 w 2964740"/>
              <a:gd name="connsiteY25" fmla="*/ 272365 h 3086914"/>
              <a:gd name="connsiteX26" fmla="*/ 1663594 w 2964740"/>
              <a:gd name="connsiteY26" fmla="*/ 138300 h 3086914"/>
              <a:gd name="connsiteX27" fmla="*/ 1617006 w 2964740"/>
              <a:gd name="connsiteY27" fmla="*/ 58969 h 3086914"/>
              <a:gd name="connsiteX28" fmla="*/ 1551602 w 2964740"/>
              <a:gd name="connsiteY28" fmla="*/ 124210 h 3086914"/>
              <a:gd name="connsiteX29" fmla="*/ 1534824 w 2964740"/>
              <a:gd name="connsiteY29" fmla="*/ 258274 h 3086914"/>
              <a:gd name="connsiteX30" fmla="*/ 1474389 w 2964740"/>
              <a:gd name="connsiteY30" fmla="*/ 251433 h 3086914"/>
              <a:gd name="connsiteX31" fmla="*/ 1491249 w 2964740"/>
              <a:gd name="connsiteY31" fmla="*/ 104906 h 3086914"/>
              <a:gd name="connsiteX32" fmla="*/ 1623929 w 2964740"/>
              <a:gd name="connsiteY32" fmla="*/ 3014 h 3086914"/>
              <a:gd name="connsiteX33" fmla="*/ 1727043 w 2964740"/>
              <a:gd name="connsiteY33" fmla="*/ 133332 h 3086914"/>
              <a:gd name="connsiteX34" fmla="*/ 1289662 w 2964740"/>
              <a:gd name="connsiteY34" fmla="*/ 2830106 h 3086914"/>
              <a:gd name="connsiteX35" fmla="*/ 1344477 w 2964740"/>
              <a:gd name="connsiteY35" fmla="*/ 2831165 h 3086914"/>
              <a:gd name="connsiteX36" fmla="*/ 1474226 w 2964740"/>
              <a:gd name="connsiteY36" fmla="*/ 2988687 h 3086914"/>
              <a:gd name="connsiteX37" fmla="*/ 1473574 w 2964740"/>
              <a:gd name="connsiteY37" fmla="*/ 2833038 h 3086914"/>
              <a:gd name="connsiteX38" fmla="*/ 1533357 w 2964740"/>
              <a:gd name="connsiteY38" fmla="*/ 2834016 h 3086914"/>
              <a:gd name="connsiteX39" fmla="*/ 1533439 w 2964740"/>
              <a:gd name="connsiteY39" fmla="*/ 3090336 h 3086914"/>
              <a:gd name="connsiteX40" fmla="*/ 1473981 w 2964740"/>
              <a:gd name="connsiteY40" fmla="*/ 3089440 h 3086914"/>
              <a:gd name="connsiteX41" fmla="*/ 1473900 w 2964740"/>
              <a:gd name="connsiteY41" fmla="*/ 3083250 h 3086914"/>
              <a:gd name="connsiteX42" fmla="*/ 1459239 w 2964740"/>
              <a:gd name="connsiteY42" fmla="*/ 3051647 h 3086914"/>
              <a:gd name="connsiteX43" fmla="*/ 1345699 w 2964740"/>
              <a:gd name="connsiteY43" fmla="*/ 2912858 h 3086914"/>
              <a:gd name="connsiteX44" fmla="*/ 1341708 w 2964740"/>
              <a:gd name="connsiteY44" fmla="*/ 3087485 h 3086914"/>
              <a:gd name="connsiteX45" fmla="*/ 1281273 w 2964740"/>
              <a:gd name="connsiteY45" fmla="*/ 3086507 h 3086914"/>
              <a:gd name="connsiteX46" fmla="*/ 1289662 w 2964740"/>
              <a:gd name="connsiteY46" fmla="*/ 2830106 h 3086914"/>
              <a:gd name="connsiteX47" fmla="*/ 1926593 w 2964740"/>
              <a:gd name="connsiteY47" fmla="*/ 75177 h 3086914"/>
              <a:gd name="connsiteX48" fmla="*/ 1983281 w 2964740"/>
              <a:gd name="connsiteY48" fmla="*/ 95458 h 3086914"/>
              <a:gd name="connsiteX49" fmla="*/ 1936693 w 2964740"/>
              <a:gd name="connsiteY49" fmla="*/ 258274 h 3086914"/>
              <a:gd name="connsiteX50" fmla="*/ 2065626 w 2964740"/>
              <a:gd name="connsiteY50" fmla="*/ 137975 h 3086914"/>
              <a:gd name="connsiteX51" fmla="*/ 2099916 w 2964740"/>
              <a:gd name="connsiteY51" fmla="*/ 153857 h 3086914"/>
              <a:gd name="connsiteX52" fmla="*/ 2091690 w 2964740"/>
              <a:gd name="connsiteY52" fmla="*/ 329950 h 3086914"/>
              <a:gd name="connsiteX53" fmla="*/ 2184949 w 2964740"/>
              <a:gd name="connsiteY53" fmla="*/ 189369 h 3086914"/>
              <a:gd name="connsiteX54" fmla="*/ 2237565 w 2964740"/>
              <a:gd name="connsiteY54" fmla="*/ 219994 h 3086914"/>
              <a:gd name="connsiteX55" fmla="*/ 2089979 w 2964740"/>
              <a:gd name="connsiteY55" fmla="*/ 428829 h 3086914"/>
              <a:gd name="connsiteX56" fmla="*/ 2035816 w 2964740"/>
              <a:gd name="connsiteY56" fmla="*/ 403742 h 3086914"/>
              <a:gd name="connsiteX57" fmla="*/ 2043065 w 2964740"/>
              <a:gd name="connsiteY57" fmla="*/ 232700 h 3086914"/>
              <a:gd name="connsiteX58" fmla="*/ 1915760 w 2964740"/>
              <a:gd name="connsiteY58" fmla="*/ 348194 h 3086914"/>
              <a:gd name="connsiteX59" fmla="*/ 1860538 w 2964740"/>
              <a:gd name="connsiteY59" fmla="*/ 322701 h 3086914"/>
              <a:gd name="connsiteX60" fmla="*/ 1926593 w 2964740"/>
              <a:gd name="connsiteY60" fmla="*/ 75177 h 3086914"/>
              <a:gd name="connsiteX61" fmla="*/ 2387594 w 2964740"/>
              <a:gd name="connsiteY61" fmla="*/ 324085 h 3086914"/>
              <a:gd name="connsiteX62" fmla="*/ 2434183 w 2964740"/>
              <a:gd name="connsiteY62" fmla="*/ 362122 h 3086914"/>
              <a:gd name="connsiteX63" fmla="*/ 2336281 w 2964740"/>
              <a:gd name="connsiteY63" fmla="*/ 498875 h 3086914"/>
              <a:gd name="connsiteX64" fmla="*/ 2498120 w 2964740"/>
              <a:gd name="connsiteY64" fmla="*/ 428910 h 3086914"/>
              <a:gd name="connsiteX65" fmla="*/ 2525080 w 2964740"/>
              <a:gd name="connsiteY65" fmla="*/ 455299 h 3086914"/>
              <a:gd name="connsiteX66" fmla="*/ 2458210 w 2964740"/>
              <a:gd name="connsiteY66" fmla="*/ 618360 h 3086914"/>
              <a:gd name="connsiteX67" fmla="*/ 2592927 w 2964740"/>
              <a:gd name="connsiteY67" fmla="*/ 517527 h 3086914"/>
              <a:gd name="connsiteX68" fmla="*/ 2632348 w 2964740"/>
              <a:gd name="connsiteY68" fmla="*/ 563871 h 3086914"/>
              <a:gd name="connsiteX69" fmla="*/ 2423269 w 2964740"/>
              <a:gd name="connsiteY69" fmla="*/ 710886 h 3086914"/>
              <a:gd name="connsiteX70" fmla="*/ 2380671 w 2964740"/>
              <a:gd name="connsiteY70" fmla="*/ 669021 h 3086914"/>
              <a:gd name="connsiteX71" fmla="*/ 2444934 w 2964740"/>
              <a:gd name="connsiteY71" fmla="*/ 510359 h 3086914"/>
              <a:gd name="connsiteX72" fmla="*/ 2286271 w 2964740"/>
              <a:gd name="connsiteY72" fmla="*/ 576414 h 3086914"/>
              <a:gd name="connsiteX73" fmla="*/ 2242859 w 2964740"/>
              <a:gd name="connsiteY73" fmla="*/ 533816 h 3086914"/>
              <a:gd name="connsiteX74" fmla="*/ 2387594 w 2964740"/>
              <a:gd name="connsiteY74" fmla="*/ 324085 h 3086914"/>
              <a:gd name="connsiteX75" fmla="*/ 405208 w 2964740"/>
              <a:gd name="connsiteY75" fmla="*/ 2548456 h 3086914"/>
              <a:gd name="connsiteX76" fmla="*/ 293298 w 2964740"/>
              <a:gd name="connsiteY76" fmla="*/ 2515876 h 3086914"/>
              <a:gd name="connsiteX77" fmla="*/ 287026 w 2964740"/>
              <a:gd name="connsiteY77" fmla="*/ 2500971 h 3086914"/>
              <a:gd name="connsiteX78" fmla="*/ 448458 w 2964740"/>
              <a:gd name="connsiteY78" fmla="*/ 2484355 h 3086914"/>
              <a:gd name="connsiteX79" fmla="*/ 405208 w 2964740"/>
              <a:gd name="connsiteY79" fmla="*/ 2548456 h 3086914"/>
              <a:gd name="connsiteX80" fmla="*/ 326773 w 2964740"/>
              <a:gd name="connsiteY80" fmla="*/ 2403884 h 3086914"/>
              <a:gd name="connsiteX81" fmla="*/ 438847 w 2964740"/>
              <a:gd name="connsiteY81" fmla="*/ 2436870 h 3086914"/>
              <a:gd name="connsiteX82" fmla="*/ 444548 w 2964740"/>
              <a:gd name="connsiteY82" fmla="*/ 2450228 h 3086914"/>
              <a:gd name="connsiteX83" fmla="*/ 283687 w 2964740"/>
              <a:gd name="connsiteY83" fmla="*/ 2466925 h 3086914"/>
              <a:gd name="connsiteX84" fmla="*/ 326773 w 2964740"/>
              <a:gd name="connsiteY84" fmla="*/ 2403884 h 3086914"/>
              <a:gd name="connsiteX85" fmla="*/ 541147 w 2964740"/>
              <a:gd name="connsiteY85" fmla="*/ 2474826 h 3086914"/>
              <a:gd name="connsiteX86" fmla="*/ 537482 w 2964740"/>
              <a:gd name="connsiteY86" fmla="*/ 2440617 h 3086914"/>
              <a:gd name="connsiteX87" fmla="*/ 501563 w 2964740"/>
              <a:gd name="connsiteY87" fmla="*/ 2444364 h 3086914"/>
              <a:gd name="connsiteX88" fmla="*/ 488042 w 2964740"/>
              <a:gd name="connsiteY88" fmla="*/ 2410237 h 3086914"/>
              <a:gd name="connsiteX89" fmla="*/ 298266 w 2964740"/>
              <a:gd name="connsiteY89" fmla="*/ 2351512 h 3086914"/>
              <a:gd name="connsiteX90" fmla="*/ 225858 w 2964740"/>
              <a:gd name="connsiteY90" fmla="*/ 2473034 h 3086914"/>
              <a:gd name="connsiteX91" fmla="*/ 189043 w 2964740"/>
              <a:gd name="connsiteY91" fmla="*/ 2476862 h 3086914"/>
              <a:gd name="connsiteX92" fmla="*/ 193767 w 2964740"/>
              <a:gd name="connsiteY92" fmla="*/ 2510663 h 3086914"/>
              <a:gd name="connsiteX93" fmla="*/ 230175 w 2964740"/>
              <a:gd name="connsiteY93" fmla="*/ 2506917 h 3086914"/>
              <a:gd name="connsiteX94" fmla="*/ 244021 w 2964740"/>
              <a:gd name="connsiteY94" fmla="*/ 2542592 h 3086914"/>
              <a:gd name="connsiteX95" fmla="*/ 433797 w 2964740"/>
              <a:gd name="connsiteY95" fmla="*/ 2601397 h 3086914"/>
              <a:gd name="connsiteX96" fmla="*/ 506205 w 2964740"/>
              <a:gd name="connsiteY96" fmla="*/ 2478491 h 3086914"/>
              <a:gd name="connsiteX97" fmla="*/ 541147 w 2964740"/>
              <a:gd name="connsiteY97" fmla="*/ 2474826 h 3086914"/>
              <a:gd name="connsiteX98" fmla="*/ 2267620 w 2964740"/>
              <a:gd name="connsiteY98" fmla="*/ 2527605 h 3086914"/>
              <a:gd name="connsiteX99" fmla="*/ 2316896 w 2964740"/>
              <a:gd name="connsiteY99" fmla="*/ 2483460 h 3086914"/>
              <a:gd name="connsiteX100" fmla="*/ 2507324 w 2964740"/>
              <a:gd name="connsiteY100" fmla="*/ 2557334 h 3086914"/>
              <a:gd name="connsiteX101" fmla="*/ 2423187 w 2964740"/>
              <a:gd name="connsiteY101" fmla="*/ 2370734 h 3086914"/>
              <a:gd name="connsiteX102" fmla="*/ 2463667 w 2964740"/>
              <a:gd name="connsiteY102" fmla="*/ 2319584 h 3086914"/>
              <a:gd name="connsiteX103" fmla="*/ 2581605 w 2964740"/>
              <a:gd name="connsiteY103" fmla="*/ 2583071 h 3086914"/>
              <a:gd name="connsiteX104" fmla="*/ 2537379 w 2964740"/>
              <a:gd name="connsiteY104" fmla="*/ 2629986 h 3086914"/>
              <a:gd name="connsiteX105" fmla="*/ 2267620 w 2964740"/>
              <a:gd name="connsiteY105" fmla="*/ 2527605 h 3086914"/>
              <a:gd name="connsiteX106" fmla="*/ 1337229 w 2964740"/>
              <a:gd name="connsiteY106" fmla="*/ 253632 h 3086914"/>
              <a:gd name="connsiteX107" fmla="*/ 1283065 w 2964740"/>
              <a:gd name="connsiteY107" fmla="*/ 262591 h 3086914"/>
              <a:gd name="connsiteX108" fmla="*/ 1126764 w 2964740"/>
              <a:gd name="connsiteY108" fmla="*/ 131377 h 3086914"/>
              <a:gd name="connsiteX109" fmla="*/ 1155842 w 2964740"/>
              <a:gd name="connsiteY109" fmla="*/ 284257 h 3086914"/>
              <a:gd name="connsiteX110" fmla="*/ 1096873 w 2964740"/>
              <a:gd name="connsiteY110" fmla="*/ 294194 h 3086914"/>
              <a:gd name="connsiteX111" fmla="*/ 1049877 w 2964740"/>
              <a:gd name="connsiteY111" fmla="*/ 42190 h 3086914"/>
              <a:gd name="connsiteX112" fmla="*/ 1108520 w 2964740"/>
              <a:gd name="connsiteY112" fmla="*/ 32254 h 3086914"/>
              <a:gd name="connsiteX113" fmla="*/ 1109742 w 2964740"/>
              <a:gd name="connsiteY113" fmla="*/ 38362 h 3086914"/>
              <a:gd name="connsiteX114" fmla="*/ 1129941 w 2964740"/>
              <a:gd name="connsiteY114" fmla="*/ 66788 h 3086914"/>
              <a:gd name="connsiteX115" fmla="*/ 1266938 w 2964740"/>
              <a:gd name="connsiteY115" fmla="*/ 182527 h 3086914"/>
              <a:gd name="connsiteX116" fmla="*/ 1238920 w 2964740"/>
              <a:gd name="connsiteY116" fmla="*/ 10100 h 3086914"/>
              <a:gd name="connsiteX117" fmla="*/ 1298540 w 2964740"/>
              <a:gd name="connsiteY117" fmla="*/ 0 h 3086914"/>
              <a:gd name="connsiteX118" fmla="*/ 1337229 w 2964740"/>
              <a:gd name="connsiteY118" fmla="*/ 253632 h 3086914"/>
              <a:gd name="connsiteX119" fmla="*/ 2523858 w 2964740"/>
              <a:gd name="connsiteY119" fmla="*/ 2233086 h 3086914"/>
              <a:gd name="connsiteX120" fmla="*/ 2548700 w 2964740"/>
              <a:gd name="connsiteY120" fmla="*/ 2184135 h 3086914"/>
              <a:gd name="connsiteX121" fmla="*/ 2747028 w 2964740"/>
              <a:gd name="connsiteY121" fmla="*/ 2135998 h 3086914"/>
              <a:gd name="connsiteX122" fmla="*/ 2606691 w 2964740"/>
              <a:gd name="connsiteY122" fmla="*/ 2068803 h 3086914"/>
              <a:gd name="connsiteX123" fmla="*/ 2633651 w 2964740"/>
              <a:gd name="connsiteY123" fmla="*/ 2015454 h 3086914"/>
              <a:gd name="connsiteX124" fmla="*/ 2864477 w 2964740"/>
              <a:gd name="connsiteY124" fmla="*/ 2127039 h 3086914"/>
              <a:gd name="connsiteX125" fmla="*/ 2837762 w 2964740"/>
              <a:gd name="connsiteY125" fmla="*/ 2180144 h 3086914"/>
              <a:gd name="connsiteX126" fmla="*/ 2832142 w 2964740"/>
              <a:gd name="connsiteY126" fmla="*/ 2177456 h 3086914"/>
              <a:gd name="connsiteX127" fmla="*/ 2797363 w 2964740"/>
              <a:gd name="connsiteY127" fmla="*/ 2176886 h 3086914"/>
              <a:gd name="connsiteX128" fmla="*/ 2622981 w 2964740"/>
              <a:gd name="connsiteY128" fmla="*/ 2218587 h 3086914"/>
              <a:gd name="connsiteX129" fmla="*/ 2778467 w 2964740"/>
              <a:gd name="connsiteY129" fmla="*/ 2298245 h 3086914"/>
              <a:gd name="connsiteX130" fmla="*/ 2751263 w 2964740"/>
              <a:gd name="connsiteY130" fmla="*/ 2352245 h 3086914"/>
              <a:gd name="connsiteX131" fmla="*/ 2523858 w 2964740"/>
              <a:gd name="connsiteY131" fmla="*/ 2233086 h 3086914"/>
              <a:gd name="connsiteX132" fmla="*/ 230989 w 2964740"/>
              <a:gd name="connsiteY132" fmla="*/ 2015454 h 3086914"/>
              <a:gd name="connsiteX133" fmla="*/ 257542 w 2964740"/>
              <a:gd name="connsiteY133" fmla="*/ 2070513 h 3086914"/>
              <a:gd name="connsiteX134" fmla="*/ 168436 w 2964740"/>
              <a:gd name="connsiteY134" fmla="*/ 2113437 h 3086914"/>
              <a:gd name="connsiteX135" fmla="*/ 298755 w 2964740"/>
              <a:gd name="connsiteY135" fmla="*/ 2155953 h 3086914"/>
              <a:gd name="connsiteX136" fmla="*/ 326936 w 2964740"/>
              <a:gd name="connsiteY136" fmla="*/ 2214352 h 3086914"/>
              <a:gd name="connsiteX137" fmla="*/ 173894 w 2964740"/>
              <a:gd name="connsiteY137" fmla="*/ 2171021 h 3086914"/>
              <a:gd name="connsiteX138" fmla="*/ 101404 w 2964740"/>
              <a:gd name="connsiteY138" fmla="*/ 2336933 h 3086914"/>
              <a:gd name="connsiteX139" fmla="*/ 68336 w 2964740"/>
              <a:gd name="connsiteY139" fmla="*/ 2268353 h 3086914"/>
              <a:gd name="connsiteX140" fmla="*/ 128608 w 2964740"/>
              <a:gd name="connsiteY140" fmla="*/ 2132740 h 3086914"/>
              <a:gd name="connsiteX141" fmla="*/ 26634 w 2964740"/>
              <a:gd name="connsiteY141" fmla="*/ 2181935 h 3086914"/>
              <a:gd name="connsiteX142" fmla="*/ 0 w 2964740"/>
              <a:gd name="connsiteY142" fmla="*/ 2126876 h 3086914"/>
              <a:gd name="connsiteX143" fmla="*/ 230989 w 2964740"/>
              <a:gd name="connsiteY143" fmla="*/ 2015454 h 3086914"/>
              <a:gd name="connsiteX144" fmla="*/ 682542 w 2964740"/>
              <a:gd name="connsiteY144" fmla="*/ 2722349 h 3086914"/>
              <a:gd name="connsiteX145" fmla="*/ 731248 w 2964740"/>
              <a:gd name="connsiteY145" fmla="*/ 2719173 h 3086914"/>
              <a:gd name="connsiteX146" fmla="*/ 714959 w 2964740"/>
              <a:gd name="connsiteY146" fmla="*/ 2674783 h 3086914"/>
              <a:gd name="connsiteX147" fmla="*/ 681972 w 2964740"/>
              <a:gd name="connsiteY147" fmla="*/ 2652303 h 3086914"/>
              <a:gd name="connsiteX148" fmla="*/ 649555 w 2964740"/>
              <a:gd name="connsiteY148" fmla="*/ 2699869 h 3086914"/>
              <a:gd name="connsiteX149" fmla="*/ 682542 w 2964740"/>
              <a:gd name="connsiteY149" fmla="*/ 2722349 h 3086914"/>
              <a:gd name="connsiteX150" fmla="*/ 635465 w 2964740"/>
              <a:gd name="connsiteY150" fmla="*/ 2819273 h 3086914"/>
              <a:gd name="connsiteX151" fmla="*/ 686207 w 2964740"/>
              <a:gd name="connsiteY151" fmla="*/ 2815771 h 3086914"/>
              <a:gd name="connsiteX152" fmla="*/ 670162 w 2964740"/>
              <a:gd name="connsiteY152" fmla="*/ 2768449 h 3086914"/>
              <a:gd name="connsiteX153" fmla="*/ 624225 w 2964740"/>
              <a:gd name="connsiteY153" fmla="*/ 2737092 h 3086914"/>
              <a:gd name="connsiteX154" fmla="*/ 589527 w 2964740"/>
              <a:gd name="connsiteY154" fmla="*/ 2787916 h 3086914"/>
              <a:gd name="connsiteX155" fmla="*/ 635465 w 2964740"/>
              <a:gd name="connsiteY155" fmla="*/ 2819273 h 3086914"/>
              <a:gd name="connsiteX156" fmla="*/ 657456 w 2964740"/>
              <a:gd name="connsiteY156" fmla="*/ 2579732 h 3086914"/>
              <a:gd name="connsiteX157" fmla="*/ 741267 w 2964740"/>
              <a:gd name="connsiteY157" fmla="*/ 2636909 h 3086914"/>
              <a:gd name="connsiteX158" fmla="*/ 786226 w 2964740"/>
              <a:gd name="connsiteY158" fmla="*/ 2746458 h 3086914"/>
              <a:gd name="connsiteX159" fmla="*/ 727420 w 2964740"/>
              <a:gd name="connsiteY159" fmla="*/ 2771544 h 3086914"/>
              <a:gd name="connsiteX160" fmla="*/ 735158 w 2964740"/>
              <a:gd name="connsiteY160" fmla="*/ 2851771 h 3086914"/>
              <a:gd name="connsiteX161" fmla="*/ 609727 w 2964740"/>
              <a:gd name="connsiteY161" fmla="*/ 2857554 h 3086914"/>
              <a:gd name="connsiteX162" fmla="*/ 512884 w 2964740"/>
              <a:gd name="connsiteY162" fmla="*/ 2791499 h 3086914"/>
              <a:gd name="connsiteX163" fmla="*/ 657456 w 2964740"/>
              <a:gd name="connsiteY163" fmla="*/ 2579732 h 3086914"/>
              <a:gd name="connsiteX164" fmla="*/ 2886469 w 2964740"/>
              <a:gd name="connsiteY164" fmla="*/ 1944105 h 3086914"/>
              <a:gd name="connsiteX165" fmla="*/ 2857961 w 2964740"/>
              <a:gd name="connsiteY165" fmla="*/ 1893688 h 3086914"/>
              <a:gd name="connsiteX166" fmla="*/ 2907564 w 2964740"/>
              <a:gd name="connsiteY166" fmla="*/ 1831786 h 3086914"/>
              <a:gd name="connsiteX167" fmla="*/ 2887446 w 2964740"/>
              <a:gd name="connsiteY167" fmla="*/ 1784465 h 3086914"/>
              <a:gd name="connsiteX168" fmla="*/ 2842568 w 2964740"/>
              <a:gd name="connsiteY168" fmla="*/ 1829262 h 3086914"/>
              <a:gd name="connsiteX169" fmla="*/ 2743933 w 2964740"/>
              <a:gd name="connsiteY169" fmla="*/ 1905091 h 3086914"/>
              <a:gd name="connsiteX170" fmla="*/ 2685941 w 2964740"/>
              <a:gd name="connsiteY170" fmla="*/ 1792039 h 3086914"/>
              <a:gd name="connsiteX171" fmla="*/ 2745318 w 2964740"/>
              <a:gd name="connsiteY171" fmla="*/ 1701468 h 3086914"/>
              <a:gd name="connsiteX172" fmla="*/ 2772603 w 2964740"/>
              <a:gd name="connsiteY172" fmla="*/ 1750501 h 3086914"/>
              <a:gd name="connsiteX173" fmla="*/ 2735544 w 2964740"/>
              <a:gd name="connsiteY173" fmla="*/ 1803687 h 3086914"/>
              <a:gd name="connsiteX174" fmla="*/ 2751019 w 2964740"/>
              <a:gd name="connsiteY174" fmla="*/ 1846366 h 3086914"/>
              <a:gd name="connsiteX175" fmla="*/ 2792558 w 2964740"/>
              <a:gd name="connsiteY175" fmla="*/ 1804094 h 3086914"/>
              <a:gd name="connsiteX176" fmla="*/ 2894125 w 2964740"/>
              <a:gd name="connsiteY176" fmla="*/ 1725333 h 3086914"/>
              <a:gd name="connsiteX177" fmla="*/ 2957736 w 2964740"/>
              <a:gd name="connsiteY177" fmla="*/ 1843597 h 3086914"/>
              <a:gd name="connsiteX178" fmla="*/ 2886469 w 2964740"/>
              <a:gd name="connsiteY178" fmla="*/ 1944105 h 3086914"/>
              <a:gd name="connsiteX179" fmla="*/ 2714367 w 2964740"/>
              <a:gd name="connsiteY179" fmla="*/ 1367120 h 3086914"/>
              <a:gd name="connsiteX180" fmla="*/ 2701417 w 2964740"/>
              <a:gd name="connsiteY180" fmla="*/ 1307337 h 3086914"/>
              <a:gd name="connsiteX181" fmla="*/ 2798096 w 2964740"/>
              <a:gd name="connsiteY181" fmla="*/ 1286323 h 3086914"/>
              <a:gd name="connsiteX182" fmla="*/ 2681299 w 2964740"/>
              <a:gd name="connsiteY182" fmla="*/ 1214648 h 3086914"/>
              <a:gd name="connsiteX183" fmla="*/ 2667534 w 2964740"/>
              <a:gd name="connsiteY183" fmla="*/ 1151281 h 3086914"/>
              <a:gd name="connsiteX184" fmla="*/ 2806241 w 2964740"/>
              <a:gd name="connsiteY184" fmla="*/ 1229146 h 3086914"/>
              <a:gd name="connsiteX185" fmla="*/ 2915464 w 2964740"/>
              <a:gd name="connsiteY185" fmla="*/ 1084737 h 3086914"/>
              <a:gd name="connsiteX186" fmla="*/ 2931591 w 2964740"/>
              <a:gd name="connsiteY186" fmla="*/ 1159181 h 3086914"/>
              <a:gd name="connsiteX187" fmla="*/ 2841346 w 2964740"/>
              <a:gd name="connsiteY187" fmla="*/ 1276956 h 3086914"/>
              <a:gd name="connsiteX188" fmla="*/ 2951954 w 2964740"/>
              <a:gd name="connsiteY188" fmla="*/ 1252929 h 3086914"/>
              <a:gd name="connsiteX189" fmla="*/ 2964904 w 2964740"/>
              <a:gd name="connsiteY189" fmla="*/ 1312713 h 3086914"/>
              <a:gd name="connsiteX190" fmla="*/ 2714367 w 2964740"/>
              <a:gd name="connsiteY190" fmla="*/ 1367120 h 3086914"/>
              <a:gd name="connsiteX191" fmla="*/ 966717 w 2964740"/>
              <a:gd name="connsiteY191" fmla="*/ 338990 h 3086914"/>
              <a:gd name="connsiteX192" fmla="*/ 791521 w 2964740"/>
              <a:gd name="connsiteY192" fmla="*/ 421661 h 3086914"/>
              <a:gd name="connsiteX193" fmla="*/ 769774 w 2964740"/>
              <a:gd name="connsiteY193" fmla="*/ 375642 h 3086914"/>
              <a:gd name="connsiteX194" fmla="*/ 889667 w 2964740"/>
              <a:gd name="connsiteY194" fmla="*/ 319036 h 3086914"/>
              <a:gd name="connsiteX195" fmla="*/ 868409 w 2964740"/>
              <a:gd name="connsiteY195" fmla="*/ 273994 h 3086914"/>
              <a:gd name="connsiteX196" fmla="*/ 768308 w 2964740"/>
              <a:gd name="connsiteY196" fmla="*/ 321235 h 3086914"/>
              <a:gd name="connsiteX197" fmla="*/ 746642 w 2964740"/>
              <a:gd name="connsiteY197" fmla="*/ 275216 h 3086914"/>
              <a:gd name="connsiteX198" fmla="*/ 846662 w 2964740"/>
              <a:gd name="connsiteY198" fmla="*/ 227976 h 3086914"/>
              <a:gd name="connsiteX199" fmla="*/ 823693 w 2964740"/>
              <a:gd name="connsiteY199" fmla="*/ 179269 h 3086914"/>
              <a:gd name="connsiteX200" fmla="*/ 703800 w 2964740"/>
              <a:gd name="connsiteY200" fmla="*/ 235876 h 3086914"/>
              <a:gd name="connsiteX201" fmla="*/ 682053 w 2964740"/>
              <a:gd name="connsiteY201" fmla="*/ 189776 h 3086914"/>
              <a:gd name="connsiteX202" fmla="*/ 857331 w 2964740"/>
              <a:gd name="connsiteY202" fmla="*/ 107105 h 3086914"/>
              <a:gd name="connsiteX203" fmla="*/ 966717 w 2964740"/>
              <a:gd name="connsiteY203" fmla="*/ 338990 h 3086914"/>
              <a:gd name="connsiteX204" fmla="*/ 958084 w 2964740"/>
              <a:gd name="connsiteY204" fmla="*/ 2745481 h 3086914"/>
              <a:gd name="connsiteX205" fmla="*/ 1142891 w 2964740"/>
              <a:gd name="connsiteY205" fmla="*/ 2803635 h 3086914"/>
              <a:gd name="connsiteX206" fmla="*/ 1127660 w 2964740"/>
              <a:gd name="connsiteY206" fmla="*/ 2852179 h 3086914"/>
              <a:gd name="connsiteX207" fmla="*/ 1001170 w 2964740"/>
              <a:gd name="connsiteY207" fmla="*/ 2812350 h 3086914"/>
              <a:gd name="connsiteX208" fmla="*/ 986265 w 2964740"/>
              <a:gd name="connsiteY208" fmla="*/ 2859835 h 3086914"/>
              <a:gd name="connsiteX209" fmla="*/ 1091742 w 2964740"/>
              <a:gd name="connsiteY209" fmla="*/ 2893066 h 3086914"/>
              <a:gd name="connsiteX210" fmla="*/ 1076510 w 2964740"/>
              <a:gd name="connsiteY210" fmla="*/ 2941610 h 3086914"/>
              <a:gd name="connsiteX211" fmla="*/ 970953 w 2964740"/>
              <a:gd name="connsiteY211" fmla="*/ 2908460 h 3086914"/>
              <a:gd name="connsiteX212" fmla="*/ 954826 w 2964740"/>
              <a:gd name="connsiteY212" fmla="*/ 2959773 h 3086914"/>
              <a:gd name="connsiteX213" fmla="*/ 1081316 w 2964740"/>
              <a:gd name="connsiteY213" fmla="*/ 2999601 h 3086914"/>
              <a:gd name="connsiteX214" fmla="*/ 1066004 w 2964740"/>
              <a:gd name="connsiteY214" fmla="*/ 3048226 h 3086914"/>
              <a:gd name="connsiteX215" fmla="*/ 881196 w 2964740"/>
              <a:gd name="connsiteY215" fmla="*/ 2990072 h 3086914"/>
              <a:gd name="connsiteX216" fmla="*/ 958084 w 2964740"/>
              <a:gd name="connsiteY216" fmla="*/ 2745481 h 3086914"/>
              <a:gd name="connsiteX217" fmla="*/ 2163772 w 2964740"/>
              <a:gd name="connsiteY217" fmla="*/ 2789545 h 3086914"/>
              <a:gd name="connsiteX218" fmla="*/ 2148541 w 2964740"/>
              <a:gd name="connsiteY218" fmla="*/ 2687489 h 3086914"/>
              <a:gd name="connsiteX219" fmla="*/ 2234307 w 2964740"/>
              <a:gd name="connsiteY219" fmla="*/ 2745562 h 3086914"/>
              <a:gd name="connsiteX220" fmla="*/ 2163772 w 2964740"/>
              <a:gd name="connsiteY220" fmla="*/ 2789545 h 3086914"/>
              <a:gd name="connsiteX221" fmla="*/ 2327729 w 2964740"/>
              <a:gd name="connsiteY221" fmla="*/ 2808767 h 3086914"/>
              <a:gd name="connsiteX222" fmla="*/ 2379531 w 2964740"/>
              <a:gd name="connsiteY222" fmla="*/ 2770322 h 3086914"/>
              <a:gd name="connsiteX223" fmla="*/ 2144876 w 2964740"/>
              <a:gd name="connsiteY223" fmla="*/ 2619479 h 3086914"/>
              <a:gd name="connsiteX224" fmla="*/ 2090305 w 2964740"/>
              <a:gd name="connsiteY224" fmla="*/ 2653851 h 3086914"/>
              <a:gd name="connsiteX225" fmla="*/ 2125247 w 2964740"/>
              <a:gd name="connsiteY225" fmla="*/ 2930370 h 3086914"/>
              <a:gd name="connsiteX226" fmla="*/ 2180469 w 2964740"/>
              <a:gd name="connsiteY226" fmla="*/ 2901455 h 3086914"/>
              <a:gd name="connsiteX227" fmla="*/ 2171999 w 2964740"/>
              <a:gd name="connsiteY227" fmla="*/ 2844523 h 3086914"/>
              <a:gd name="connsiteX228" fmla="*/ 2280570 w 2964740"/>
              <a:gd name="connsiteY228" fmla="*/ 2776839 h 3086914"/>
              <a:gd name="connsiteX229" fmla="*/ 2327729 w 2964740"/>
              <a:gd name="connsiteY229" fmla="*/ 2808767 h 3086914"/>
              <a:gd name="connsiteX230" fmla="*/ 1432198 w 2964740"/>
              <a:gd name="connsiteY230" fmla="*/ 2344752 h 3086914"/>
              <a:gd name="connsiteX231" fmla="*/ 1173028 w 2964740"/>
              <a:gd name="connsiteY231" fmla="*/ 2415450 h 3086914"/>
              <a:gd name="connsiteX232" fmla="*/ 1432198 w 2964740"/>
              <a:gd name="connsiteY232" fmla="*/ 2452591 h 3086914"/>
              <a:gd name="connsiteX233" fmla="*/ 1691368 w 2964740"/>
              <a:gd name="connsiteY233" fmla="*/ 2415450 h 3086914"/>
              <a:gd name="connsiteX234" fmla="*/ 1432198 w 2964740"/>
              <a:gd name="connsiteY234" fmla="*/ 2344752 h 3086914"/>
              <a:gd name="connsiteX235" fmla="*/ 1917878 w 2964740"/>
              <a:gd name="connsiteY235" fmla="*/ 2191872 h 3086914"/>
              <a:gd name="connsiteX236" fmla="*/ 1768338 w 2964740"/>
              <a:gd name="connsiteY236" fmla="*/ 2227873 h 3086914"/>
              <a:gd name="connsiteX237" fmla="*/ 1619205 w 2964740"/>
              <a:gd name="connsiteY237" fmla="*/ 2189755 h 3086914"/>
              <a:gd name="connsiteX238" fmla="*/ 1432117 w 2964740"/>
              <a:gd name="connsiteY238" fmla="*/ 2134288 h 3086914"/>
              <a:gd name="connsiteX239" fmla="*/ 1245028 w 2964740"/>
              <a:gd name="connsiteY239" fmla="*/ 2189755 h 3086914"/>
              <a:gd name="connsiteX240" fmla="*/ 1095895 w 2964740"/>
              <a:gd name="connsiteY240" fmla="*/ 2227873 h 3086914"/>
              <a:gd name="connsiteX241" fmla="*/ 946355 w 2964740"/>
              <a:gd name="connsiteY241" fmla="*/ 2191872 h 3086914"/>
              <a:gd name="connsiteX242" fmla="*/ 745013 w 2964740"/>
              <a:gd name="connsiteY242" fmla="*/ 2138442 h 3086914"/>
              <a:gd name="connsiteX243" fmla="*/ 1098502 w 2964740"/>
              <a:gd name="connsiteY243" fmla="*/ 2327077 h 3086914"/>
              <a:gd name="connsiteX244" fmla="*/ 1283961 w 2964740"/>
              <a:gd name="connsiteY244" fmla="*/ 2284235 h 3086914"/>
              <a:gd name="connsiteX245" fmla="*/ 1432117 w 2964740"/>
              <a:gd name="connsiteY245" fmla="*/ 2236343 h 3086914"/>
              <a:gd name="connsiteX246" fmla="*/ 1580272 w 2964740"/>
              <a:gd name="connsiteY246" fmla="*/ 2284235 h 3086914"/>
              <a:gd name="connsiteX247" fmla="*/ 1765731 w 2964740"/>
              <a:gd name="connsiteY247" fmla="*/ 2327077 h 3086914"/>
              <a:gd name="connsiteX248" fmla="*/ 2119220 w 2964740"/>
              <a:gd name="connsiteY248" fmla="*/ 2138442 h 3086914"/>
              <a:gd name="connsiteX249" fmla="*/ 1917878 w 2964740"/>
              <a:gd name="connsiteY249" fmla="*/ 2191872 h 3086914"/>
              <a:gd name="connsiteX250" fmla="*/ 2114577 w 2964740"/>
              <a:gd name="connsiteY250" fmla="*/ 1920077 h 3086914"/>
              <a:gd name="connsiteX251" fmla="*/ 1920403 w 2964740"/>
              <a:gd name="connsiteY251" fmla="*/ 1983037 h 3086914"/>
              <a:gd name="connsiteX252" fmla="*/ 1772736 w 2964740"/>
              <a:gd name="connsiteY252" fmla="*/ 2026857 h 3086914"/>
              <a:gd name="connsiteX253" fmla="*/ 1624988 w 2964740"/>
              <a:gd name="connsiteY253" fmla="*/ 1983037 h 3086914"/>
              <a:gd name="connsiteX254" fmla="*/ 1432198 w 2964740"/>
              <a:gd name="connsiteY254" fmla="*/ 1929525 h 3086914"/>
              <a:gd name="connsiteX255" fmla="*/ 1239408 w 2964740"/>
              <a:gd name="connsiteY255" fmla="*/ 1983037 h 3086914"/>
              <a:gd name="connsiteX256" fmla="*/ 1091660 w 2964740"/>
              <a:gd name="connsiteY256" fmla="*/ 2026857 h 3086914"/>
              <a:gd name="connsiteX257" fmla="*/ 943993 w 2964740"/>
              <a:gd name="connsiteY257" fmla="*/ 1983037 h 3086914"/>
              <a:gd name="connsiteX258" fmla="*/ 749819 w 2964740"/>
              <a:gd name="connsiteY258" fmla="*/ 1920077 h 3086914"/>
              <a:gd name="connsiteX259" fmla="*/ 614125 w 2964740"/>
              <a:gd name="connsiteY259" fmla="*/ 1939543 h 3086914"/>
              <a:gd name="connsiteX260" fmla="*/ 667148 w 2964740"/>
              <a:gd name="connsiteY260" fmla="*/ 2031825 h 3086914"/>
              <a:gd name="connsiteX261" fmla="*/ 749737 w 2964740"/>
              <a:gd name="connsiteY261" fmla="*/ 2023843 h 3086914"/>
              <a:gd name="connsiteX262" fmla="*/ 902291 w 2964740"/>
              <a:gd name="connsiteY262" fmla="*/ 2067581 h 3086914"/>
              <a:gd name="connsiteX263" fmla="*/ 1082945 w 2964740"/>
              <a:gd name="connsiteY263" fmla="*/ 2127283 h 3086914"/>
              <a:gd name="connsiteX264" fmla="*/ 1279237 w 2964740"/>
              <a:gd name="connsiteY264" fmla="*/ 2070513 h 3086914"/>
              <a:gd name="connsiteX265" fmla="*/ 1432198 w 2964740"/>
              <a:gd name="connsiteY265" fmla="*/ 2029056 h 3086914"/>
              <a:gd name="connsiteX266" fmla="*/ 1585159 w 2964740"/>
              <a:gd name="connsiteY266" fmla="*/ 2070513 h 3086914"/>
              <a:gd name="connsiteX267" fmla="*/ 1781451 w 2964740"/>
              <a:gd name="connsiteY267" fmla="*/ 2127283 h 3086914"/>
              <a:gd name="connsiteX268" fmla="*/ 1962105 w 2964740"/>
              <a:gd name="connsiteY268" fmla="*/ 2067581 h 3086914"/>
              <a:gd name="connsiteX269" fmla="*/ 2114658 w 2964740"/>
              <a:gd name="connsiteY269" fmla="*/ 2023843 h 3086914"/>
              <a:gd name="connsiteX270" fmla="*/ 2197248 w 2964740"/>
              <a:gd name="connsiteY270" fmla="*/ 2031825 h 3086914"/>
              <a:gd name="connsiteX271" fmla="*/ 2250271 w 2964740"/>
              <a:gd name="connsiteY271" fmla="*/ 1939543 h 3086914"/>
              <a:gd name="connsiteX272" fmla="*/ 2114577 w 2964740"/>
              <a:gd name="connsiteY272" fmla="*/ 1920077 h 3086914"/>
              <a:gd name="connsiteX273" fmla="*/ 1038800 w 2964740"/>
              <a:gd name="connsiteY273" fmla="*/ 776941 h 3086914"/>
              <a:gd name="connsiteX274" fmla="*/ 961016 w 2964740"/>
              <a:gd name="connsiteY274" fmla="*/ 759349 h 3086914"/>
              <a:gd name="connsiteX275" fmla="*/ 1015179 w 2964740"/>
              <a:gd name="connsiteY275" fmla="*/ 817910 h 3086914"/>
              <a:gd name="connsiteX276" fmla="*/ 961016 w 2964740"/>
              <a:gd name="connsiteY276" fmla="*/ 876472 h 3086914"/>
              <a:gd name="connsiteX277" fmla="*/ 1038800 w 2964740"/>
              <a:gd name="connsiteY277" fmla="*/ 858879 h 3086914"/>
              <a:gd name="connsiteX278" fmla="*/ 1062420 w 2964740"/>
              <a:gd name="connsiteY278" fmla="*/ 935034 h 3086914"/>
              <a:gd name="connsiteX279" fmla="*/ 1086040 w 2964740"/>
              <a:gd name="connsiteY279" fmla="*/ 858879 h 3086914"/>
              <a:gd name="connsiteX280" fmla="*/ 1163824 w 2964740"/>
              <a:gd name="connsiteY280" fmla="*/ 876472 h 3086914"/>
              <a:gd name="connsiteX281" fmla="*/ 1109660 w 2964740"/>
              <a:gd name="connsiteY281" fmla="*/ 817910 h 3086914"/>
              <a:gd name="connsiteX282" fmla="*/ 1163824 w 2964740"/>
              <a:gd name="connsiteY282" fmla="*/ 759349 h 3086914"/>
              <a:gd name="connsiteX283" fmla="*/ 1086040 w 2964740"/>
              <a:gd name="connsiteY283" fmla="*/ 776941 h 3086914"/>
              <a:gd name="connsiteX284" fmla="*/ 1062420 w 2964740"/>
              <a:gd name="connsiteY284" fmla="*/ 700787 h 3086914"/>
              <a:gd name="connsiteX285" fmla="*/ 1038800 w 2964740"/>
              <a:gd name="connsiteY285" fmla="*/ 776941 h 3086914"/>
              <a:gd name="connsiteX286" fmla="*/ 2027427 w 2964740"/>
              <a:gd name="connsiteY286" fmla="*/ 1425438 h 3086914"/>
              <a:gd name="connsiteX287" fmla="*/ 2052106 w 2964740"/>
              <a:gd name="connsiteY287" fmla="*/ 1425438 h 3086914"/>
              <a:gd name="connsiteX288" fmla="*/ 2052106 w 2964740"/>
              <a:gd name="connsiteY288" fmla="*/ 1389030 h 3086914"/>
              <a:gd name="connsiteX289" fmla="*/ 2020422 w 2964740"/>
              <a:gd name="connsiteY289" fmla="*/ 1349446 h 3086914"/>
              <a:gd name="connsiteX290" fmla="*/ 2020178 w 2964740"/>
              <a:gd name="connsiteY290" fmla="*/ 1349446 h 3086914"/>
              <a:gd name="connsiteX291" fmla="*/ 2018467 w 2964740"/>
              <a:gd name="connsiteY291" fmla="*/ 1317681 h 3086914"/>
              <a:gd name="connsiteX292" fmla="*/ 2049011 w 2964740"/>
              <a:gd name="connsiteY292" fmla="*/ 1292920 h 3086914"/>
              <a:gd name="connsiteX293" fmla="*/ 2055119 w 2964740"/>
              <a:gd name="connsiteY293" fmla="*/ 1227517 h 3086914"/>
              <a:gd name="connsiteX294" fmla="*/ 2010485 w 2964740"/>
              <a:gd name="connsiteY294" fmla="*/ 1227517 h 3086914"/>
              <a:gd name="connsiteX295" fmla="*/ 2004702 w 2964740"/>
              <a:gd name="connsiteY295" fmla="*/ 1273861 h 3086914"/>
              <a:gd name="connsiteX296" fmla="*/ 1961535 w 2964740"/>
              <a:gd name="connsiteY296" fmla="*/ 1273861 h 3086914"/>
              <a:gd name="connsiteX297" fmla="*/ 1955182 w 2964740"/>
              <a:gd name="connsiteY297" fmla="*/ 1227517 h 3086914"/>
              <a:gd name="connsiteX298" fmla="*/ 1930584 w 2964740"/>
              <a:gd name="connsiteY298" fmla="*/ 1227517 h 3086914"/>
              <a:gd name="connsiteX299" fmla="*/ 1905905 w 2964740"/>
              <a:gd name="connsiteY299" fmla="*/ 1227517 h 3086914"/>
              <a:gd name="connsiteX300" fmla="*/ 1899552 w 2964740"/>
              <a:gd name="connsiteY300" fmla="*/ 1273861 h 3086914"/>
              <a:gd name="connsiteX301" fmla="*/ 1856384 w 2964740"/>
              <a:gd name="connsiteY301" fmla="*/ 1273861 h 3086914"/>
              <a:gd name="connsiteX302" fmla="*/ 1850601 w 2964740"/>
              <a:gd name="connsiteY302" fmla="*/ 1227517 h 3086914"/>
              <a:gd name="connsiteX303" fmla="*/ 1805967 w 2964740"/>
              <a:gd name="connsiteY303" fmla="*/ 1227517 h 3086914"/>
              <a:gd name="connsiteX304" fmla="*/ 1812076 w 2964740"/>
              <a:gd name="connsiteY304" fmla="*/ 1292920 h 3086914"/>
              <a:gd name="connsiteX305" fmla="*/ 1842619 w 2964740"/>
              <a:gd name="connsiteY305" fmla="*/ 1317681 h 3086914"/>
              <a:gd name="connsiteX306" fmla="*/ 1840827 w 2964740"/>
              <a:gd name="connsiteY306" fmla="*/ 1349446 h 3086914"/>
              <a:gd name="connsiteX307" fmla="*/ 1840664 w 2964740"/>
              <a:gd name="connsiteY307" fmla="*/ 1349446 h 3086914"/>
              <a:gd name="connsiteX308" fmla="*/ 1808899 w 2964740"/>
              <a:gd name="connsiteY308" fmla="*/ 1389030 h 3086914"/>
              <a:gd name="connsiteX309" fmla="*/ 1808899 w 2964740"/>
              <a:gd name="connsiteY309" fmla="*/ 1425438 h 3086914"/>
              <a:gd name="connsiteX310" fmla="*/ 1833578 w 2964740"/>
              <a:gd name="connsiteY310" fmla="*/ 1425438 h 3086914"/>
              <a:gd name="connsiteX311" fmla="*/ 1771514 w 2964740"/>
              <a:gd name="connsiteY311" fmla="*/ 1859153 h 3086914"/>
              <a:gd name="connsiteX312" fmla="*/ 1930584 w 2964740"/>
              <a:gd name="connsiteY312" fmla="*/ 1859153 h 3086914"/>
              <a:gd name="connsiteX313" fmla="*/ 2089654 w 2964740"/>
              <a:gd name="connsiteY313" fmla="*/ 1859153 h 3086914"/>
              <a:gd name="connsiteX314" fmla="*/ 2027427 w 2964740"/>
              <a:gd name="connsiteY314" fmla="*/ 1425438 h 3086914"/>
              <a:gd name="connsiteX315" fmla="*/ 2029626 w 2964740"/>
              <a:gd name="connsiteY315" fmla="*/ 1184838 h 3086914"/>
              <a:gd name="connsiteX316" fmla="*/ 2029626 w 2964740"/>
              <a:gd name="connsiteY316" fmla="*/ 1163498 h 3086914"/>
              <a:gd name="connsiteX317" fmla="*/ 1930421 w 2964740"/>
              <a:gd name="connsiteY317" fmla="*/ 1063967 h 3086914"/>
              <a:gd name="connsiteX318" fmla="*/ 1831216 w 2964740"/>
              <a:gd name="connsiteY318" fmla="*/ 1163498 h 3086914"/>
              <a:gd name="connsiteX319" fmla="*/ 1831216 w 2964740"/>
              <a:gd name="connsiteY319" fmla="*/ 1184838 h 3086914"/>
              <a:gd name="connsiteX320" fmla="*/ 2029626 w 2964740"/>
              <a:gd name="connsiteY320" fmla="*/ 1184838 h 3086914"/>
              <a:gd name="connsiteX321" fmla="*/ 1030899 w 2964740"/>
              <a:gd name="connsiteY321" fmla="*/ 1425438 h 3086914"/>
              <a:gd name="connsiteX322" fmla="*/ 1055578 w 2964740"/>
              <a:gd name="connsiteY322" fmla="*/ 1425438 h 3086914"/>
              <a:gd name="connsiteX323" fmla="*/ 1055578 w 2964740"/>
              <a:gd name="connsiteY323" fmla="*/ 1389030 h 3086914"/>
              <a:gd name="connsiteX324" fmla="*/ 1023813 w 2964740"/>
              <a:gd name="connsiteY324" fmla="*/ 1349446 h 3086914"/>
              <a:gd name="connsiteX325" fmla="*/ 1023650 w 2964740"/>
              <a:gd name="connsiteY325" fmla="*/ 1349446 h 3086914"/>
              <a:gd name="connsiteX326" fmla="*/ 1021858 w 2964740"/>
              <a:gd name="connsiteY326" fmla="*/ 1317681 h 3086914"/>
              <a:gd name="connsiteX327" fmla="*/ 1052402 w 2964740"/>
              <a:gd name="connsiteY327" fmla="*/ 1292920 h 3086914"/>
              <a:gd name="connsiteX328" fmla="*/ 1058510 w 2964740"/>
              <a:gd name="connsiteY328" fmla="*/ 1227517 h 3086914"/>
              <a:gd name="connsiteX329" fmla="*/ 1013876 w 2964740"/>
              <a:gd name="connsiteY329" fmla="*/ 1227517 h 3086914"/>
              <a:gd name="connsiteX330" fmla="*/ 1008093 w 2964740"/>
              <a:gd name="connsiteY330" fmla="*/ 1273861 h 3086914"/>
              <a:gd name="connsiteX331" fmla="*/ 964925 w 2964740"/>
              <a:gd name="connsiteY331" fmla="*/ 1273861 h 3086914"/>
              <a:gd name="connsiteX332" fmla="*/ 958572 w 2964740"/>
              <a:gd name="connsiteY332" fmla="*/ 1227517 h 3086914"/>
              <a:gd name="connsiteX333" fmla="*/ 933893 w 2964740"/>
              <a:gd name="connsiteY333" fmla="*/ 1227517 h 3086914"/>
              <a:gd name="connsiteX334" fmla="*/ 909296 w 2964740"/>
              <a:gd name="connsiteY334" fmla="*/ 1227517 h 3086914"/>
              <a:gd name="connsiteX335" fmla="*/ 902943 w 2964740"/>
              <a:gd name="connsiteY335" fmla="*/ 1273861 h 3086914"/>
              <a:gd name="connsiteX336" fmla="*/ 859775 w 2964740"/>
              <a:gd name="connsiteY336" fmla="*/ 1273861 h 3086914"/>
              <a:gd name="connsiteX337" fmla="*/ 853992 w 2964740"/>
              <a:gd name="connsiteY337" fmla="*/ 1227517 h 3086914"/>
              <a:gd name="connsiteX338" fmla="*/ 809358 w 2964740"/>
              <a:gd name="connsiteY338" fmla="*/ 1227517 h 3086914"/>
              <a:gd name="connsiteX339" fmla="*/ 815385 w 2964740"/>
              <a:gd name="connsiteY339" fmla="*/ 1292920 h 3086914"/>
              <a:gd name="connsiteX340" fmla="*/ 845929 w 2964740"/>
              <a:gd name="connsiteY340" fmla="*/ 1317681 h 3086914"/>
              <a:gd name="connsiteX341" fmla="*/ 844137 w 2964740"/>
              <a:gd name="connsiteY341" fmla="*/ 1349446 h 3086914"/>
              <a:gd name="connsiteX342" fmla="*/ 843974 w 2964740"/>
              <a:gd name="connsiteY342" fmla="*/ 1349446 h 3086914"/>
              <a:gd name="connsiteX343" fmla="*/ 812209 w 2964740"/>
              <a:gd name="connsiteY343" fmla="*/ 1389030 h 3086914"/>
              <a:gd name="connsiteX344" fmla="*/ 812209 w 2964740"/>
              <a:gd name="connsiteY344" fmla="*/ 1425438 h 3086914"/>
              <a:gd name="connsiteX345" fmla="*/ 836888 w 2964740"/>
              <a:gd name="connsiteY345" fmla="*/ 1425438 h 3086914"/>
              <a:gd name="connsiteX346" fmla="*/ 774824 w 2964740"/>
              <a:gd name="connsiteY346" fmla="*/ 1859153 h 3086914"/>
              <a:gd name="connsiteX347" fmla="*/ 933812 w 2964740"/>
              <a:gd name="connsiteY347" fmla="*/ 1859153 h 3086914"/>
              <a:gd name="connsiteX348" fmla="*/ 1092882 w 2964740"/>
              <a:gd name="connsiteY348" fmla="*/ 1859153 h 3086914"/>
              <a:gd name="connsiteX349" fmla="*/ 1030899 w 2964740"/>
              <a:gd name="connsiteY349" fmla="*/ 1425438 h 3086914"/>
              <a:gd name="connsiteX350" fmla="*/ 1482289 w 2964740"/>
              <a:gd name="connsiteY350" fmla="*/ 622107 h 3086914"/>
              <a:gd name="connsiteX351" fmla="*/ 1432198 w 2964740"/>
              <a:gd name="connsiteY351" fmla="*/ 572016 h 3086914"/>
              <a:gd name="connsiteX352" fmla="*/ 1382107 w 2964740"/>
              <a:gd name="connsiteY352" fmla="*/ 622107 h 3086914"/>
              <a:gd name="connsiteX353" fmla="*/ 1432198 w 2964740"/>
              <a:gd name="connsiteY353" fmla="*/ 672198 h 3086914"/>
              <a:gd name="connsiteX354" fmla="*/ 1482289 w 2964740"/>
              <a:gd name="connsiteY354" fmla="*/ 622107 h 3086914"/>
              <a:gd name="connsiteX355" fmla="*/ 1636879 w 2964740"/>
              <a:gd name="connsiteY355" fmla="*/ 1314016 h 3086914"/>
              <a:gd name="connsiteX356" fmla="*/ 1227517 w 2964740"/>
              <a:gd name="connsiteY356" fmla="*/ 1314016 h 3086914"/>
              <a:gd name="connsiteX357" fmla="*/ 1227517 w 2964740"/>
              <a:gd name="connsiteY357" fmla="*/ 1375836 h 3086914"/>
              <a:gd name="connsiteX358" fmla="*/ 1253010 w 2964740"/>
              <a:gd name="connsiteY358" fmla="*/ 1415501 h 3086914"/>
              <a:gd name="connsiteX359" fmla="*/ 1217336 w 2964740"/>
              <a:gd name="connsiteY359" fmla="*/ 1859072 h 3086914"/>
              <a:gd name="connsiteX360" fmla="*/ 1359871 w 2964740"/>
              <a:gd name="connsiteY360" fmla="*/ 1859072 h 3086914"/>
              <a:gd name="connsiteX361" fmla="*/ 1370623 w 2964740"/>
              <a:gd name="connsiteY361" fmla="*/ 1705133 h 3086914"/>
              <a:gd name="connsiteX362" fmla="*/ 1432117 w 2964740"/>
              <a:gd name="connsiteY362" fmla="*/ 1643558 h 3086914"/>
              <a:gd name="connsiteX363" fmla="*/ 1493610 w 2964740"/>
              <a:gd name="connsiteY363" fmla="*/ 1705133 h 3086914"/>
              <a:gd name="connsiteX364" fmla="*/ 1504362 w 2964740"/>
              <a:gd name="connsiteY364" fmla="*/ 1859072 h 3086914"/>
              <a:gd name="connsiteX365" fmla="*/ 1646897 w 2964740"/>
              <a:gd name="connsiteY365" fmla="*/ 1859072 h 3086914"/>
              <a:gd name="connsiteX366" fmla="*/ 1611223 w 2964740"/>
              <a:gd name="connsiteY366" fmla="*/ 1415501 h 3086914"/>
              <a:gd name="connsiteX367" fmla="*/ 1636716 w 2964740"/>
              <a:gd name="connsiteY367" fmla="*/ 1375836 h 3086914"/>
              <a:gd name="connsiteX368" fmla="*/ 1636879 w 2964740"/>
              <a:gd name="connsiteY368" fmla="*/ 1314016 h 3086914"/>
              <a:gd name="connsiteX369" fmla="*/ 1033180 w 2964740"/>
              <a:gd name="connsiteY369" fmla="*/ 1184838 h 3086914"/>
              <a:gd name="connsiteX370" fmla="*/ 1033180 w 2964740"/>
              <a:gd name="connsiteY370" fmla="*/ 1163498 h 3086914"/>
              <a:gd name="connsiteX371" fmla="*/ 933975 w 2964740"/>
              <a:gd name="connsiteY371" fmla="*/ 1063967 h 3086914"/>
              <a:gd name="connsiteX372" fmla="*/ 834770 w 2964740"/>
              <a:gd name="connsiteY372" fmla="*/ 1163498 h 3086914"/>
              <a:gd name="connsiteX373" fmla="*/ 834770 w 2964740"/>
              <a:gd name="connsiteY373" fmla="*/ 1184838 h 3086914"/>
              <a:gd name="connsiteX374" fmla="*/ 1033180 w 2964740"/>
              <a:gd name="connsiteY374" fmla="*/ 1184838 h 3086914"/>
              <a:gd name="connsiteX375" fmla="*/ 1588254 w 2964740"/>
              <a:gd name="connsiteY375" fmla="*/ 1265146 h 3086914"/>
              <a:gd name="connsiteX376" fmla="*/ 1578236 w 2964740"/>
              <a:gd name="connsiteY376" fmla="*/ 1162846 h 3086914"/>
              <a:gd name="connsiteX377" fmla="*/ 1613585 w 2964740"/>
              <a:gd name="connsiteY377" fmla="*/ 1111860 h 3086914"/>
              <a:gd name="connsiteX378" fmla="*/ 1617983 w 2964740"/>
              <a:gd name="connsiteY378" fmla="*/ 1029840 h 3086914"/>
              <a:gd name="connsiteX379" fmla="*/ 1550950 w 2964740"/>
              <a:gd name="connsiteY379" fmla="*/ 1029840 h 3086914"/>
              <a:gd name="connsiteX380" fmla="*/ 1544027 w 2964740"/>
              <a:gd name="connsiteY380" fmla="*/ 1081316 h 3086914"/>
              <a:gd name="connsiteX381" fmla="*/ 1484814 w 2964740"/>
              <a:gd name="connsiteY381" fmla="*/ 1081316 h 3086914"/>
              <a:gd name="connsiteX382" fmla="*/ 1477972 w 2964740"/>
              <a:gd name="connsiteY382" fmla="*/ 1029840 h 3086914"/>
              <a:gd name="connsiteX383" fmla="*/ 1386505 w 2964740"/>
              <a:gd name="connsiteY383" fmla="*/ 1029840 h 3086914"/>
              <a:gd name="connsiteX384" fmla="*/ 1379663 w 2964740"/>
              <a:gd name="connsiteY384" fmla="*/ 1081316 h 3086914"/>
              <a:gd name="connsiteX385" fmla="*/ 1320450 w 2964740"/>
              <a:gd name="connsiteY385" fmla="*/ 1081316 h 3086914"/>
              <a:gd name="connsiteX386" fmla="*/ 1313608 w 2964740"/>
              <a:gd name="connsiteY386" fmla="*/ 1029840 h 3086914"/>
              <a:gd name="connsiteX387" fmla="*/ 1246494 w 2964740"/>
              <a:gd name="connsiteY387" fmla="*/ 1029840 h 3086914"/>
              <a:gd name="connsiteX388" fmla="*/ 1250893 w 2964740"/>
              <a:gd name="connsiteY388" fmla="*/ 1111860 h 3086914"/>
              <a:gd name="connsiteX389" fmla="*/ 1286241 w 2964740"/>
              <a:gd name="connsiteY389" fmla="*/ 1162846 h 3086914"/>
              <a:gd name="connsiteX390" fmla="*/ 1276223 w 2964740"/>
              <a:gd name="connsiteY390" fmla="*/ 1265146 h 3086914"/>
              <a:gd name="connsiteX391" fmla="*/ 1588254 w 2964740"/>
              <a:gd name="connsiteY391" fmla="*/ 1265146 h 3086914"/>
              <a:gd name="connsiteX392" fmla="*/ 1795705 w 2964740"/>
              <a:gd name="connsiteY392" fmla="*/ 720009 h 3086914"/>
              <a:gd name="connsiteX393" fmla="*/ 1724925 w 2964740"/>
              <a:gd name="connsiteY393" fmla="*/ 744688 h 3086914"/>
              <a:gd name="connsiteX394" fmla="*/ 1726473 w 2964740"/>
              <a:gd name="connsiteY394" fmla="*/ 747376 h 3086914"/>
              <a:gd name="connsiteX395" fmla="*/ 1764184 w 2964740"/>
              <a:gd name="connsiteY395" fmla="*/ 746642 h 3086914"/>
              <a:gd name="connsiteX396" fmla="*/ 1818917 w 2964740"/>
              <a:gd name="connsiteY396" fmla="*/ 805448 h 3086914"/>
              <a:gd name="connsiteX397" fmla="*/ 1746591 w 2964740"/>
              <a:gd name="connsiteY397" fmla="*/ 891133 h 3086914"/>
              <a:gd name="connsiteX398" fmla="*/ 1726392 w 2964740"/>
              <a:gd name="connsiteY398" fmla="*/ 888282 h 3086914"/>
              <a:gd name="connsiteX399" fmla="*/ 1724925 w 2964740"/>
              <a:gd name="connsiteY399" fmla="*/ 891051 h 3086914"/>
              <a:gd name="connsiteX400" fmla="*/ 1790085 w 2964740"/>
              <a:gd name="connsiteY400" fmla="*/ 915893 h 3086914"/>
              <a:gd name="connsiteX401" fmla="*/ 1887986 w 2964740"/>
              <a:gd name="connsiteY401" fmla="*/ 813186 h 3086914"/>
              <a:gd name="connsiteX402" fmla="*/ 1795705 w 2964740"/>
              <a:gd name="connsiteY402" fmla="*/ 720009 h 3086914"/>
              <a:gd name="connsiteX403" fmla="*/ 1583041 w 2964740"/>
              <a:gd name="connsiteY403" fmla="*/ 967450 h 3086914"/>
              <a:gd name="connsiteX404" fmla="*/ 1583041 w 2964740"/>
              <a:gd name="connsiteY404" fmla="*/ 981948 h 3086914"/>
              <a:gd name="connsiteX405" fmla="*/ 1281273 w 2964740"/>
              <a:gd name="connsiteY405" fmla="*/ 981948 h 3086914"/>
              <a:gd name="connsiteX406" fmla="*/ 1281273 w 2964740"/>
              <a:gd name="connsiteY406" fmla="*/ 967450 h 3086914"/>
              <a:gd name="connsiteX407" fmla="*/ 1432198 w 2964740"/>
              <a:gd name="connsiteY407" fmla="*/ 702416 h 3086914"/>
              <a:gd name="connsiteX408" fmla="*/ 1583041 w 2964740"/>
              <a:gd name="connsiteY408" fmla="*/ 967450 h 308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2964740" h="3086914">
                <a:moveTo>
                  <a:pt x="1894258" y="2907646"/>
                </a:moveTo>
                <a:lnTo>
                  <a:pt x="1781451" y="2940795"/>
                </a:lnTo>
                <a:lnTo>
                  <a:pt x="1810447" y="3043421"/>
                </a:lnTo>
                <a:lnTo>
                  <a:pt x="1750745" y="3061014"/>
                </a:lnTo>
                <a:lnTo>
                  <a:pt x="1682328" y="2813898"/>
                </a:lnTo>
                <a:lnTo>
                  <a:pt x="1740727" y="2796712"/>
                </a:lnTo>
                <a:lnTo>
                  <a:pt x="1767767" y="2892170"/>
                </a:lnTo>
                <a:lnTo>
                  <a:pt x="1879515" y="2859347"/>
                </a:lnTo>
                <a:lnTo>
                  <a:pt x="1850357" y="2764458"/>
                </a:lnTo>
                <a:lnTo>
                  <a:pt x="1908430" y="2747354"/>
                </a:lnTo>
                <a:lnTo>
                  <a:pt x="1984992" y="2992108"/>
                </a:lnTo>
                <a:lnTo>
                  <a:pt x="1925616" y="3009619"/>
                </a:lnTo>
                <a:lnTo>
                  <a:pt x="1894258" y="2907646"/>
                </a:lnTo>
                <a:close/>
                <a:moveTo>
                  <a:pt x="2725688" y="960446"/>
                </a:moveTo>
                <a:cubicBezTo>
                  <a:pt x="2684149" y="982193"/>
                  <a:pt x="2635036" y="965903"/>
                  <a:pt x="2614266" y="926237"/>
                </a:cubicBezTo>
                <a:cubicBezTo>
                  <a:pt x="2593252" y="886083"/>
                  <a:pt x="2607913" y="836481"/>
                  <a:pt x="2649452" y="814815"/>
                </a:cubicBezTo>
                <a:cubicBezTo>
                  <a:pt x="2690991" y="793068"/>
                  <a:pt x="2740105" y="809358"/>
                  <a:pt x="2761037" y="849431"/>
                </a:cubicBezTo>
                <a:cubicBezTo>
                  <a:pt x="2781888" y="889097"/>
                  <a:pt x="2767227" y="938699"/>
                  <a:pt x="2725688" y="960446"/>
                </a:cubicBezTo>
                <a:moveTo>
                  <a:pt x="2810558" y="823449"/>
                </a:moveTo>
                <a:cubicBezTo>
                  <a:pt x="2774476" y="754624"/>
                  <a:pt x="2693516" y="724244"/>
                  <a:pt x="2621678" y="761873"/>
                </a:cubicBezTo>
                <a:cubicBezTo>
                  <a:pt x="2549840" y="799421"/>
                  <a:pt x="2528663" y="883395"/>
                  <a:pt x="2564664" y="952220"/>
                </a:cubicBezTo>
                <a:cubicBezTo>
                  <a:pt x="2600746" y="1021044"/>
                  <a:pt x="2681706" y="1051424"/>
                  <a:pt x="2753544" y="1013795"/>
                </a:cubicBezTo>
                <a:cubicBezTo>
                  <a:pt x="2825382" y="976084"/>
                  <a:pt x="2846640" y="892273"/>
                  <a:pt x="2810558" y="823449"/>
                </a:cubicBezTo>
                <a:moveTo>
                  <a:pt x="1727043" y="133332"/>
                </a:moveTo>
                <a:lnTo>
                  <a:pt x="1707169" y="280592"/>
                </a:lnTo>
                <a:lnTo>
                  <a:pt x="1646816" y="272365"/>
                </a:lnTo>
                <a:lnTo>
                  <a:pt x="1663594" y="138300"/>
                </a:lnTo>
                <a:cubicBezTo>
                  <a:pt x="1669133" y="93992"/>
                  <a:pt x="1659522" y="64345"/>
                  <a:pt x="1617006" y="58969"/>
                </a:cubicBezTo>
                <a:cubicBezTo>
                  <a:pt x="1573756" y="53593"/>
                  <a:pt x="1557059" y="80634"/>
                  <a:pt x="1551602" y="124210"/>
                </a:cubicBezTo>
                <a:lnTo>
                  <a:pt x="1534824" y="258274"/>
                </a:lnTo>
                <a:lnTo>
                  <a:pt x="1474389" y="251433"/>
                </a:lnTo>
                <a:lnTo>
                  <a:pt x="1491249" y="104906"/>
                </a:lnTo>
                <a:cubicBezTo>
                  <a:pt x="1500045" y="34371"/>
                  <a:pt x="1547285" y="-6597"/>
                  <a:pt x="1623929" y="3014"/>
                </a:cubicBezTo>
                <a:cubicBezTo>
                  <a:pt x="1700409" y="12543"/>
                  <a:pt x="1735758" y="63449"/>
                  <a:pt x="1727043" y="133332"/>
                </a:cubicBezTo>
                <a:moveTo>
                  <a:pt x="1289662" y="2830106"/>
                </a:moveTo>
                <a:lnTo>
                  <a:pt x="1344477" y="2831165"/>
                </a:lnTo>
                <a:lnTo>
                  <a:pt x="1474226" y="2988687"/>
                </a:lnTo>
                <a:lnTo>
                  <a:pt x="1473574" y="2833038"/>
                </a:lnTo>
                <a:lnTo>
                  <a:pt x="1533357" y="2834016"/>
                </a:lnTo>
                <a:lnTo>
                  <a:pt x="1533439" y="3090336"/>
                </a:lnTo>
                <a:lnTo>
                  <a:pt x="1473981" y="3089440"/>
                </a:lnTo>
                <a:lnTo>
                  <a:pt x="1473900" y="3083250"/>
                </a:lnTo>
                <a:cubicBezTo>
                  <a:pt x="1473981" y="3074453"/>
                  <a:pt x="1468687" y="3062317"/>
                  <a:pt x="1459239" y="3051647"/>
                </a:cubicBezTo>
                <a:lnTo>
                  <a:pt x="1345699" y="2912858"/>
                </a:lnTo>
                <a:lnTo>
                  <a:pt x="1341708" y="3087485"/>
                </a:lnTo>
                <a:lnTo>
                  <a:pt x="1281273" y="3086507"/>
                </a:lnTo>
                <a:lnTo>
                  <a:pt x="1289662" y="2830106"/>
                </a:lnTo>
                <a:close/>
                <a:moveTo>
                  <a:pt x="1926593" y="75177"/>
                </a:moveTo>
                <a:lnTo>
                  <a:pt x="1983281" y="95458"/>
                </a:lnTo>
                <a:lnTo>
                  <a:pt x="1936693" y="258274"/>
                </a:lnTo>
                <a:lnTo>
                  <a:pt x="2065626" y="137975"/>
                </a:lnTo>
                <a:lnTo>
                  <a:pt x="2099916" y="153857"/>
                </a:lnTo>
                <a:lnTo>
                  <a:pt x="2091690" y="329950"/>
                </a:lnTo>
                <a:lnTo>
                  <a:pt x="2184949" y="189369"/>
                </a:lnTo>
                <a:lnTo>
                  <a:pt x="2237565" y="219994"/>
                </a:lnTo>
                <a:lnTo>
                  <a:pt x="2089979" y="428829"/>
                </a:lnTo>
                <a:lnTo>
                  <a:pt x="2035816" y="403742"/>
                </a:lnTo>
                <a:lnTo>
                  <a:pt x="2043065" y="232700"/>
                </a:lnTo>
                <a:lnTo>
                  <a:pt x="1915760" y="348194"/>
                </a:lnTo>
                <a:lnTo>
                  <a:pt x="1860538" y="322701"/>
                </a:lnTo>
                <a:lnTo>
                  <a:pt x="1926593" y="75177"/>
                </a:lnTo>
                <a:close/>
                <a:moveTo>
                  <a:pt x="2387594" y="324085"/>
                </a:moveTo>
                <a:lnTo>
                  <a:pt x="2434183" y="362122"/>
                </a:lnTo>
                <a:lnTo>
                  <a:pt x="2336281" y="498875"/>
                </a:lnTo>
                <a:lnTo>
                  <a:pt x="2498120" y="428910"/>
                </a:lnTo>
                <a:lnTo>
                  <a:pt x="2525080" y="455299"/>
                </a:lnTo>
                <a:lnTo>
                  <a:pt x="2458210" y="618360"/>
                </a:lnTo>
                <a:lnTo>
                  <a:pt x="2592927" y="517527"/>
                </a:lnTo>
                <a:lnTo>
                  <a:pt x="2632348" y="563871"/>
                </a:lnTo>
                <a:lnTo>
                  <a:pt x="2423269" y="710886"/>
                </a:lnTo>
                <a:lnTo>
                  <a:pt x="2380671" y="669021"/>
                </a:lnTo>
                <a:lnTo>
                  <a:pt x="2444934" y="510359"/>
                </a:lnTo>
                <a:lnTo>
                  <a:pt x="2286271" y="576414"/>
                </a:lnTo>
                <a:lnTo>
                  <a:pt x="2242859" y="533816"/>
                </a:lnTo>
                <a:lnTo>
                  <a:pt x="2387594" y="324085"/>
                </a:lnTo>
                <a:close/>
                <a:moveTo>
                  <a:pt x="405208" y="2548456"/>
                </a:moveTo>
                <a:cubicBezTo>
                  <a:pt x="363995" y="2570773"/>
                  <a:pt x="314637" y="2555298"/>
                  <a:pt x="293298" y="2515876"/>
                </a:cubicBezTo>
                <a:cubicBezTo>
                  <a:pt x="290691" y="2511071"/>
                  <a:pt x="288574" y="2506021"/>
                  <a:pt x="287026" y="2500971"/>
                </a:cubicBezTo>
                <a:lnTo>
                  <a:pt x="448458" y="2484355"/>
                </a:lnTo>
                <a:cubicBezTo>
                  <a:pt x="445770" y="2510256"/>
                  <a:pt x="430702" y="2534609"/>
                  <a:pt x="405208" y="2548456"/>
                </a:cubicBezTo>
                <a:moveTo>
                  <a:pt x="326773" y="2403884"/>
                </a:moveTo>
                <a:cubicBezTo>
                  <a:pt x="367986" y="2381567"/>
                  <a:pt x="417263" y="2397042"/>
                  <a:pt x="438847" y="2436870"/>
                </a:cubicBezTo>
                <a:cubicBezTo>
                  <a:pt x="441209" y="2441187"/>
                  <a:pt x="443082" y="2445667"/>
                  <a:pt x="444548" y="2450228"/>
                </a:cubicBezTo>
                <a:lnTo>
                  <a:pt x="283687" y="2466925"/>
                </a:lnTo>
                <a:cubicBezTo>
                  <a:pt x="286782" y="2441351"/>
                  <a:pt x="301687" y="2417486"/>
                  <a:pt x="326773" y="2403884"/>
                </a:cubicBezTo>
                <a:moveTo>
                  <a:pt x="541147" y="2474826"/>
                </a:moveTo>
                <a:lnTo>
                  <a:pt x="537482" y="2440617"/>
                </a:lnTo>
                <a:lnTo>
                  <a:pt x="501563" y="2444364"/>
                </a:lnTo>
                <a:cubicBezTo>
                  <a:pt x="498549" y="2432798"/>
                  <a:pt x="494069" y="2421314"/>
                  <a:pt x="488042" y="2410237"/>
                </a:cubicBezTo>
                <a:cubicBezTo>
                  <a:pt x="450983" y="2341983"/>
                  <a:pt x="369534" y="2312824"/>
                  <a:pt x="298266" y="2351512"/>
                </a:cubicBezTo>
                <a:cubicBezTo>
                  <a:pt x="250211" y="2377576"/>
                  <a:pt x="225451" y="2424409"/>
                  <a:pt x="225858" y="2473034"/>
                </a:cubicBezTo>
                <a:lnTo>
                  <a:pt x="189043" y="2476862"/>
                </a:lnTo>
                <a:lnTo>
                  <a:pt x="193767" y="2510663"/>
                </a:lnTo>
                <a:lnTo>
                  <a:pt x="230175" y="2506917"/>
                </a:lnTo>
                <a:cubicBezTo>
                  <a:pt x="233188" y="2519053"/>
                  <a:pt x="237831" y="2531107"/>
                  <a:pt x="244021" y="2542592"/>
                </a:cubicBezTo>
                <a:cubicBezTo>
                  <a:pt x="281080" y="2610846"/>
                  <a:pt x="362529" y="2640086"/>
                  <a:pt x="433797" y="2601397"/>
                </a:cubicBezTo>
                <a:cubicBezTo>
                  <a:pt x="482341" y="2575090"/>
                  <a:pt x="507020" y="2527605"/>
                  <a:pt x="506205" y="2478491"/>
                </a:cubicBezTo>
                <a:lnTo>
                  <a:pt x="541147" y="2474826"/>
                </a:lnTo>
                <a:close/>
                <a:moveTo>
                  <a:pt x="2267620" y="2527605"/>
                </a:moveTo>
                <a:lnTo>
                  <a:pt x="2316896" y="2483460"/>
                </a:lnTo>
                <a:lnTo>
                  <a:pt x="2507324" y="2557334"/>
                </a:lnTo>
                <a:lnTo>
                  <a:pt x="2423187" y="2370734"/>
                </a:lnTo>
                <a:lnTo>
                  <a:pt x="2463667" y="2319584"/>
                </a:lnTo>
                <a:lnTo>
                  <a:pt x="2581605" y="2583071"/>
                </a:lnTo>
                <a:lnTo>
                  <a:pt x="2537379" y="2629986"/>
                </a:lnTo>
                <a:lnTo>
                  <a:pt x="2267620" y="2527605"/>
                </a:lnTo>
                <a:close/>
                <a:moveTo>
                  <a:pt x="1337229" y="253632"/>
                </a:moveTo>
                <a:lnTo>
                  <a:pt x="1283065" y="262591"/>
                </a:lnTo>
                <a:lnTo>
                  <a:pt x="1126764" y="131377"/>
                </a:lnTo>
                <a:lnTo>
                  <a:pt x="1155842" y="284257"/>
                </a:lnTo>
                <a:lnTo>
                  <a:pt x="1096873" y="294194"/>
                </a:lnTo>
                <a:lnTo>
                  <a:pt x="1049877" y="42190"/>
                </a:lnTo>
                <a:lnTo>
                  <a:pt x="1108520" y="32254"/>
                </a:lnTo>
                <a:lnTo>
                  <a:pt x="1109742" y="38362"/>
                </a:lnTo>
                <a:cubicBezTo>
                  <a:pt x="1111208" y="47077"/>
                  <a:pt x="1118701" y="57992"/>
                  <a:pt x="1129941" y="66788"/>
                </a:cubicBezTo>
                <a:lnTo>
                  <a:pt x="1266938" y="182527"/>
                </a:lnTo>
                <a:lnTo>
                  <a:pt x="1238920" y="10100"/>
                </a:lnTo>
                <a:lnTo>
                  <a:pt x="1298540" y="0"/>
                </a:lnTo>
                <a:lnTo>
                  <a:pt x="1337229" y="253632"/>
                </a:lnTo>
                <a:close/>
                <a:moveTo>
                  <a:pt x="2523858" y="2233086"/>
                </a:moveTo>
                <a:lnTo>
                  <a:pt x="2548700" y="2184135"/>
                </a:lnTo>
                <a:lnTo>
                  <a:pt x="2747028" y="2135998"/>
                </a:lnTo>
                <a:lnTo>
                  <a:pt x="2606691" y="2068803"/>
                </a:lnTo>
                <a:lnTo>
                  <a:pt x="2633651" y="2015454"/>
                </a:lnTo>
                <a:lnTo>
                  <a:pt x="2864477" y="2127039"/>
                </a:lnTo>
                <a:lnTo>
                  <a:pt x="2837762" y="2180144"/>
                </a:lnTo>
                <a:lnTo>
                  <a:pt x="2832142" y="2177456"/>
                </a:lnTo>
                <a:cubicBezTo>
                  <a:pt x="2824323" y="2173546"/>
                  <a:pt x="2811047" y="2172976"/>
                  <a:pt x="2797363" y="2176886"/>
                </a:cubicBezTo>
                <a:lnTo>
                  <a:pt x="2622981" y="2218587"/>
                </a:lnTo>
                <a:lnTo>
                  <a:pt x="2778467" y="2298245"/>
                </a:lnTo>
                <a:lnTo>
                  <a:pt x="2751263" y="2352245"/>
                </a:lnTo>
                <a:lnTo>
                  <a:pt x="2523858" y="2233086"/>
                </a:lnTo>
                <a:close/>
                <a:moveTo>
                  <a:pt x="230989" y="2015454"/>
                </a:moveTo>
                <a:lnTo>
                  <a:pt x="257542" y="2070513"/>
                </a:lnTo>
                <a:lnTo>
                  <a:pt x="168436" y="2113437"/>
                </a:lnTo>
                <a:cubicBezTo>
                  <a:pt x="203297" y="2137709"/>
                  <a:pt x="257786" y="2157012"/>
                  <a:pt x="298755" y="2155953"/>
                </a:cubicBezTo>
                <a:lnTo>
                  <a:pt x="326936" y="2214352"/>
                </a:lnTo>
                <a:cubicBezTo>
                  <a:pt x="278067" y="2218425"/>
                  <a:pt x="213641" y="2195375"/>
                  <a:pt x="173894" y="2171021"/>
                </a:cubicBezTo>
                <a:lnTo>
                  <a:pt x="101404" y="2336933"/>
                </a:lnTo>
                <a:lnTo>
                  <a:pt x="68336" y="2268353"/>
                </a:lnTo>
                <a:lnTo>
                  <a:pt x="128608" y="2132740"/>
                </a:lnTo>
                <a:lnTo>
                  <a:pt x="26634" y="2181935"/>
                </a:lnTo>
                <a:lnTo>
                  <a:pt x="0" y="2126876"/>
                </a:lnTo>
                <a:lnTo>
                  <a:pt x="230989" y="2015454"/>
                </a:lnTo>
                <a:close/>
                <a:moveTo>
                  <a:pt x="682542" y="2722349"/>
                </a:moveTo>
                <a:cubicBezTo>
                  <a:pt x="701275" y="2735137"/>
                  <a:pt x="720090" y="2735544"/>
                  <a:pt x="731248" y="2719173"/>
                </a:cubicBezTo>
                <a:cubicBezTo>
                  <a:pt x="741185" y="2704675"/>
                  <a:pt x="737357" y="2690095"/>
                  <a:pt x="714959" y="2674783"/>
                </a:cubicBezTo>
                <a:lnTo>
                  <a:pt x="681972" y="2652303"/>
                </a:lnTo>
                <a:lnTo>
                  <a:pt x="649555" y="2699869"/>
                </a:lnTo>
                <a:lnTo>
                  <a:pt x="682542" y="2722349"/>
                </a:lnTo>
                <a:close/>
                <a:moveTo>
                  <a:pt x="635465" y="2819273"/>
                </a:moveTo>
                <a:cubicBezTo>
                  <a:pt x="657863" y="2834504"/>
                  <a:pt x="675293" y="2831735"/>
                  <a:pt x="686207" y="2815771"/>
                </a:cubicBezTo>
                <a:cubicBezTo>
                  <a:pt x="695900" y="2801599"/>
                  <a:pt x="693130" y="2784169"/>
                  <a:pt x="670162" y="2768449"/>
                </a:cubicBezTo>
                <a:lnTo>
                  <a:pt x="624225" y="2737092"/>
                </a:lnTo>
                <a:lnTo>
                  <a:pt x="589527" y="2787916"/>
                </a:lnTo>
                <a:lnTo>
                  <a:pt x="635465" y="2819273"/>
                </a:lnTo>
                <a:close/>
                <a:moveTo>
                  <a:pt x="657456" y="2579732"/>
                </a:moveTo>
                <a:lnTo>
                  <a:pt x="741267" y="2636909"/>
                </a:lnTo>
                <a:cubicBezTo>
                  <a:pt x="802109" y="2678367"/>
                  <a:pt x="808706" y="2713553"/>
                  <a:pt x="786226" y="2746458"/>
                </a:cubicBezTo>
                <a:cubicBezTo>
                  <a:pt x="773032" y="2765843"/>
                  <a:pt x="752425" y="2775291"/>
                  <a:pt x="727420" y="2771544"/>
                </a:cubicBezTo>
                <a:cubicBezTo>
                  <a:pt x="750389" y="2798260"/>
                  <a:pt x="752507" y="2826359"/>
                  <a:pt x="735158" y="2851771"/>
                </a:cubicBezTo>
                <a:cubicBezTo>
                  <a:pt x="711375" y="2886550"/>
                  <a:pt x="671139" y="2899419"/>
                  <a:pt x="609727" y="2857554"/>
                </a:cubicBezTo>
                <a:lnTo>
                  <a:pt x="512884" y="2791499"/>
                </a:lnTo>
                <a:lnTo>
                  <a:pt x="657456" y="2579732"/>
                </a:lnTo>
                <a:close/>
                <a:moveTo>
                  <a:pt x="2886469" y="1944105"/>
                </a:moveTo>
                <a:lnTo>
                  <a:pt x="2857961" y="1893688"/>
                </a:lnTo>
                <a:cubicBezTo>
                  <a:pt x="2886061" y="1877968"/>
                  <a:pt x="2902188" y="1859072"/>
                  <a:pt x="2907564" y="1831786"/>
                </a:cubicBezTo>
                <a:cubicBezTo>
                  <a:pt x="2912369" y="1807352"/>
                  <a:pt x="2905772" y="1788130"/>
                  <a:pt x="2887446" y="1784465"/>
                </a:cubicBezTo>
                <a:cubicBezTo>
                  <a:pt x="2866595" y="1780392"/>
                  <a:pt x="2852749" y="1804420"/>
                  <a:pt x="2842568" y="1829262"/>
                </a:cubicBezTo>
                <a:cubicBezTo>
                  <a:pt x="2825382" y="1874791"/>
                  <a:pt x="2797445" y="1915679"/>
                  <a:pt x="2743933" y="1905091"/>
                </a:cubicBezTo>
                <a:cubicBezTo>
                  <a:pt x="2696122" y="1895642"/>
                  <a:pt x="2674131" y="1852067"/>
                  <a:pt x="2685941" y="1792039"/>
                </a:cubicBezTo>
                <a:cubicBezTo>
                  <a:pt x="2694005" y="1751478"/>
                  <a:pt x="2710294" y="1723704"/>
                  <a:pt x="2745318" y="1701468"/>
                </a:cubicBezTo>
                <a:lnTo>
                  <a:pt x="2772603" y="1750501"/>
                </a:lnTo>
                <a:cubicBezTo>
                  <a:pt x="2752648" y="1762636"/>
                  <a:pt x="2740186" y="1780311"/>
                  <a:pt x="2735544" y="1803687"/>
                </a:cubicBezTo>
                <a:cubicBezTo>
                  <a:pt x="2730738" y="1828121"/>
                  <a:pt x="2736603" y="1843515"/>
                  <a:pt x="2751019" y="1846366"/>
                </a:cubicBezTo>
                <a:cubicBezTo>
                  <a:pt x="2768938" y="1849868"/>
                  <a:pt x="2782295" y="1831542"/>
                  <a:pt x="2792558" y="1804094"/>
                </a:cubicBezTo>
                <a:cubicBezTo>
                  <a:pt x="2811617" y="1754817"/>
                  <a:pt x="2837029" y="1714011"/>
                  <a:pt x="2894125" y="1725333"/>
                </a:cubicBezTo>
                <a:cubicBezTo>
                  <a:pt x="2951302" y="1736654"/>
                  <a:pt x="2968732" y="1788211"/>
                  <a:pt x="2957736" y="1843597"/>
                </a:cubicBezTo>
                <a:cubicBezTo>
                  <a:pt x="2948533" y="1891000"/>
                  <a:pt x="2924342" y="1922439"/>
                  <a:pt x="2886469" y="1944105"/>
                </a:cubicBezTo>
                <a:moveTo>
                  <a:pt x="2714367" y="1367120"/>
                </a:moveTo>
                <a:lnTo>
                  <a:pt x="2701417" y="1307337"/>
                </a:lnTo>
                <a:lnTo>
                  <a:pt x="2798096" y="1286323"/>
                </a:lnTo>
                <a:cubicBezTo>
                  <a:pt x="2769834" y="1254558"/>
                  <a:pt x="2721453" y="1223200"/>
                  <a:pt x="2681299" y="1214648"/>
                </a:cubicBezTo>
                <a:lnTo>
                  <a:pt x="2667534" y="1151281"/>
                </a:lnTo>
                <a:cubicBezTo>
                  <a:pt x="2715996" y="1158774"/>
                  <a:pt x="2773255" y="1196159"/>
                  <a:pt x="2806241" y="1229146"/>
                </a:cubicBezTo>
                <a:lnTo>
                  <a:pt x="2915464" y="1084737"/>
                </a:lnTo>
                <a:lnTo>
                  <a:pt x="2931591" y="1159181"/>
                </a:lnTo>
                <a:lnTo>
                  <a:pt x="2841346" y="1276956"/>
                </a:lnTo>
                <a:lnTo>
                  <a:pt x="2951954" y="1252929"/>
                </a:lnTo>
                <a:lnTo>
                  <a:pt x="2964904" y="1312713"/>
                </a:lnTo>
                <a:lnTo>
                  <a:pt x="2714367" y="1367120"/>
                </a:lnTo>
                <a:close/>
                <a:moveTo>
                  <a:pt x="966717" y="338990"/>
                </a:moveTo>
                <a:lnTo>
                  <a:pt x="791521" y="421661"/>
                </a:lnTo>
                <a:lnTo>
                  <a:pt x="769774" y="375642"/>
                </a:lnTo>
                <a:lnTo>
                  <a:pt x="889667" y="319036"/>
                </a:lnTo>
                <a:lnTo>
                  <a:pt x="868409" y="273994"/>
                </a:lnTo>
                <a:lnTo>
                  <a:pt x="768308" y="321235"/>
                </a:lnTo>
                <a:lnTo>
                  <a:pt x="746642" y="275216"/>
                </a:lnTo>
                <a:lnTo>
                  <a:pt x="846662" y="227976"/>
                </a:lnTo>
                <a:lnTo>
                  <a:pt x="823693" y="179269"/>
                </a:lnTo>
                <a:lnTo>
                  <a:pt x="703800" y="235876"/>
                </a:lnTo>
                <a:lnTo>
                  <a:pt x="682053" y="189776"/>
                </a:lnTo>
                <a:lnTo>
                  <a:pt x="857331" y="107105"/>
                </a:lnTo>
                <a:lnTo>
                  <a:pt x="966717" y="338990"/>
                </a:lnTo>
                <a:close/>
                <a:moveTo>
                  <a:pt x="958084" y="2745481"/>
                </a:moveTo>
                <a:lnTo>
                  <a:pt x="1142891" y="2803635"/>
                </a:lnTo>
                <a:lnTo>
                  <a:pt x="1127660" y="2852179"/>
                </a:lnTo>
                <a:lnTo>
                  <a:pt x="1001170" y="2812350"/>
                </a:lnTo>
                <a:lnTo>
                  <a:pt x="986265" y="2859835"/>
                </a:lnTo>
                <a:lnTo>
                  <a:pt x="1091742" y="2893066"/>
                </a:lnTo>
                <a:lnTo>
                  <a:pt x="1076510" y="2941610"/>
                </a:lnTo>
                <a:lnTo>
                  <a:pt x="970953" y="2908460"/>
                </a:lnTo>
                <a:lnTo>
                  <a:pt x="954826" y="2959773"/>
                </a:lnTo>
                <a:lnTo>
                  <a:pt x="1081316" y="2999601"/>
                </a:lnTo>
                <a:lnTo>
                  <a:pt x="1066004" y="3048226"/>
                </a:lnTo>
                <a:lnTo>
                  <a:pt x="881196" y="2990072"/>
                </a:lnTo>
                <a:lnTo>
                  <a:pt x="958084" y="2745481"/>
                </a:lnTo>
                <a:close/>
                <a:moveTo>
                  <a:pt x="2163772" y="2789545"/>
                </a:moveTo>
                <a:lnTo>
                  <a:pt x="2148541" y="2687489"/>
                </a:lnTo>
                <a:lnTo>
                  <a:pt x="2234307" y="2745562"/>
                </a:lnTo>
                <a:lnTo>
                  <a:pt x="2163772" y="2789545"/>
                </a:lnTo>
                <a:close/>
                <a:moveTo>
                  <a:pt x="2327729" y="2808767"/>
                </a:moveTo>
                <a:lnTo>
                  <a:pt x="2379531" y="2770322"/>
                </a:lnTo>
                <a:lnTo>
                  <a:pt x="2144876" y="2619479"/>
                </a:lnTo>
                <a:lnTo>
                  <a:pt x="2090305" y="2653851"/>
                </a:lnTo>
                <a:lnTo>
                  <a:pt x="2125247" y="2930370"/>
                </a:lnTo>
                <a:lnTo>
                  <a:pt x="2180469" y="2901455"/>
                </a:lnTo>
                <a:lnTo>
                  <a:pt x="2171999" y="2844523"/>
                </a:lnTo>
                <a:lnTo>
                  <a:pt x="2280570" y="2776839"/>
                </a:lnTo>
                <a:lnTo>
                  <a:pt x="2327729" y="2808767"/>
                </a:lnTo>
                <a:close/>
                <a:moveTo>
                  <a:pt x="1432198" y="2344752"/>
                </a:moveTo>
                <a:cubicBezTo>
                  <a:pt x="1337880" y="2344752"/>
                  <a:pt x="1297563" y="2415450"/>
                  <a:pt x="1173028" y="2415450"/>
                </a:cubicBezTo>
                <a:cubicBezTo>
                  <a:pt x="1221001" y="2429622"/>
                  <a:pt x="1324930" y="2452591"/>
                  <a:pt x="1432198" y="2452591"/>
                </a:cubicBezTo>
                <a:cubicBezTo>
                  <a:pt x="1539548" y="2452591"/>
                  <a:pt x="1643395" y="2429622"/>
                  <a:pt x="1691368" y="2415450"/>
                </a:cubicBezTo>
                <a:cubicBezTo>
                  <a:pt x="1566833" y="2415450"/>
                  <a:pt x="1526516" y="2344752"/>
                  <a:pt x="1432198" y="2344752"/>
                </a:cubicBezTo>
                <a:moveTo>
                  <a:pt x="1917878" y="2191872"/>
                </a:moveTo>
                <a:cubicBezTo>
                  <a:pt x="1878782" y="2213538"/>
                  <a:pt x="1839605" y="2227873"/>
                  <a:pt x="1768338" y="2227873"/>
                </a:cubicBezTo>
                <a:cubicBezTo>
                  <a:pt x="1697070" y="2227873"/>
                  <a:pt x="1658300" y="2211420"/>
                  <a:pt x="1619205" y="2189755"/>
                </a:cubicBezTo>
                <a:cubicBezTo>
                  <a:pt x="1575711" y="2165646"/>
                  <a:pt x="1525294" y="2135021"/>
                  <a:pt x="1432117" y="2134288"/>
                </a:cubicBezTo>
                <a:cubicBezTo>
                  <a:pt x="1338939" y="2135102"/>
                  <a:pt x="1288522" y="2165646"/>
                  <a:pt x="1245028" y="2189755"/>
                </a:cubicBezTo>
                <a:cubicBezTo>
                  <a:pt x="1205933" y="2211420"/>
                  <a:pt x="1167163" y="2227873"/>
                  <a:pt x="1095895" y="2227873"/>
                </a:cubicBezTo>
                <a:cubicBezTo>
                  <a:pt x="1024628" y="2227873"/>
                  <a:pt x="985451" y="2213538"/>
                  <a:pt x="946355" y="2191872"/>
                </a:cubicBezTo>
                <a:cubicBezTo>
                  <a:pt x="902373" y="2167438"/>
                  <a:pt x="843485" y="2127446"/>
                  <a:pt x="745013" y="2138442"/>
                </a:cubicBezTo>
                <a:cubicBezTo>
                  <a:pt x="893984" y="2330010"/>
                  <a:pt x="1098502" y="2327077"/>
                  <a:pt x="1098502" y="2327077"/>
                </a:cubicBezTo>
                <a:cubicBezTo>
                  <a:pt x="1188747" y="2327077"/>
                  <a:pt x="1239979" y="2308670"/>
                  <a:pt x="1283961" y="2284235"/>
                </a:cubicBezTo>
                <a:cubicBezTo>
                  <a:pt x="1322486" y="2262814"/>
                  <a:pt x="1362559" y="2236995"/>
                  <a:pt x="1432117" y="2236343"/>
                </a:cubicBezTo>
                <a:cubicBezTo>
                  <a:pt x="1501674" y="2236995"/>
                  <a:pt x="1541665" y="2262733"/>
                  <a:pt x="1580272" y="2284235"/>
                </a:cubicBezTo>
                <a:cubicBezTo>
                  <a:pt x="1624336" y="2308670"/>
                  <a:pt x="1675486" y="2327077"/>
                  <a:pt x="1765731" y="2327077"/>
                </a:cubicBezTo>
                <a:cubicBezTo>
                  <a:pt x="1765731" y="2327077"/>
                  <a:pt x="1970250" y="2330010"/>
                  <a:pt x="2119220" y="2138442"/>
                </a:cubicBezTo>
                <a:cubicBezTo>
                  <a:pt x="2020829" y="2127446"/>
                  <a:pt x="1961942" y="2167356"/>
                  <a:pt x="1917878" y="2191872"/>
                </a:cubicBezTo>
                <a:moveTo>
                  <a:pt x="2114577" y="1920077"/>
                </a:moveTo>
                <a:cubicBezTo>
                  <a:pt x="2016757" y="1920077"/>
                  <a:pt x="1965607" y="1957951"/>
                  <a:pt x="1920403" y="1983037"/>
                </a:cubicBezTo>
                <a:cubicBezTo>
                  <a:pt x="1880330" y="2005273"/>
                  <a:pt x="1845796" y="2026857"/>
                  <a:pt x="1772736" y="2026857"/>
                </a:cubicBezTo>
                <a:cubicBezTo>
                  <a:pt x="1699676" y="2026857"/>
                  <a:pt x="1665060" y="2005273"/>
                  <a:pt x="1624988" y="1983037"/>
                </a:cubicBezTo>
                <a:cubicBezTo>
                  <a:pt x="1580109" y="1958114"/>
                  <a:pt x="1528878" y="1929933"/>
                  <a:pt x="1432198" y="1929525"/>
                </a:cubicBezTo>
                <a:cubicBezTo>
                  <a:pt x="1335437" y="1929851"/>
                  <a:pt x="1284287" y="1958114"/>
                  <a:pt x="1239408" y="1983037"/>
                </a:cubicBezTo>
                <a:cubicBezTo>
                  <a:pt x="1199336" y="2005273"/>
                  <a:pt x="1164801" y="2026857"/>
                  <a:pt x="1091660" y="2026857"/>
                </a:cubicBezTo>
                <a:cubicBezTo>
                  <a:pt x="1018600" y="2026857"/>
                  <a:pt x="983984" y="2005273"/>
                  <a:pt x="943993" y="1983037"/>
                </a:cubicBezTo>
                <a:cubicBezTo>
                  <a:pt x="898870" y="1957951"/>
                  <a:pt x="847639" y="1920077"/>
                  <a:pt x="749819" y="1920077"/>
                </a:cubicBezTo>
                <a:cubicBezTo>
                  <a:pt x="687999" y="1920077"/>
                  <a:pt x="614125" y="1939543"/>
                  <a:pt x="614125" y="1939543"/>
                </a:cubicBezTo>
                <a:lnTo>
                  <a:pt x="667148" y="2031825"/>
                </a:lnTo>
                <a:cubicBezTo>
                  <a:pt x="667148" y="2031825"/>
                  <a:pt x="711538" y="2023843"/>
                  <a:pt x="749737" y="2023843"/>
                </a:cubicBezTo>
                <a:cubicBezTo>
                  <a:pt x="822797" y="2023843"/>
                  <a:pt x="862218" y="2045346"/>
                  <a:pt x="902291" y="2067581"/>
                </a:cubicBezTo>
                <a:cubicBezTo>
                  <a:pt x="947414" y="2092667"/>
                  <a:pt x="985043" y="2127283"/>
                  <a:pt x="1082945" y="2127283"/>
                </a:cubicBezTo>
                <a:cubicBezTo>
                  <a:pt x="1180847" y="2127283"/>
                  <a:pt x="1234196" y="2095600"/>
                  <a:pt x="1279237" y="2070513"/>
                </a:cubicBezTo>
                <a:cubicBezTo>
                  <a:pt x="1319065" y="2048441"/>
                  <a:pt x="1360034" y="2029300"/>
                  <a:pt x="1432198" y="2029056"/>
                </a:cubicBezTo>
                <a:cubicBezTo>
                  <a:pt x="1504280" y="2029300"/>
                  <a:pt x="1545330" y="2048359"/>
                  <a:pt x="1585159" y="2070513"/>
                </a:cubicBezTo>
                <a:cubicBezTo>
                  <a:pt x="1630282" y="2095600"/>
                  <a:pt x="1683631" y="2127283"/>
                  <a:pt x="1781451" y="2127283"/>
                </a:cubicBezTo>
                <a:cubicBezTo>
                  <a:pt x="1879353" y="2127283"/>
                  <a:pt x="1916982" y="2092749"/>
                  <a:pt x="1962105" y="2067581"/>
                </a:cubicBezTo>
                <a:cubicBezTo>
                  <a:pt x="2002177" y="2045346"/>
                  <a:pt x="2041517" y="2023843"/>
                  <a:pt x="2114658" y="2023843"/>
                </a:cubicBezTo>
                <a:cubicBezTo>
                  <a:pt x="2152858" y="2023843"/>
                  <a:pt x="2197248" y="2031825"/>
                  <a:pt x="2197248" y="2031825"/>
                </a:cubicBezTo>
                <a:lnTo>
                  <a:pt x="2250271" y="1939543"/>
                </a:lnTo>
                <a:cubicBezTo>
                  <a:pt x="2250271" y="1939625"/>
                  <a:pt x="2176397" y="1920077"/>
                  <a:pt x="2114577" y="1920077"/>
                </a:cubicBezTo>
                <a:moveTo>
                  <a:pt x="1038800" y="776941"/>
                </a:moveTo>
                <a:lnTo>
                  <a:pt x="961016" y="759349"/>
                </a:lnTo>
                <a:lnTo>
                  <a:pt x="1015179" y="817910"/>
                </a:lnTo>
                <a:lnTo>
                  <a:pt x="961016" y="876472"/>
                </a:lnTo>
                <a:lnTo>
                  <a:pt x="1038800" y="858879"/>
                </a:lnTo>
                <a:lnTo>
                  <a:pt x="1062420" y="935034"/>
                </a:lnTo>
                <a:lnTo>
                  <a:pt x="1086040" y="858879"/>
                </a:lnTo>
                <a:lnTo>
                  <a:pt x="1163824" y="876472"/>
                </a:lnTo>
                <a:lnTo>
                  <a:pt x="1109660" y="817910"/>
                </a:lnTo>
                <a:lnTo>
                  <a:pt x="1163824" y="759349"/>
                </a:lnTo>
                <a:lnTo>
                  <a:pt x="1086040" y="776941"/>
                </a:lnTo>
                <a:lnTo>
                  <a:pt x="1062420" y="700787"/>
                </a:lnTo>
                <a:lnTo>
                  <a:pt x="1038800" y="776941"/>
                </a:lnTo>
                <a:close/>
                <a:moveTo>
                  <a:pt x="2027427" y="1425438"/>
                </a:moveTo>
                <a:lnTo>
                  <a:pt x="2052106" y="1425438"/>
                </a:lnTo>
                <a:lnTo>
                  <a:pt x="2052106" y="1389030"/>
                </a:lnTo>
                <a:cubicBezTo>
                  <a:pt x="2052106" y="1389030"/>
                  <a:pt x="2020422" y="1382514"/>
                  <a:pt x="2020422" y="1349446"/>
                </a:cubicBezTo>
                <a:lnTo>
                  <a:pt x="2020178" y="1349446"/>
                </a:lnTo>
                <a:lnTo>
                  <a:pt x="2018467" y="1317681"/>
                </a:lnTo>
                <a:lnTo>
                  <a:pt x="2049011" y="1292920"/>
                </a:lnTo>
                <a:lnTo>
                  <a:pt x="2055119" y="1227517"/>
                </a:lnTo>
                <a:lnTo>
                  <a:pt x="2010485" y="1227517"/>
                </a:lnTo>
                <a:lnTo>
                  <a:pt x="2004702" y="1273861"/>
                </a:lnTo>
                <a:lnTo>
                  <a:pt x="1961535" y="1273861"/>
                </a:lnTo>
                <a:lnTo>
                  <a:pt x="1955182" y="1227517"/>
                </a:lnTo>
                <a:lnTo>
                  <a:pt x="1930584" y="1227517"/>
                </a:lnTo>
                <a:lnTo>
                  <a:pt x="1905905" y="1227517"/>
                </a:lnTo>
                <a:lnTo>
                  <a:pt x="1899552" y="1273861"/>
                </a:lnTo>
                <a:lnTo>
                  <a:pt x="1856384" y="1273861"/>
                </a:lnTo>
                <a:lnTo>
                  <a:pt x="1850601" y="1227517"/>
                </a:lnTo>
                <a:lnTo>
                  <a:pt x="1805967" y="1227517"/>
                </a:lnTo>
                <a:lnTo>
                  <a:pt x="1812076" y="1292920"/>
                </a:lnTo>
                <a:lnTo>
                  <a:pt x="1842619" y="1317681"/>
                </a:lnTo>
                <a:lnTo>
                  <a:pt x="1840827" y="1349446"/>
                </a:lnTo>
                <a:lnTo>
                  <a:pt x="1840664" y="1349446"/>
                </a:lnTo>
                <a:cubicBezTo>
                  <a:pt x="1840664" y="1382514"/>
                  <a:pt x="1808899" y="1389030"/>
                  <a:pt x="1808899" y="1389030"/>
                </a:cubicBezTo>
                <a:lnTo>
                  <a:pt x="1808899" y="1425438"/>
                </a:lnTo>
                <a:lnTo>
                  <a:pt x="1833578" y="1425438"/>
                </a:lnTo>
                <a:cubicBezTo>
                  <a:pt x="1832519" y="1548263"/>
                  <a:pt x="1771514" y="1725821"/>
                  <a:pt x="1771514" y="1859153"/>
                </a:cubicBezTo>
                <a:lnTo>
                  <a:pt x="1930584" y="1859153"/>
                </a:lnTo>
                <a:lnTo>
                  <a:pt x="2089654" y="1859153"/>
                </a:lnTo>
                <a:cubicBezTo>
                  <a:pt x="2089491" y="1725740"/>
                  <a:pt x="2028486" y="1548263"/>
                  <a:pt x="2027427" y="1425438"/>
                </a:cubicBezTo>
                <a:moveTo>
                  <a:pt x="2029626" y="1184838"/>
                </a:moveTo>
                <a:lnTo>
                  <a:pt x="2029626" y="1163498"/>
                </a:lnTo>
                <a:cubicBezTo>
                  <a:pt x="2029626" y="1102248"/>
                  <a:pt x="1984584" y="1063967"/>
                  <a:pt x="1930421" y="1063967"/>
                </a:cubicBezTo>
                <a:cubicBezTo>
                  <a:pt x="1876257" y="1063967"/>
                  <a:pt x="1831216" y="1102248"/>
                  <a:pt x="1831216" y="1163498"/>
                </a:cubicBezTo>
                <a:lnTo>
                  <a:pt x="1831216" y="1184838"/>
                </a:lnTo>
                <a:lnTo>
                  <a:pt x="2029626" y="1184838"/>
                </a:lnTo>
                <a:close/>
                <a:moveTo>
                  <a:pt x="1030899" y="1425438"/>
                </a:moveTo>
                <a:lnTo>
                  <a:pt x="1055578" y="1425438"/>
                </a:lnTo>
                <a:lnTo>
                  <a:pt x="1055578" y="1389030"/>
                </a:lnTo>
                <a:cubicBezTo>
                  <a:pt x="1055578" y="1389030"/>
                  <a:pt x="1023813" y="1382514"/>
                  <a:pt x="1023813" y="1349446"/>
                </a:cubicBezTo>
                <a:lnTo>
                  <a:pt x="1023650" y="1349446"/>
                </a:lnTo>
                <a:lnTo>
                  <a:pt x="1021858" y="1317681"/>
                </a:lnTo>
                <a:lnTo>
                  <a:pt x="1052402" y="1292920"/>
                </a:lnTo>
                <a:lnTo>
                  <a:pt x="1058510" y="1227517"/>
                </a:lnTo>
                <a:lnTo>
                  <a:pt x="1013876" y="1227517"/>
                </a:lnTo>
                <a:lnTo>
                  <a:pt x="1008093" y="1273861"/>
                </a:lnTo>
                <a:lnTo>
                  <a:pt x="964925" y="1273861"/>
                </a:lnTo>
                <a:lnTo>
                  <a:pt x="958572" y="1227517"/>
                </a:lnTo>
                <a:lnTo>
                  <a:pt x="933893" y="1227517"/>
                </a:lnTo>
                <a:lnTo>
                  <a:pt x="909296" y="1227517"/>
                </a:lnTo>
                <a:lnTo>
                  <a:pt x="902943" y="1273861"/>
                </a:lnTo>
                <a:lnTo>
                  <a:pt x="859775" y="1273861"/>
                </a:lnTo>
                <a:lnTo>
                  <a:pt x="853992" y="1227517"/>
                </a:lnTo>
                <a:lnTo>
                  <a:pt x="809358" y="1227517"/>
                </a:lnTo>
                <a:lnTo>
                  <a:pt x="815385" y="1292920"/>
                </a:lnTo>
                <a:lnTo>
                  <a:pt x="845929" y="1317681"/>
                </a:lnTo>
                <a:lnTo>
                  <a:pt x="844137" y="1349446"/>
                </a:lnTo>
                <a:lnTo>
                  <a:pt x="843974" y="1349446"/>
                </a:lnTo>
                <a:cubicBezTo>
                  <a:pt x="843974" y="1382514"/>
                  <a:pt x="812209" y="1389030"/>
                  <a:pt x="812209" y="1389030"/>
                </a:cubicBezTo>
                <a:lnTo>
                  <a:pt x="812209" y="1425438"/>
                </a:lnTo>
                <a:lnTo>
                  <a:pt x="836888" y="1425438"/>
                </a:lnTo>
                <a:cubicBezTo>
                  <a:pt x="835829" y="1548263"/>
                  <a:pt x="774824" y="1725821"/>
                  <a:pt x="774824" y="1859153"/>
                </a:cubicBezTo>
                <a:lnTo>
                  <a:pt x="933812" y="1859153"/>
                </a:lnTo>
                <a:lnTo>
                  <a:pt x="1092882" y="1859153"/>
                </a:lnTo>
                <a:cubicBezTo>
                  <a:pt x="1092963" y="1725740"/>
                  <a:pt x="1031958" y="1548263"/>
                  <a:pt x="1030899" y="1425438"/>
                </a:cubicBezTo>
                <a:moveTo>
                  <a:pt x="1482289" y="622107"/>
                </a:moveTo>
                <a:cubicBezTo>
                  <a:pt x="1482289" y="594414"/>
                  <a:pt x="1459891" y="572016"/>
                  <a:pt x="1432198" y="572016"/>
                </a:cubicBezTo>
                <a:cubicBezTo>
                  <a:pt x="1404505" y="572016"/>
                  <a:pt x="1382107" y="594414"/>
                  <a:pt x="1382107" y="622107"/>
                </a:cubicBezTo>
                <a:cubicBezTo>
                  <a:pt x="1382107" y="649800"/>
                  <a:pt x="1404505" y="672198"/>
                  <a:pt x="1432198" y="672198"/>
                </a:cubicBezTo>
                <a:cubicBezTo>
                  <a:pt x="1459809" y="672198"/>
                  <a:pt x="1482289" y="649718"/>
                  <a:pt x="1482289" y="622107"/>
                </a:cubicBezTo>
                <a:moveTo>
                  <a:pt x="1636879" y="1314016"/>
                </a:moveTo>
                <a:lnTo>
                  <a:pt x="1227517" y="1314016"/>
                </a:lnTo>
                <a:lnTo>
                  <a:pt x="1227517" y="1375836"/>
                </a:lnTo>
                <a:cubicBezTo>
                  <a:pt x="1227517" y="1375836"/>
                  <a:pt x="1253010" y="1387157"/>
                  <a:pt x="1253010" y="1415501"/>
                </a:cubicBezTo>
                <a:cubicBezTo>
                  <a:pt x="1253010" y="1472189"/>
                  <a:pt x="1208865" y="1696907"/>
                  <a:pt x="1217336" y="1859072"/>
                </a:cubicBezTo>
                <a:lnTo>
                  <a:pt x="1359871" y="1859072"/>
                </a:lnTo>
                <a:lnTo>
                  <a:pt x="1370623" y="1705133"/>
                </a:lnTo>
                <a:cubicBezTo>
                  <a:pt x="1375347" y="1666282"/>
                  <a:pt x="1400351" y="1643558"/>
                  <a:pt x="1432117" y="1643558"/>
                </a:cubicBezTo>
                <a:cubicBezTo>
                  <a:pt x="1463963" y="1643558"/>
                  <a:pt x="1488886" y="1666201"/>
                  <a:pt x="1493610" y="1705133"/>
                </a:cubicBezTo>
                <a:lnTo>
                  <a:pt x="1504362" y="1859072"/>
                </a:lnTo>
                <a:lnTo>
                  <a:pt x="1646897" y="1859072"/>
                </a:lnTo>
                <a:cubicBezTo>
                  <a:pt x="1655368" y="1696907"/>
                  <a:pt x="1611223" y="1472271"/>
                  <a:pt x="1611223" y="1415501"/>
                </a:cubicBezTo>
                <a:cubicBezTo>
                  <a:pt x="1611223" y="1387157"/>
                  <a:pt x="1636716" y="1375836"/>
                  <a:pt x="1636716" y="1375836"/>
                </a:cubicBezTo>
                <a:lnTo>
                  <a:pt x="1636879" y="1314016"/>
                </a:lnTo>
                <a:moveTo>
                  <a:pt x="1033180" y="1184838"/>
                </a:moveTo>
                <a:lnTo>
                  <a:pt x="1033180" y="1163498"/>
                </a:lnTo>
                <a:cubicBezTo>
                  <a:pt x="1033180" y="1102248"/>
                  <a:pt x="988138" y="1063967"/>
                  <a:pt x="933975" y="1063967"/>
                </a:cubicBezTo>
                <a:cubicBezTo>
                  <a:pt x="879811" y="1063967"/>
                  <a:pt x="834770" y="1102248"/>
                  <a:pt x="834770" y="1163498"/>
                </a:cubicBezTo>
                <a:lnTo>
                  <a:pt x="834770" y="1184838"/>
                </a:lnTo>
                <a:lnTo>
                  <a:pt x="1033180" y="1184838"/>
                </a:lnTo>
                <a:close/>
                <a:moveTo>
                  <a:pt x="1588254" y="1265146"/>
                </a:moveTo>
                <a:cubicBezTo>
                  <a:pt x="1588254" y="1265146"/>
                  <a:pt x="1578236" y="1188340"/>
                  <a:pt x="1578236" y="1162846"/>
                </a:cubicBezTo>
                <a:cubicBezTo>
                  <a:pt x="1578236" y="1126032"/>
                  <a:pt x="1613585" y="1111860"/>
                  <a:pt x="1613585" y="1111860"/>
                </a:cubicBezTo>
                <a:lnTo>
                  <a:pt x="1617983" y="1029840"/>
                </a:lnTo>
                <a:lnTo>
                  <a:pt x="1550950" y="1029840"/>
                </a:lnTo>
                <a:lnTo>
                  <a:pt x="1544027" y="1081316"/>
                </a:lnTo>
                <a:lnTo>
                  <a:pt x="1484814" y="1081316"/>
                </a:lnTo>
                <a:lnTo>
                  <a:pt x="1477972" y="1029840"/>
                </a:lnTo>
                <a:lnTo>
                  <a:pt x="1386505" y="1029840"/>
                </a:lnTo>
                <a:lnTo>
                  <a:pt x="1379663" y="1081316"/>
                </a:lnTo>
                <a:lnTo>
                  <a:pt x="1320450" y="1081316"/>
                </a:lnTo>
                <a:lnTo>
                  <a:pt x="1313608" y="1029840"/>
                </a:lnTo>
                <a:lnTo>
                  <a:pt x="1246494" y="1029840"/>
                </a:lnTo>
                <a:lnTo>
                  <a:pt x="1250893" y="1111860"/>
                </a:lnTo>
                <a:cubicBezTo>
                  <a:pt x="1250893" y="1111860"/>
                  <a:pt x="1286241" y="1126032"/>
                  <a:pt x="1286241" y="1162846"/>
                </a:cubicBezTo>
                <a:cubicBezTo>
                  <a:pt x="1286241" y="1188340"/>
                  <a:pt x="1276223" y="1265146"/>
                  <a:pt x="1276223" y="1265146"/>
                </a:cubicBezTo>
                <a:lnTo>
                  <a:pt x="1588254" y="1265146"/>
                </a:lnTo>
                <a:close/>
                <a:moveTo>
                  <a:pt x="1795705" y="720009"/>
                </a:moveTo>
                <a:cubicBezTo>
                  <a:pt x="1768500" y="718543"/>
                  <a:pt x="1743577" y="728153"/>
                  <a:pt x="1724925" y="744688"/>
                </a:cubicBezTo>
                <a:cubicBezTo>
                  <a:pt x="1723622" y="745828"/>
                  <a:pt x="1724762" y="747945"/>
                  <a:pt x="1726473" y="747376"/>
                </a:cubicBezTo>
                <a:cubicBezTo>
                  <a:pt x="1738120" y="744036"/>
                  <a:pt x="1750908" y="743466"/>
                  <a:pt x="1764184" y="746642"/>
                </a:cubicBezTo>
                <a:cubicBezTo>
                  <a:pt x="1792284" y="753403"/>
                  <a:pt x="1814275" y="776941"/>
                  <a:pt x="1818917" y="805448"/>
                </a:cubicBezTo>
                <a:cubicBezTo>
                  <a:pt x="1826411" y="851386"/>
                  <a:pt x="1791143" y="891133"/>
                  <a:pt x="1746591" y="891133"/>
                </a:cubicBezTo>
                <a:cubicBezTo>
                  <a:pt x="1739586" y="891133"/>
                  <a:pt x="1732826" y="890155"/>
                  <a:pt x="1726392" y="888282"/>
                </a:cubicBezTo>
                <a:cubicBezTo>
                  <a:pt x="1724762" y="887793"/>
                  <a:pt x="1723704" y="889911"/>
                  <a:pt x="1724925" y="891051"/>
                </a:cubicBezTo>
                <a:cubicBezTo>
                  <a:pt x="1742274" y="906527"/>
                  <a:pt x="1765080" y="915893"/>
                  <a:pt x="1790085" y="915893"/>
                </a:cubicBezTo>
                <a:cubicBezTo>
                  <a:pt x="1845796" y="915893"/>
                  <a:pt x="1890593" y="869467"/>
                  <a:pt x="1887986" y="813186"/>
                </a:cubicBezTo>
                <a:cubicBezTo>
                  <a:pt x="1885787" y="763665"/>
                  <a:pt x="1845225" y="722778"/>
                  <a:pt x="1795705" y="720009"/>
                </a:cubicBezTo>
                <a:moveTo>
                  <a:pt x="1583041" y="967450"/>
                </a:moveTo>
                <a:lnTo>
                  <a:pt x="1583041" y="981948"/>
                </a:lnTo>
                <a:lnTo>
                  <a:pt x="1281273" y="981948"/>
                </a:lnTo>
                <a:lnTo>
                  <a:pt x="1281273" y="967450"/>
                </a:lnTo>
                <a:cubicBezTo>
                  <a:pt x="1281273" y="932509"/>
                  <a:pt x="1432198" y="702416"/>
                  <a:pt x="1432198" y="702416"/>
                </a:cubicBezTo>
                <a:cubicBezTo>
                  <a:pt x="1432198" y="702416"/>
                  <a:pt x="1583041" y="932509"/>
                  <a:pt x="1583041" y="967450"/>
                </a:cubicBezTo>
                <a:close/>
              </a:path>
            </a:pathLst>
          </a:custGeom>
          <a:solidFill>
            <a:srgbClr val="0D142D"/>
          </a:solidFill>
          <a:ln w="8132" cap="flat">
            <a:noFill/>
            <a:prstDash val="solid"/>
            <a:miter/>
          </a:ln>
        </p:spPr>
        <p:txBody>
          <a:bodyPr rtlCol="0" anchor="ctr"/>
          <a:lstStyle/>
          <a:p>
            <a:endParaRPr lang="da-DK" sz="570" dirty="0"/>
          </a:p>
        </p:txBody>
      </p:sp>
      <p:sp>
        <p:nvSpPr>
          <p:cNvPr id="4" name="Date_GeneralDate"/>
          <p:cNvSpPr>
            <a:spLocks noGrp="1"/>
          </p:cNvSpPr>
          <p:nvPr>
            <p:ph type="dt" sz="half" idx="10"/>
          </p:nvPr>
        </p:nvSpPr>
        <p:spPr>
          <a:xfrm>
            <a:off x="0" y="6912000"/>
            <a:ext cx="0" cy="0"/>
          </a:xfrm>
        </p:spPr>
        <p:txBody>
          <a:bodyPr/>
          <a:lstStyle>
            <a:lvl1pPr>
              <a:defRPr>
                <a:noFill/>
              </a:defRPr>
            </a:lvl1pPr>
          </a:lstStyle>
          <a:p>
            <a:endParaRPr lang="da-DK" dirty="0"/>
          </a:p>
        </p:txBody>
      </p:sp>
      <p:sp>
        <p:nvSpPr>
          <p:cNvPr id="5" name="FLD_PresentationTitle"/>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6"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6" name="Picture Placeholder 15">
            <a:extLst>
              <a:ext uri="{FF2B5EF4-FFF2-40B4-BE49-F238E27FC236}">
                <a16:creationId xmlns:a16="http://schemas.microsoft.com/office/drawing/2014/main" id="{07127C84-7B2A-461F-B4C4-EA860EEF58CC}"/>
              </a:ext>
            </a:extLst>
          </p:cNvPr>
          <p:cNvSpPr>
            <a:spLocks noGrp="1"/>
          </p:cNvSpPr>
          <p:nvPr>
            <p:ph type="pic" sz="quarter" idx="17"/>
          </p:nvPr>
        </p:nvSpPr>
        <p:spPr>
          <a:xfrm>
            <a:off x="8128800" y="0"/>
            <a:ext cx="4063200" cy="6858000"/>
          </a:xfrm>
        </p:spPr>
        <p:txBody>
          <a:bodyPr tIns="36000"/>
          <a:lstStyle>
            <a:lvl1pPr marL="0" indent="0" algn="ctr">
              <a:buNone/>
              <a:defRPr/>
            </a:lvl1pPr>
          </a:lstStyle>
          <a:p>
            <a:r>
              <a:rPr lang="da-DK"/>
              <a:t>Klik på ikonet for at tilføje et billede</a:t>
            </a:r>
          </a:p>
        </p:txBody>
      </p:sp>
      <p:sp>
        <p:nvSpPr>
          <p:cNvPr id="19" name="Text Placeholder 7">
            <a:extLst>
              <a:ext uri="{FF2B5EF4-FFF2-40B4-BE49-F238E27FC236}">
                <a16:creationId xmlns:a16="http://schemas.microsoft.com/office/drawing/2014/main" id="{3BA9EC6C-D882-4644-AA8C-C638EA2AB27D}"/>
              </a:ext>
            </a:extLst>
          </p:cNvPr>
          <p:cNvSpPr>
            <a:spLocks noGrp="1"/>
          </p:cNvSpPr>
          <p:nvPr>
            <p:ph type="body" sz="quarter" idx="18" hasCustomPrompt="1"/>
          </p:nvPr>
        </p:nvSpPr>
        <p:spPr>
          <a:xfrm>
            <a:off x="724878" y="310326"/>
            <a:ext cx="2596665"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0" name="Text Placeholder 9">
            <a:extLst>
              <a:ext uri="{FF2B5EF4-FFF2-40B4-BE49-F238E27FC236}">
                <a16:creationId xmlns:a16="http://schemas.microsoft.com/office/drawing/2014/main" id="{1854DC86-7109-4CBA-B1A5-FAA37E19A3CD}"/>
              </a:ext>
            </a:extLst>
          </p:cNvPr>
          <p:cNvSpPr>
            <a:spLocks noGrp="1"/>
          </p:cNvSpPr>
          <p:nvPr>
            <p:ph type="body" sz="quarter" idx="19" hasCustomPrompt="1"/>
          </p:nvPr>
        </p:nvSpPr>
        <p:spPr>
          <a:xfrm>
            <a:off x="4423999" y="310326"/>
            <a:ext cx="3111540"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1" name="Text Placeholder 17">
            <a:extLst>
              <a:ext uri="{FF2B5EF4-FFF2-40B4-BE49-F238E27FC236}">
                <a16:creationId xmlns:a16="http://schemas.microsoft.com/office/drawing/2014/main" id="{830B9519-277F-4E54-8FC0-8193A0D06895}"/>
              </a:ext>
            </a:extLst>
          </p:cNvPr>
          <p:cNvSpPr>
            <a:spLocks noGrp="1"/>
          </p:cNvSpPr>
          <p:nvPr>
            <p:ph type="body" sz="quarter" idx="20" hasCustomPrompt="1"/>
          </p:nvPr>
        </p:nvSpPr>
        <p:spPr>
          <a:xfrm>
            <a:off x="4423999" y="531101"/>
            <a:ext cx="3111540"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Tree>
    <p:extLst>
      <p:ext uri="{BB962C8B-B14F-4D97-AF65-F5344CB8AC3E}">
        <p14:creationId xmlns:p14="http://schemas.microsoft.com/office/powerpoint/2010/main" val="2833720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hv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8B7EB-9914-40BD-B6C3-15F565F6C3BF}"/>
              </a:ext>
            </a:extLst>
          </p:cNvPr>
          <p:cNvSpPr>
            <a:spLocks noGrp="1"/>
          </p:cNvSpPr>
          <p:nvPr>
            <p:ph type="title" hasCustomPrompt="1"/>
          </p:nvPr>
        </p:nvSpPr>
        <p:spPr/>
        <p:txBody>
          <a:bodyPr/>
          <a:lstStyle>
            <a:lvl1pPr>
              <a:defRPr/>
            </a:lvl1pPr>
          </a:lstStyle>
          <a:p>
            <a:r>
              <a:rPr lang="da-DK" dirty="0"/>
              <a:t>Klik for at tilføje titel</a:t>
            </a:r>
          </a:p>
        </p:txBody>
      </p:sp>
      <p:sp>
        <p:nvSpPr>
          <p:cNvPr id="3" name="Date Placeholder 2">
            <a:extLst>
              <a:ext uri="{FF2B5EF4-FFF2-40B4-BE49-F238E27FC236}">
                <a16:creationId xmlns:a16="http://schemas.microsoft.com/office/drawing/2014/main" id="{2AF4C3A7-EB1F-46BC-BA76-1F83A7576C45}"/>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8818AAAC-1C4E-4738-90E1-8F4CF1339390}"/>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B7F125F5-8144-4400-B5F6-A0AF8C90E18D}"/>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
        <p:nvSpPr>
          <p:cNvPr id="8" name="Text Placeholder 7">
            <a:extLst>
              <a:ext uri="{FF2B5EF4-FFF2-40B4-BE49-F238E27FC236}">
                <a16:creationId xmlns:a16="http://schemas.microsoft.com/office/drawing/2014/main" id="{57233423-19A0-44FC-A00D-E844296E793D}"/>
              </a:ext>
            </a:extLst>
          </p:cNvPr>
          <p:cNvSpPr>
            <a:spLocks noGrp="1"/>
          </p:cNvSpPr>
          <p:nvPr>
            <p:ph type="body" sz="quarter" idx="13" hasCustomPrompt="1"/>
          </p:nvPr>
        </p:nvSpPr>
        <p:spPr>
          <a:xfrm>
            <a:off x="719997" y="2192400"/>
            <a:ext cx="10752002" cy="3945600"/>
          </a:xfrm>
        </p:spPr>
        <p:txBody>
          <a:bodyPr/>
          <a:lstStyle>
            <a:lvl1pPr marL="113906" indent="-113906">
              <a:spcBef>
                <a:spcPts val="570"/>
              </a:spcBef>
              <a:spcAft>
                <a:spcPts val="0"/>
              </a:spcAft>
              <a:defRPr sz="759"/>
            </a:lvl1pPr>
            <a:lvl2pPr marL="196397" indent="-72833">
              <a:defRPr/>
            </a:lvl2pPr>
          </a:lstStyle>
          <a:p>
            <a:pPr lvl="0"/>
            <a:r>
              <a:rPr lang="da-DK" dirty="0"/>
              <a:t>Klik for at tilføje agenda punkter</a:t>
            </a:r>
          </a:p>
          <a:p>
            <a:pPr lvl="1"/>
            <a:r>
              <a:rPr lang="da-DK" dirty="0"/>
              <a:t>Second </a:t>
            </a:r>
            <a:r>
              <a:rPr lang="da-DK" dirty="0" err="1"/>
              <a:t>level</a:t>
            </a:r>
            <a:endParaRPr lang="da-DK" dirty="0"/>
          </a:p>
        </p:txBody>
      </p:sp>
    </p:spTree>
    <p:extLst>
      <p:ext uri="{BB962C8B-B14F-4D97-AF65-F5344CB8AC3E}">
        <p14:creationId xmlns:p14="http://schemas.microsoft.com/office/powerpoint/2010/main" val="1132109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mørk">
    <p:spTree>
      <p:nvGrpSpPr>
        <p:cNvPr id="1" name=""/>
        <p:cNvGrpSpPr/>
        <p:nvPr/>
      </p:nvGrpSpPr>
      <p:grpSpPr>
        <a:xfrm>
          <a:off x="0" y="0"/>
          <a:ext cx="0" cy="0"/>
          <a:chOff x="0" y="0"/>
          <a:chExt cx="0" cy="0"/>
        </a:xfrm>
      </p:grpSpPr>
      <p:sp>
        <p:nvSpPr>
          <p:cNvPr id="7" name="Mørk baggrund">
            <a:extLst>
              <a:ext uri="{FF2B5EF4-FFF2-40B4-BE49-F238E27FC236}">
                <a16:creationId xmlns:a16="http://schemas.microsoft.com/office/drawing/2014/main" id="{5AD5CF03-2716-4BA5-9C0A-662F67148BA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a:extLst>
              <a:ext uri="{FF2B5EF4-FFF2-40B4-BE49-F238E27FC236}">
                <a16:creationId xmlns:a16="http://schemas.microsoft.com/office/drawing/2014/main" id="{6698B7EB-9914-40BD-B6C3-15F565F6C3BF}"/>
              </a:ext>
            </a:extLst>
          </p:cNvPr>
          <p:cNvSpPr>
            <a:spLocks noGrp="1"/>
          </p:cNvSpPr>
          <p:nvPr>
            <p:ph type="title" hasCustomPrompt="1"/>
          </p:nvPr>
        </p:nvSpPr>
        <p:spPr/>
        <p:txBody>
          <a:bodyPr/>
          <a:lstStyle>
            <a:lvl1pPr>
              <a:defRPr>
                <a:solidFill>
                  <a:schemeClr val="bg1"/>
                </a:solidFill>
              </a:defRPr>
            </a:lvl1pPr>
          </a:lstStyle>
          <a:p>
            <a:r>
              <a:rPr lang="da-DK" dirty="0"/>
              <a:t>Klik for at tilføje titel</a:t>
            </a:r>
          </a:p>
        </p:txBody>
      </p:sp>
      <p:sp>
        <p:nvSpPr>
          <p:cNvPr id="3" name="Date Placeholder 2">
            <a:extLst>
              <a:ext uri="{FF2B5EF4-FFF2-40B4-BE49-F238E27FC236}">
                <a16:creationId xmlns:a16="http://schemas.microsoft.com/office/drawing/2014/main" id="{2AF4C3A7-EB1F-46BC-BA76-1F83A7576C45}"/>
              </a:ext>
            </a:extLst>
          </p:cNvPr>
          <p:cNvSpPr>
            <a:spLocks noGrp="1"/>
          </p:cNvSpPr>
          <p:nvPr>
            <p:ph type="dt" sz="half" idx="10"/>
          </p:nvPr>
        </p:nvSpPr>
        <p:spPr/>
        <p:txBody>
          <a:bodyPr/>
          <a:lstStyle>
            <a:lvl1pPr>
              <a:defRPr>
                <a:solidFill>
                  <a:schemeClr val="bg1"/>
                </a:solidFill>
                <a:latin typeface="KBH Tekst" panose="00000500000000000000" pitchFamily="2" charset="0"/>
              </a:defRPr>
            </a:lvl1pPr>
          </a:lstStyle>
          <a:p>
            <a:endParaRPr lang="da-DK" dirty="0"/>
          </a:p>
        </p:txBody>
      </p:sp>
      <p:sp>
        <p:nvSpPr>
          <p:cNvPr id="4" name="SD_FLD_PresentationTitle">
            <a:extLst>
              <a:ext uri="{FF2B5EF4-FFF2-40B4-BE49-F238E27FC236}">
                <a16:creationId xmlns:a16="http://schemas.microsoft.com/office/drawing/2014/main" id="{8818AAAC-1C4E-4738-90E1-8F4CF1339390}"/>
              </a:ext>
            </a:extLst>
          </p:cNvPr>
          <p:cNvSpPr>
            <a:spLocks noGrp="1"/>
          </p:cNvSpPr>
          <p:nvPr>
            <p:ph type="ftr" sz="quarter" idx="11"/>
          </p:nvPr>
        </p:nvSpPr>
        <p:spPr/>
        <p:txBody>
          <a:bodyPr/>
          <a:lstStyle>
            <a:lvl1pPr>
              <a:defRPr>
                <a:solidFill>
                  <a:schemeClr val="bg1"/>
                </a:solidFill>
                <a:latin typeface="KBH Tekst" panose="00000500000000000000" pitchFamily="2" charset="0"/>
              </a:defRPr>
            </a:lvl1pPr>
          </a:lstStyle>
          <a:p>
            <a:r>
              <a:rPr lang="da-DK" dirty="0"/>
              <a:t>Sidehoved</a:t>
            </a:r>
          </a:p>
        </p:txBody>
      </p:sp>
      <p:sp>
        <p:nvSpPr>
          <p:cNvPr id="5" name="Slide Number Placeholder 4">
            <a:extLst>
              <a:ext uri="{FF2B5EF4-FFF2-40B4-BE49-F238E27FC236}">
                <a16:creationId xmlns:a16="http://schemas.microsoft.com/office/drawing/2014/main" id="{B7F125F5-8144-4400-B5F6-A0AF8C90E18D}"/>
              </a:ext>
            </a:extLst>
          </p:cNvPr>
          <p:cNvSpPr>
            <a:spLocks noGrp="1"/>
          </p:cNvSpPr>
          <p:nvPr>
            <p:ph type="sldNum" sz="quarter" idx="12"/>
          </p:nvPr>
        </p:nvSpPr>
        <p:spPr/>
        <p:txBody>
          <a:bodyPr/>
          <a:lstStyle>
            <a:lvl1pPr>
              <a:defRPr>
                <a:solidFill>
                  <a:schemeClr val="bg1"/>
                </a:solidFill>
                <a:latin typeface="KBH Tekst" panose="00000500000000000000" pitchFamily="2" charset="0"/>
              </a:defRPr>
            </a:lvl1pPr>
          </a:lstStyle>
          <a:p>
            <a:fld id="{24C8C45C-947F-4981-8B3F-4F32E973C901}" type="slidenum">
              <a:rPr lang="da-DK" smtClean="0"/>
              <a:pPr/>
              <a:t>‹nr.›</a:t>
            </a:fld>
            <a:endParaRPr lang="da-DK" dirty="0"/>
          </a:p>
        </p:txBody>
      </p:sp>
      <p:sp>
        <p:nvSpPr>
          <p:cNvPr id="8" name="Text Placeholder 7">
            <a:extLst>
              <a:ext uri="{FF2B5EF4-FFF2-40B4-BE49-F238E27FC236}">
                <a16:creationId xmlns:a16="http://schemas.microsoft.com/office/drawing/2014/main" id="{57233423-19A0-44FC-A00D-E844296E793D}"/>
              </a:ext>
            </a:extLst>
          </p:cNvPr>
          <p:cNvSpPr>
            <a:spLocks noGrp="1"/>
          </p:cNvSpPr>
          <p:nvPr>
            <p:ph type="body" sz="quarter" idx="13" hasCustomPrompt="1"/>
          </p:nvPr>
        </p:nvSpPr>
        <p:spPr>
          <a:xfrm>
            <a:off x="719997" y="2192400"/>
            <a:ext cx="10752002" cy="3945600"/>
          </a:xfrm>
        </p:spPr>
        <p:txBody>
          <a:bodyPr/>
          <a:lstStyle>
            <a:lvl1pPr marL="113906" indent="-113906">
              <a:spcBef>
                <a:spcPts val="570"/>
              </a:spcBef>
              <a:spcAft>
                <a:spcPts val="0"/>
              </a:spcAft>
              <a:buFont typeface="+mj-lt"/>
              <a:buAutoNum type="arabicPeriod"/>
              <a:defRPr sz="759">
                <a:solidFill>
                  <a:schemeClr val="bg1"/>
                </a:solidFill>
              </a:defRPr>
            </a:lvl1pPr>
            <a:lvl2pPr marL="195919" indent="-72900">
              <a:defRPr>
                <a:solidFill>
                  <a:schemeClr val="bg1"/>
                </a:solidFill>
              </a:defRPr>
            </a:lvl2pPr>
          </a:lstStyle>
          <a:p>
            <a:pPr lvl="0"/>
            <a:r>
              <a:rPr lang="da-DK" dirty="0"/>
              <a:t>Klik for at tilføje agenda punkter</a:t>
            </a:r>
          </a:p>
          <a:p>
            <a:pPr lvl="1"/>
            <a:r>
              <a:rPr lang="da-DK" dirty="0"/>
              <a:t>Second </a:t>
            </a:r>
            <a:r>
              <a:rPr lang="da-DK" dirty="0" err="1"/>
              <a:t>level</a:t>
            </a:r>
            <a:endParaRPr lang="da-DK" dirty="0"/>
          </a:p>
        </p:txBody>
      </p:sp>
      <p:sp>
        <p:nvSpPr>
          <p:cNvPr id="9" name="TextBox 8">
            <a:extLst>
              <a:ext uri="{FF2B5EF4-FFF2-40B4-BE49-F238E27FC236}">
                <a16:creationId xmlns:a16="http://schemas.microsoft.com/office/drawing/2014/main" id="{9B34E782-FCE1-4223-B963-3FB009D942A3}"/>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bg1"/>
                </a:solidFill>
                <a:latin typeface="KBH Tekst" panose="00000500000000000000" pitchFamily="2" charset="0"/>
              </a:rPr>
              <a:t>Københavns Kommune</a:t>
            </a:r>
          </a:p>
        </p:txBody>
      </p:sp>
    </p:spTree>
    <p:extLst>
      <p:ext uri="{BB962C8B-B14F-4D97-AF65-F5344CB8AC3E}">
        <p14:creationId xmlns:p14="http://schemas.microsoft.com/office/powerpoint/2010/main" val="1963954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tat/skilleside hvi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399"/>
            <a:ext cx="10752002" cy="3240000"/>
          </a:xfrm>
        </p:spPr>
        <p:txBody>
          <a:bodyPr anchor="t" anchorCtr="0"/>
          <a:lstStyle>
            <a:lvl1pPr>
              <a:lnSpc>
                <a:spcPct val="90000"/>
              </a:lnSpc>
              <a:defRPr sz="1424">
                <a:solidFill>
                  <a:srgbClr val="000C2E"/>
                </a:solidFill>
              </a:defRPr>
            </a:lvl1pPr>
          </a:lstStyle>
          <a:p>
            <a:r>
              <a:rPr lang="da-DK" noProof="0" dirty="0"/>
              <a:t>Klik for at tilføje titel</a:t>
            </a:r>
          </a:p>
        </p:txBody>
      </p:sp>
      <p:sp>
        <p:nvSpPr>
          <p:cNvPr id="9" name="TextBox 8">
            <a:extLst>
              <a:ext uri="{FF2B5EF4-FFF2-40B4-BE49-F238E27FC236}">
                <a16:creationId xmlns:a16="http://schemas.microsoft.com/office/drawing/2014/main" id="{95413C52-A1F0-4B52-9B3A-20AB1139687F}"/>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tx1"/>
                </a:solidFill>
                <a:latin typeface="KBH Tekst" panose="00000500000000000000" pitchFamily="2" charset="0"/>
              </a:rPr>
              <a:t>Københavns Kommune</a:t>
            </a:r>
          </a:p>
        </p:txBody>
      </p:sp>
      <p:sp>
        <p:nvSpPr>
          <p:cNvPr id="3" name="Date Placeholder 2">
            <a:extLst>
              <a:ext uri="{FF2B5EF4-FFF2-40B4-BE49-F238E27FC236}">
                <a16:creationId xmlns:a16="http://schemas.microsoft.com/office/drawing/2014/main" id="{534CCD90-1944-4905-B643-649FADC8AAA5}"/>
              </a:ext>
            </a:extLst>
          </p:cNvPr>
          <p:cNvSpPr>
            <a:spLocks noGrp="1"/>
          </p:cNvSpPr>
          <p:nvPr>
            <p:ph type="dt" sz="half" idx="10"/>
          </p:nvPr>
        </p:nvSpPr>
        <p:spPr/>
        <p:txBody>
          <a:bodyPr/>
          <a:lstStyle>
            <a:lvl1pPr>
              <a:defRPr>
                <a:solidFill>
                  <a:schemeClr val="tx1"/>
                </a:solidFill>
                <a:latin typeface="KBH Tekst" panose="00000500000000000000" pitchFamily="2" charset="0"/>
              </a:defRPr>
            </a:lvl1pPr>
          </a:lstStyle>
          <a:p>
            <a:endParaRPr lang="da-DK" dirty="0"/>
          </a:p>
        </p:txBody>
      </p:sp>
      <p:sp>
        <p:nvSpPr>
          <p:cNvPr id="7" name="SD_FLD_PresentationTitle">
            <a:extLst>
              <a:ext uri="{FF2B5EF4-FFF2-40B4-BE49-F238E27FC236}">
                <a16:creationId xmlns:a16="http://schemas.microsoft.com/office/drawing/2014/main" id="{0A1B639C-198A-476D-B365-AE3F9BFE1DC3}"/>
              </a:ext>
            </a:extLst>
          </p:cNvPr>
          <p:cNvSpPr>
            <a:spLocks noGrp="1"/>
          </p:cNvSpPr>
          <p:nvPr>
            <p:ph type="ftr" sz="quarter" idx="11"/>
          </p:nvPr>
        </p:nvSpPr>
        <p:spPr/>
        <p:txBody>
          <a:bodyPr/>
          <a:lstStyle>
            <a:lvl1pPr>
              <a:defRPr>
                <a:solidFill>
                  <a:schemeClr val="tx1"/>
                </a:solidFill>
                <a:latin typeface="KBH Tekst" panose="00000500000000000000" pitchFamily="2" charset="0"/>
              </a:defRPr>
            </a:lvl1pPr>
          </a:lstStyle>
          <a:p>
            <a:r>
              <a:rPr lang="da-DK" dirty="0"/>
              <a:t>Sidehoved</a:t>
            </a:r>
          </a:p>
        </p:txBody>
      </p:sp>
      <p:sp>
        <p:nvSpPr>
          <p:cNvPr id="10" name="Slide Number Placeholder 9">
            <a:extLst>
              <a:ext uri="{FF2B5EF4-FFF2-40B4-BE49-F238E27FC236}">
                <a16:creationId xmlns:a16="http://schemas.microsoft.com/office/drawing/2014/main" id="{2715E2E9-557F-4202-BA67-139A65D03600}"/>
              </a:ext>
            </a:extLst>
          </p:cNvPr>
          <p:cNvSpPr>
            <a:spLocks noGrp="1"/>
          </p:cNvSpPr>
          <p:nvPr>
            <p:ph type="sldNum" sz="quarter" idx="12"/>
          </p:nvPr>
        </p:nvSpPr>
        <p:spPr/>
        <p:txBody>
          <a:bodyPr/>
          <a:lstStyle>
            <a:lvl1pPr>
              <a:defRPr>
                <a:solidFill>
                  <a:schemeClr val="tx1"/>
                </a:solidFill>
                <a:latin typeface="KBH Tekst" panose="00000500000000000000" pitchFamily="2" charset="0"/>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1121266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at/skilleside blå">
    <p:spTree>
      <p:nvGrpSpPr>
        <p:cNvPr id="1" name=""/>
        <p:cNvGrpSpPr/>
        <p:nvPr/>
      </p:nvGrpSpPr>
      <p:grpSpPr>
        <a:xfrm>
          <a:off x="0" y="0"/>
          <a:ext cx="0" cy="0"/>
          <a:chOff x="0" y="0"/>
          <a:chExt cx="0" cy="0"/>
        </a:xfrm>
      </p:grpSpPr>
      <p:sp>
        <p:nvSpPr>
          <p:cNvPr id="8" name="Baggrund mørk">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rgbClr val="000C2E"/>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400"/>
            <a:ext cx="10752002" cy="3240000"/>
          </a:xfrm>
        </p:spPr>
        <p:txBody>
          <a:bodyPr anchor="t" anchorCtr="0"/>
          <a:lstStyle>
            <a:lvl1pPr>
              <a:lnSpc>
                <a:spcPct val="90000"/>
              </a:lnSpc>
              <a:defRPr sz="1424">
                <a:solidFill>
                  <a:schemeClr val="bg1"/>
                </a:solidFill>
              </a:defRPr>
            </a:lvl1pPr>
          </a:lstStyle>
          <a:p>
            <a:r>
              <a:rPr lang="da-DK" noProof="0" dirty="0"/>
              <a:t>Klik for at tilføje titel</a:t>
            </a:r>
          </a:p>
        </p:txBody>
      </p:sp>
      <p:sp>
        <p:nvSpPr>
          <p:cNvPr id="4" name="Date_GeneralDate"/>
          <p:cNvSpPr>
            <a:spLocks noGrp="1"/>
          </p:cNvSpPr>
          <p:nvPr>
            <p:ph type="dt" sz="half" idx="10"/>
          </p:nvPr>
        </p:nvSpPr>
        <p:spPr/>
        <p:txBody>
          <a:bodyPr/>
          <a:lstStyle>
            <a:lvl1pPr>
              <a:defRPr>
                <a:solidFill>
                  <a:schemeClr val="bg1"/>
                </a:solidFill>
                <a:latin typeface="KBH Tekst" panose="00000500000000000000" pitchFamily="2" charset="0"/>
              </a:defRPr>
            </a:lvl1pPr>
          </a:lstStyle>
          <a:p>
            <a:endParaRPr lang="da-DK" dirty="0"/>
          </a:p>
        </p:txBody>
      </p:sp>
      <p:sp>
        <p:nvSpPr>
          <p:cNvPr id="5" name="SD_FLD_PresentationTitle"/>
          <p:cNvSpPr>
            <a:spLocks noGrp="1"/>
          </p:cNvSpPr>
          <p:nvPr>
            <p:ph type="ftr" sz="quarter" idx="11"/>
          </p:nvPr>
        </p:nvSpPr>
        <p:spPr/>
        <p:txBody>
          <a:bodyPr/>
          <a:lstStyle>
            <a:lvl1pPr>
              <a:defRPr>
                <a:solidFill>
                  <a:schemeClr val="bg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12"/>
          </p:nvPr>
        </p:nvSpPr>
        <p:spPr/>
        <p:txBody>
          <a:bodyPr/>
          <a:lstStyle>
            <a:lvl1pPr>
              <a:defRPr>
                <a:solidFill>
                  <a:schemeClr val="bg1"/>
                </a:solidFill>
                <a:latin typeface="KBH Tekst" panose="00000500000000000000" pitchFamily="2" charset="0"/>
              </a:defRPr>
            </a:lvl1pPr>
          </a:lstStyle>
          <a:p>
            <a:fld id="{859873C9-BF5D-4A9A-BB31-45BBB7BABAF7}" type="slidenum">
              <a:rPr lang="da-DK" smtClean="0"/>
              <a:pPr/>
              <a:t>‹nr.›</a:t>
            </a:fld>
            <a:endParaRPr lang="da-DK" dirty="0"/>
          </a:p>
        </p:txBody>
      </p:sp>
      <p:sp>
        <p:nvSpPr>
          <p:cNvPr id="7" name="TextBox 6">
            <a:extLst>
              <a:ext uri="{FF2B5EF4-FFF2-40B4-BE49-F238E27FC236}">
                <a16:creationId xmlns:a16="http://schemas.microsoft.com/office/drawing/2014/main" id="{33CBB6A6-23EA-4F4B-B9FD-8994EF63F7D5}"/>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bg1"/>
                </a:solidFill>
                <a:latin typeface="KBH Tekst" panose="00000500000000000000" pitchFamily="2" charset="0"/>
              </a:rPr>
              <a:t>Københavns Kommune</a:t>
            </a:r>
          </a:p>
        </p:txBody>
      </p:sp>
    </p:spTree>
    <p:extLst>
      <p:ext uri="{BB962C8B-B14F-4D97-AF65-F5344CB8AC3E}">
        <p14:creationId xmlns:p14="http://schemas.microsoft.com/office/powerpoint/2010/main" val="705382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itat/skilleside hvid/mø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400"/>
            <a:ext cx="10752002" cy="3240000"/>
          </a:xfrm>
        </p:spPr>
        <p:txBody>
          <a:bodyPr anchor="t" anchorCtr="0"/>
          <a:lstStyle>
            <a:lvl1pPr>
              <a:lnSpc>
                <a:spcPct val="90000"/>
              </a:lnSpc>
              <a:defRPr sz="1424">
                <a:solidFill>
                  <a:schemeClr val="tx2"/>
                </a:solidFill>
              </a:defRPr>
            </a:lvl1pPr>
          </a:lstStyle>
          <a:p>
            <a:r>
              <a:rPr lang="da-DK" noProof="0" dirty="0"/>
              <a:t>Klik for at tilføje titel</a:t>
            </a:r>
          </a:p>
        </p:txBody>
      </p:sp>
      <p:sp>
        <p:nvSpPr>
          <p:cNvPr id="4" name="Date_GeneralDate"/>
          <p:cNvSpPr>
            <a:spLocks noGrp="1"/>
          </p:cNvSpPr>
          <p:nvPr>
            <p:ph type="dt" sz="half" idx="10"/>
          </p:nvPr>
        </p:nvSpPr>
        <p:spPr/>
        <p:txBody>
          <a:bodyPr/>
          <a:lstStyle>
            <a:lvl1pPr>
              <a:defRPr>
                <a:solidFill>
                  <a:schemeClr val="tx1"/>
                </a:solidFill>
                <a:latin typeface="KBH Tekst" panose="00000500000000000000" pitchFamily="2" charset="0"/>
              </a:defRPr>
            </a:lvl1pPr>
          </a:lstStyle>
          <a:p>
            <a:endParaRPr lang="da-DK" dirty="0"/>
          </a:p>
        </p:txBody>
      </p:sp>
      <p:sp>
        <p:nvSpPr>
          <p:cNvPr id="5" name="SD_FLD_PresentationTitle"/>
          <p:cNvSpPr>
            <a:spLocks noGrp="1"/>
          </p:cNvSpPr>
          <p:nvPr>
            <p:ph type="ftr" sz="quarter" idx="11"/>
          </p:nvPr>
        </p:nvSpPr>
        <p:spPr/>
        <p:txBody>
          <a:bodyPr/>
          <a:lstStyle>
            <a:lvl1pPr>
              <a:defRPr>
                <a:solidFill>
                  <a:schemeClr val="tx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12"/>
          </p:nvPr>
        </p:nvSpPr>
        <p:spPr/>
        <p:txBody>
          <a:bodyPr/>
          <a:lstStyle>
            <a:lvl1pPr>
              <a:defRPr>
                <a:solidFill>
                  <a:schemeClr val="tx1"/>
                </a:solidFill>
                <a:latin typeface="KBH Tekst" panose="00000500000000000000" pitchFamily="2" charset="0"/>
              </a:defRPr>
            </a:lvl1pPr>
          </a:lstStyle>
          <a:p>
            <a:fld id="{859873C9-BF5D-4A9A-BB31-45BBB7BABAF7}" type="slidenum">
              <a:rPr lang="da-DK" smtClean="0"/>
              <a:pPr/>
              <a:t>‹nr.›</a:t>
            </a:fld>
            <a:endParaRPr lang="da-DK" dirty="0"/>
          </a:p>
        </p:txBody>
      </p:sp>
      <p:sp>
        <p:nvSpPr>
          <p:cNvPr id="9" name="TextBox 8">
            <a:extLst>
              <a:ext uri="{FF2B5EF4-FFF2-40B4-BE49-F238E27FC236}">
                <a16:creationId xmlns:a16="http://schemas.microsoft.com/office/drawing/2014/main" id="{95413C52-A1F0-4B52-9B3A-20AB1139687F}"/>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tx1"/>
                </a:solidFill>
                <a:latin typeface="KBH Tekst" panose="00000500000000000000" pitchFamily="2" charset="0"/>
              </a:rPr>
              <a:t>Københavns Kommune</a:t>
            </a:r>
          </a:p>
        </p:txBody>
      </p:sp>
    </p:spTree>
    <p:extLst>
      <p:ext uri="{BB962C8B-B14F-4D97-AF65-F5344CB8AC3E}">
        <p14:creationId xmlns:p14="http://schemas.microsoft.com/office/powerpoint/2010/main" val="2228350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itat/skilleside mørk/ly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400"/>
            <a:ext cx="10752002" cy="3240000"/>
          </a:xfrm>
        </p:spPr>
        <p:txBody>
          <a:bodyPr anchor="t" anchorCtr="0"/>
          <a:lstStyle>
            <a:lvl1pPr>
              <a:lnSpc>
                <a:spcPct val="90000"/>
              </a:lnSpc>
              <a:defRPr sz="1424">
                <a:solidFill>
                  <a:schemeClr val="bg2"/>
                </a:solidFill>
              </a:defRPr>
            </a:lvl1pPr>
          </a:lstStyle>
          <a:p>
            <a:r>
              <a:rPr lang="da-DK" noProof="0" dirty="0"/>
              <a:t>Klik for at tilføje titel</a:t>
            </a:r>
          </a:p>
        </p:txBody>
      </p:sp>
      <p:sp>
        <p:nvSpPr>
          <p:cNvPr id="4" name="Date_GeneralDate"/>
          <p:cNvSpPr>
            <a:spLocks noGrp="1"/>
          </p:cNvSpPr>
          <p:nvPr>
            <p:ph type="dt" sz="half" idx="10"/>
          </p:nvPr>
        </p:nvSpPr>
        <p:spPr/>
        <p:txBody>
          <a:bodyPr/>
          <a:lstStyle>
            <a:lvl1pPr>
              <a:defRPr>
                <a:solidFill>
                  <a:schemeClr val="bg1"/>
                </a:solidFill>
                <a:latin typeface="KBH Tekst" panose="00000500000000000000" pitchFamily="2" charset="0"/>
              </a:defRPr>
            </a:lvl1pPr>
          </a:lstStyle>
          <a:p>
            <a:endParaRPr lang="da-DK" dirty="0"/>
          </a:p>
        </p:txBody>
      </p:sp>
      <p:sp>
        <p:nvSpPr>
          <p:cNvPr id="5" name="SD_FLD_PresentationTitle"/>
          <p:cNvSpPr>
            <a:spLocks noGrp="1"/>
          </p:cNvSpPr>
          <p:nvPr>
            <p:ph type="ftr" sz="quarter" idx="11"/>
          </p:nvPr>
        </p:nvSpPr>
        <p:spPr/>
        <p:txBody>
          <a:bodyPr/>
          <a:lstStyle>
            <a:lvl1pPr>
              <a:defRPr>
                <a:solidFill>
                  <a:schemeClr val="bg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12"/>
          </p:nvPr>
        </p:nvSpPr>
        <p:spPr/>
        <p:txBody>
          <a:bodyPr/>
          <a:lstStyle>
            <a:lvl1pPr>
              <a:defRPr>
                <a:solidFill>
                  <a:schemeClr val="bg1"/>
                </a:solidFill>
                <a:latin typeface="KBH Tekst" panose="00000500000000000000" pitchFamily="2" charset="0"/>
              </a:defRPr>
            </a:lvl1pPr>
          </a:lstStyle>
          <a:p>
            <a:fld id="{859873C9-BF5D-4A9A-BB31-45BBB7BABAF7}" type="slidenum">
              <a:rPr lang="da-DK" smtClean="0"/>
              <a:pPr/>
              <a:t>‹nr.›</a:t>
            </a:fld>
            <a:endParaRPr lang="da-DK" dirty="0"/>
          </a:p>
        </p:txBody>
      </p:sp>
      <p:sp>
        <p:nvSpPr>
          <p:cNvPr id="9" name="TextBox 8">
            <a:extLst>
              <a:ext uri="{FF2B5EF4-FFF2-40B4-BE49-F238E27FC236}">
                <a16:creationId xmlns:a16="http://schemas.microsoft.com/office/drawing/2014/main" id="{95413C52-A1F0-4B52-9B3A-20AB1139687F}"/>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bg1"/>
                </a:solidFill>
                <a:latin typeface="KBH Tekst" panose="00000500000000000000" pitchFamily="2" charset="0"/>
              </a:rPr>
              <a:t>Københavns Kommune</a:t>
            </a:r>
          </a:p>
        </p:txBody>
      </p:sp>
    </p:spTree>
    <p:extLst>
      <p:ext uri="{BB962C8B-B14F-4D97-AF65-F5344CB8AC3E}">
        <p14:creationId xmlns:p14="http://schemas.microsoft.com/office/powerpoint/2010/main" val="442186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itat/skilleside lys/mø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400"/>
            <a:ext cx="10752002" cy="3240000"/>
          </a:xfrm>
        </p:spPr>
        <p:txBody>
          <a:bodyPr anchor="t" anchorCtr="0"/>
          <a:lstStyle>
            <a:lvl1pPr>
              <a:lnSpc>
                <a:spcPct val="90000"/>
              </a:lnSpc>
              <a:defRPr sz="1424">
                <a:solidFill>
                  <a:schemeClr val="tx2"/>
                </a:solidFill>
              </a:defRPr>
            </a:lvl1pPr>
          </a:lstStyle>
          <a:p>
            <a:r>
              <a:rPr lang="da-DK" noProof="0" dirty="0"/>
              <a:t>Klik for at tilføje titel</a:t>
            </a:r>
          </a:p>
        </p:txBody>
      </p:sp>
      <p:sp>
        <p:nvSpPr>
          <p:cNvPr id="4" name="Date_GeneralDate"/>
          <p:cNvSpPr>
            <a:spLocks noGrp="1"/>
          </p:cNvSpPr>
          <p:nvPr>
            <p:ph type="dt" sz="half" idx="10"/>
          </p:nvPr>
        </p:nvSpPr>
        <p:spPr/>
        <p:txBody>
          <a:bodyPr/>
          <a:lstStyle>
            <a:lvl1pPr>
              <a:defRPr>
                <a:solidFill>
                  <a:schemeClr val="tx1"/>
                </a:solidFill>
                <a:latin typeface="KBH Tekst" panose="00000500000000000000" pitchFamily="2" charset="0"/>
              </a:defRPr>
            </a:lvl1pPr>
          </a:lstStyle>
          <a:p>
            <a:endParaRPr lang="da-DK" dirty="0"/>
          </a:p>
        </p:txBody>
      </p:sp>
      <p:sp>
        <p:nvSpPr>
          <p:cNvPr id="5" name="SD_FLD_PresentationTitle"/>
          <p:cNvSpPr>
            <a:spLocks noGrp="1"/>
          </p:cNvSpPr>
          <p:nvPr>
            <p:ph type="ftr" sz="quarter" idx="11"/>
          </p:nvPr>
        </p:nvSpPr>
        <p:spPr/>
        <p:txBody>
          <a:bodyPr/>
          <a:lstStyle>
            <a:lvl1pPr>
              <a:defRPr>
                <a:solidFill>
                  <a:schemeClr val="tx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12"/>
          </p:nvPr>
        </p:nvSpPr>
        <p:spPr/>
        <p:txBody>
          <a:bodyPr/>
          <a:lstStyle>
            <a:lvl1pPr>
              <a:defRPr>
                <a:solidFill>
                  <a:schemeClr val="tx1"/>
                </a:solidFill>
                <a:latin typeface="KBH Tekst" panose="00000500000000000000" pitchFamily="2" charset="0"/>
              </a:defRPr>
            </a:lvl1pPr>
          </a:lstStyle>
          <a:p>
            <a:fld id="{859873C9-BF5D-4A9A-BB31-45BBB7BABAF7}" type="slidenum">
              <a:rPr lang="da-DK" smtClean="0"/>
              <a:pPr/>
              <a:t>‹nr.›</a:t>
            </a:fld>
            <a:endParaRPr lang="da-DK" dirty="0"/>
          </a:p>
        </p:txBody>
      </p:sp>
      <p:sp>
        <p:nvSpPr>
          <p:cNvPr id="7" name="TextBox 6">
            <a:extLst>
              <a:ext uri="{FF2B5EF4-FFF2-40B4-BE49-F238E27FC236}">
                <a16:creationId xmlns:a16="http://schemas.microsoft.com/office/drawing/2014/main" id="{FD61A9E3-0AAD-4CBD-B3C1-4C6ACE3B9B21}"/>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tx1"/>
                </a:solidFill>
                <a:latin typeface="KBH Tekst" panose="00000500000000000000" pitchFamily="2" charset="0"/>
              </a:rPr>
              <a:t>Københavns Kommune</a:t>
            </a:r>
          </a:p>
        </p:txBody>
      </p:sp>
    </p:spTree>
    <p:extLst>
      <p:ext uri="{BB962C8B-B14F-4D97-AF65-F5344CB8AC3E}">
        <p14:creationId xmlns:p14="http://schemas.microsoft.com/office/powerpoint/2010/main" val="3200726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og indhold hvid">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A9D288E-FE9E-44C8-8107-0308EB870B92}"/>
              </a:ext>
            </a:extLst>
          </p:cNvPr>
          <p:cNvSpPr>
            <a:spLocks noGrp="1"/>
          </p:cNvSpPr>
          <p:nvPr>
            <p:ph type="title" hasCustomPrompt="1"/>
          </p:nvPr>
        </p:nvSpPr>
        <p:spPr>
          <a:xfrm>
            <a:off x="719999" y="894268"/>
            <a:ext cx="10752002" cy="893928"/>
          </a:xfrm>
          <a:prstGeom prst="rect">
            <a:avLst/>
          </a:prstGeom>
        </p:spPr>
        <p:txBody>
          <a:bodyPr vert="horz" lIns="0" tIns="0" rIns="0" bIns="0" rtlCol="0" anchor="b" anchorCtr="0">
            <a:noAutofit/>
          </a:bodyPr>
          <a:lstStyle>
            <a:lvl1pPr>
              <a:defRPr/>
            </a:lvl1pPr>
          </a:lstStyle>
          <a:p>
            <a:r>
              <a:rPr lang="da-DK" dirty="0"/>
              <a:t>Klik for at tilføje titel</a:t>
            </a:r>
          </a:p>
        </p:txBody>
      </p:sp>
      <p:sp>
        <p:nvSpPr>
          <p:cNvPr id="3" name="Content Placeholder 2"/>
          <p:cNvSpPr>
            <a:spLocks noGrp="1"/>
          </p:cNvSpPr>
          <p:nvPr>
            <p:ph idx="1" hasCustomPrompt="1"/>
          </p:nvPr>
        </p:nvSpPr>
        <p:spPr/>
        <p:txBody>
          <a:bodyPr/>
          <a:lstStyle>
            <a:lvl1pPr>
              <a:defRPr/>
            </a:lvl1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4" name="Date_GeneralDate"/>
          <p:cNvSpPr>
            <a:spLocks noGrp="1"/>
          </p:cNvSpPr>
          <p:nvPr>
            <p:ph type="dt" sz="half" idx="10"/>
          </p:nvPr>
        </p:nvSpPr>
        <p:spPr/>
        <p:txBody>
          <a:bodyPr/>
          <a:lstStyle/>
          <a:p>
            <a:endParaRPr lang="da-DK" noProof="0" dirty="0"/>
          </a:p>
        </p:txBody>
      </p:sp>
      <p:sp>
        <p:nvSpPr>
          <p:cNvPr id="5" name="SD_FLD_PresentationTitle"/>
          <p:cNvSpPr>
            <a:spLocks noGrp="1"/>
          </p:cNvSpPr>
          <p:nvPr>
            <p:ph type="ftr" sz="quarter" idx="11"/>
          </p:nvPr>
        </p:nvSpPr>
        <p:spPr/>
        <p:txBody>
          <a:bodyPr/>
          <a:lstStyle/>
          <a:p>
            <a:r>
              <a:rPr lang="da-DK" noProof="0" dirty="0"/>
              <a:t>Sidehoved</a:t>
            </a:r>
          </a:p>
        </p:txBody>
      </p:sp>
      <p:sp>
        <p:nvSpPr>
          <p:cNvPr id="6" name="Slide Number Placeholder 5"/>
          <p:cNvSpPr>
            <a:spLocks noGrp="1"/>
          </p:cNvSpPr>
          <p:nvPr>
            <p:ph type="sldNum" sz="quarter" idx="12"/>
          </p:nvPr>
        </p:nvSpPr>
        <p:spPr/>
        <p:txBody>
          <a:bodyPr/>
          <a:lstStyle/>
          <a:p>
            <a:fld id="{859873C9-BF5D-4A9A-BB31-45BBB7BABAF7}" type="slidenum">
              <a:rPr lang="da-DK" noProof="0" smtClean="0"/>
              <a:t>‹nr.›</a:t>
            </a:fld>
            <a:endParaRPr lang="da-DK" noProof="0" dirty="0"/>
          </a:p>
        </p:txBody>
      </p:sp>
    </p:spTree>
    <p:extLst>
      <p:ext uri="{BB962C8B-B14F-4D97-AF65-F5344CB8AC3E}">
        <p14:creationId xmlns:p14="http://schemas.microsoft.com/office/powerpoint/2010/main" val="2462055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e indhold hv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10752002" cy="893928"/>
          </a:xfrm>
        </p:spPr>
        <p:txBody>
          <a:bodyPr/>
          <a:lstStyle>
            <a:lvl1pPr>
              <a:defRPr/>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3344400" cy="3949200"/>
          </a:xfrm>
        </p:spPr>
        <p:txBody>
          <a:bodyPr/>
          <a:lstStyle>
            <a:lvl1pPr>
              <a:defRPr/>
            </a:lvl1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4424163" y="2192400"/>
            <a:ext cx="3344400" cy="3949200"/>
          </a:xfrm>
        </p:spPr>
        <p:txBody>
          <a:bodyPr/>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8127601" y="2192400"/>
            <a:ext cx="3344400" cy="3949200"/>
          </a:xfrm>
        </p:spPr>
        <p:txBody>
          <a:bodyPr/>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0630433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dhold og 2/3 billede hvid">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A9D288E-FE9E-44C8-8107-0308EB870B92}"/>
              </a:ext>
            </a:extLst>
          </p:cNvPr>
          <p:cNvSpPr>
            <a:spLocks noGrp="1"/>
          </p:cNvSpPr>
          <p:nvPr>
            <p:ph type="title" hasCustomPrompt="1"/>
          </p:nvPr>
        </p:nvSpPr>
        <p:spPr>
          <a:xfrm>
            <a:off x="719999" y="894268"/>
            <a:ext cx="3344400" cy="893928"/>
          </a:xfrm>
          <a:prstGeom prst="rect">
            <a:avLst/>
          </a:prstGeom>
        </p:spPr>
        <p:txBody>
          <a:bodyPr vert="horz" lIns="0" tIns="0" rIns="0" bIns="0" rtlCol="0" anchor="b" anchorCtr="0">
            <a:noAutofit/>
          </a:bodyPr>
          <a:lstStyle>
            <a:lvl1pPr>
              <a:defRPr/>
            </a:lvl1pPr>
          </a:lstStyle>
          <a:p>
            <a:r>
              <a:rPr lang="da-DK" dirty="0"/>
              <a:t>Klik for at tilføje titel</a:t>
            </a:r>
          </a:p>
        </p:txBody>
      </p:sp>
      <p:sp>
        <p:nvSpPr>
          <p:cNvPr id="3" name="Content Placeholder 2"/>
          <p:cNvSpPr>
            <a:spLocks noGrp="1"/>
          </p:cNvSpPr>
          <p:nvPr>
            <p:ph idx="1" hasCustomPrompt="1"/>
          </p:nvPr>
        </p:nvSpPr>
        <p:spPr>
          <a:xfrm>
            <a:off x="719999" y="2192138"/>
            <a:ext cx="3344400" cy="3945862"/>
          </a:xfrm>
        </p:spPr>
        <p:txBody>
          <a:bodyPr/>
          <a:lstStyle>
            <a:lvl1pPr>
              <a:defRPr/>
            </a:lvl1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8" name="Picture Placeholder 7">
            <a:extLst>
              <a:ext uri="{FF2B5EF4-FFF2-40B4-BE49-F238E27FC236}">
                <a16:creationId xmlns:a16="http://schemas.microsoft.com/office/drawing/2014/main" id="{04ABBDF6-16BA-46D9-A90D-28EBC268C872}"/>
              </a:ext>
            </a:extLst>
          </p:cNvPr>
          <p:cNvSpPr>
            <a:spLocks noGrp="1"/>
          </p:cNvSpPr>
          <p:nvPr>
            <p:ph type="pic" sz="quarter" idx="13"/>
          </p:nvPr>
        </p:nvSpPr>
        <p:spPr>
          <a:xfrm>
            <a:off x="4424401" y="0"/>
            <a:ext cx="7767600" cy="6858000"/>
          </a:xfrm>
        </p:spPr>
        <p:txBody>
          <a:bodyPr tIns="36000"/>
          <a:lstStyle>
            <a:lvl1pPr marL="0" indent="0" algn="ctr">
              <a:buNone/>
              <a:defRPr/>
            </a:lvl1pPr>
          </a:lstStyle>
          <a:p>
            <a:r>
              <a:rPr lang="da-DK"/>
              <a:t>Klik på ikonet for at tilføje et billede</a:t>
            </a:r>
          </a:p>
        </p:txBody>
      </p:sp>
      <p:sp>
        <p:nvSpPr>
          <p:cNvPr id="9" name="Date_GeneralDate">
            <a:extLst>
              <a:ext uri="{FF2B5EF4-FFF2-40B4-BE49-F238E27FC236}">
                <a16:creationId xmlns:a16="http://schemas.microsoft.com/office/drawing/2014/main" id="{7A3DA441-2DEB-4514-AAC8-CF11F3E1E8B9}"/>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0" name="FLD_PresentationTitle">
            <a:extLst>
              <a:ext uri="{FF2B5EF4-FFF2-40B4-BE49-F238E27FC236}">
                <a16:creationId xmlns:a16="http://schemas.microsoft.com/office/drawing/2014/main" id="{45313C7E-88CA-4F1A-B38E-6BE726A7542D}"/>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1" name="Slide Number Placeholder 5">
            <a:extLst>
              <a:ext uri="{FF2B5EF4-FFF2-40B4-BE49-F238E27FC236}">
                <a16:creationId xmlns:a16="http://schemas.microsoft.com/office/drawing/2014/main" id="{375DF70B-4895-4E76-B8EF-32B6EE62971C}"/>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720187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 indhold og 1/3 billede hvid">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A9D288E-FE9E-44C8-8107-0308EB870B92}"/>
              </a:ext>
            </a:extLst>
          </p:cNvPr>
          <p:cNvSpPr>
            <a:spLocks noGrp="1"/>
          </p:cNvSpPr>
          <p:nvPr>
            <p:ph type="title" hasCustomPrompt="1"/>
          </p:nvPr>
        </p:nvSpPr>
        <p:spPr>
          <a:xfrm>
            <a:off x="719997" y="894268"/>
            <a:ext cx="7048404" cy="893928"/>
          </a:xfrm>
          <a:prstGeom prst="rect">
            <a:avLst/>
          </a:prstGeom>
        </p:spPr>
        <p:txBody>
          <a:bodyPr vert="horz" lIns="0" tIns="0" rIns="0" bIns="0" rtlCol="0" anchor="b" anchorCtr="0">
            <a:noAutofit/>
          </a:bodyPr>
          <a:lstStyle>
            <a:lvl1pPr>
              <a:defRPr/>
            </a:lvl1pPr>
          </a:lstStyle>
          <a:p>
            <a:r>
              <a:rPr lang="da-DK" dirty="0"/>
              <a:t>Klik for at tilføje titel</a:t>
            </a:r>
          </a:p>
        </p:txBody>
      </p:sp>
      <p:sp>
        <p:nvSpPr>
          <p:cNvPr id="3" name="Content Placeholder 2"/>
          <p:cNvSpPr>
            <a:spLocks noGrp="1"/>
          </p:cNvSpPr>
          <p:nvPr>
            <p:ph idx="1" hasCustomPrompt="1"/>
          </p:nvPr>
        </p:nvSpPr>
        <p:spPr>
          <a:xfrm>
            <a:off x="719999" y="2192138"/>
            <a:ext cx="3344400" cy="3945862"/>
          </a:xfrm>
        </p:spPr>
        <p:txBody>
          <a:bodyPr/>
          <a:lstStyle>
            <a:lvl1pPr>
              <a:defRPr/>
            </a:lvl1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8" name="Picture Placeholder 7">
            <a:extLst>
              <a:ext uri="{FF2B5EF4-FFF2-40B4-BE49-F238E27FC236}">
                <a16:creationId xmlns:a16="http://schemas.microsoft.com/office/drawing/2014/main" id="{04ABBDF6-16BA-46D9-A90D-28EBC268C872}"/>
              </a:ext>
            </a:extLst>
          </p:cNvPr>
          <p:cNvSpPr>
            <a:spLocks noGrp="1"/>
          </p:cNvSpPr>
          <p:nvPr>
            <p:ph type="pic" sz="quarter" idx="13"/>
          </p:nvPr>
        </p:nvSpPr>
        <p:spPr>
          <a:xfrm>
            <a:off x="8127605" y="0"/>
            <a:ext cx="4064396" cy="6858000"/>
          </a:xfrm>
        </p:spPr>
        <p:txBody>
          <a:bodyPr tIns="36000"/>
          <a:lstStyle>
            <a:lvl1pPr marL="0" indent="0" algn="ctr">
              <a:buNone/>
              <a:defRPr/>
            </a:lvl1pPr>
          </a:lstStyle>
          <a:p>
            <a:r>
              <a:rPr lang="da-DK"/>
              <a:t>Klik på ikonet for at tilføje et billede</a:t>
            </a:r>
          </a:p>
        </p:txBody>
      </p:sp>
      <p:sp>
        <p:nvSpPr>
          <p:cNvPr id="16" name="Content Placeholder 8">
            <a:extLst>
              <a:ext uri="{FF2B5EF4-FFF2-40B4-BE49-F238E27FC236}">
                <a16:creationId xmlns:a16="http://schemas.microsoft.com/office/drawing/2014/main" id="{226B16CC-F459-45AB-8AF6-621CD4FF544B}"/>
              </a:ext>
            </a:extLst>
          </p:cNvPr>
          <p:cNvSpPr>
            <a:spLocks noGrp="1"/>
          </p:cNvSpPr>
          <p:nvPr>
            <p:ph sz="quarter" idx="14" hasCustomPrompt="1"/>
          </p:nvPr>
        </p:nvSpPr>
        <p:spPr>
          <a:xfrm>
            <a:off x="4424163" y="2192400"/>
            <a:ext cx="3344400" cy="3949200"/>
          </a:xfrm>
        </p:spPr>
        <p:txBody>
          <a:bodyPr/>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7" name="SD_FLD_PresentationTitle">
            <a:extLst>
              <a:ext uri="{FF2B5EF4-FFF2-40B4-BE49-F238E27FC236}">
                <a16:creationId xmlns:a16="http://schemas.microsoft.com/office/drawing/2014/main" id="{DA1AF7FD-5A49-4384-823E-604A843641B9}"/>
              </a:ext>
            </a:extLst>
          </p:cNvPr>
          <p:cNvSpPr>
            <a:spLocks noGrp="1"/>
          </p:cNvSpPr>
          <p:nvPr>
            <p:ph type="ftr" sz="quarter" idx="11"/>
          </p:nvPr>
        </p:nvSpPr>
        <p:spPr>
          <a:xfrm>
            <a:off x="4424003" y="310327"/>
            <a:ext cx="3344400" cy="180000"/>
          </a:xfrm>
        </p:spPr>
        <p:txBody>
          <a:bodyPr/>
          <a:lstStyle/>
          <a:p>
            <a:r>
              <a:rPr lang="da-DK" noProof="0" dirty="0"/>
              <a:t>Sidehoved</a:t>
            </a:r>
          </a:p>
        </p:txBody>
      </p:sp>
      <p:sp>
        <p:nvSpPr>
          <p:cNvPr id="18" name="Date_GeneralDate">
            <a:extLst>
              <a:ext uri="{FF2B5EF4-FFF2-40B4-BE49-F238E27FC236}">
                <a16:creationId xmlns:a16="http://schemas.microsoft.com/office/drawing/2014/main" id="{2B4A2A1D-0176-4332-9C1E-CC3936502FBC}"/>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9" name="Slide Number Placeholder 5">
            <a:extLst>
              <a:ext uri="{FF2B5EF4-FFF2-40B4-BE49-F238E27FC236}">
                <a16:creationId xmlns:a16="http://schemas.microsoft.com/office/drawing/2014/main" id="{95BD4D9E-7254-4650-B1A9-3F266C131F8F}"/>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7709433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dhold og 1/3 billede hvid">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A9D288E-FE9E-44C8-8107-0308EB870B92}"/>
              </a:ext>
            </a:extLst>
          </p:cNvPr>
          <p:cNvSpPr>
            <a:spLocks noGrp="1"/>
          </p:cNvSpPr>
          <p:nvPr>
            <p:ph type="title" hasCustomPrompt="1"/>
          </p:nvPr>
        </p:nvSpPr>
        <p:spPr>
          <a:xfrm>
            <a:off x="719997" y="894268"/>
            <a:ext cx="7048404" cy="893928"/>
          </a:xfrm>
          <a:prstGeom prst="rect">
            <a:avLst/>
          </a:prstGeom>
        </p:spPr>
        <p:txBody>
          <a:bodyPr vert="horz" lIns="0" tIns="0" rIns="0" bIns="0" rtlCol="0" anchor="b" anchorCtr="0">
            <a:noAutofit/>
          </a:bodyPr>
          <a:lstStyle>
            <a:lvl1pPr>
              <a:defRPr/>
            </a:lvl1pPr>
          </a:lstStyle>
          <a:p>
            <a:r>
              <a:rPr lang="da-DK" dirty="0"/>
              <a:t>Klik for at tilføje titel</a:t>
            </a:r>
          </a:p>
        </p:txBody>
      </p:sp>
      <p:sp>
        <p:nvSpPr>
          <p:cNvPr id="3" name="Content Placeholder 2"/>
          <p:cNvSpPr>
            <a:spLocks noGrp="1"/>
          </p:cNvSpPr>
          <p:nvPr>
            <p:ph idx="1" hasCustomPrompt="1"/>
          </p:nvPr>
        </p:nvSpPr>
        <p:spPr>
          <a:xfrm>
            <a:off x="719998" y="2192138"/>
            <a:ext cx="7048402" cy="3945862"/>
          </a:xfrm>
        </p:spPr>
        <p:txBody>
          <a:bodyPr/>
          <a:lstStyle>
            <a:lvl1pPr>
              <a:defRPr/>
            </a:lvl1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8" name="Picture Placeholder 7">
            <a:extLst>
              <a:ext uri="{FF2B5EF4-FFF2-40B4-BE49-F238E27FC236}">
                <a16:creationId xmlns:a16="http://schemas.microsoft.com/office/drawing/2014/main" id="{04ABBDF6-16BA-46D9-A90D-28EBC268C872}"/>
              </a:ext>
            </a:extLst>
          </p:cNvPr>
          <p:cNvSpPr>
            <a:spLocks noGrp="1"/>
          </p:cNvSpPr>
          <p:nvPr>
            <p:ph type="pic" sz="quarter" idx="13"/>
          </p:nvPr>
        </p:nvSpPr>
        <p:spPr>
          <a:xfrm>
            <a:off x="8127605" y="0"/>
            <a:ext cx="4064396" cy="6858000"/>
          </a:xfrm>
        </p:spPr>
        <p:txBody>
          <a:bodyPr tIns="36000"/>
          <a:lstStyle>
            <a:lvl1pPr marL="0" indent="0" algn="ctr">
              <a:buNone/>
              <a:defRPr/>
            </a:lvl1pPr>
          </a:lstStyle>
          <a:p>
            <a:r>
              <a:rPr lang="da-DK"/>
              <a:t>Klik på ikonet for at tilføje et billede</a:t>
            </a:r>
          </a:p>
        </p:txBody>
      </p:sp>
      <p:sp>
        <p:nvSpPr>
          <p:cNvPr id="17" name="SD_FLD_PresentationTitle">
            <a:extLst>
              <a:ext uri="{FF2B5EF4-FFF2-40B4-BE49-F238E27FC236}">
                <a16:creationId xmlns:a16="http://schemas.microsoft.com/office/drawing/2014/main" id="{DA1AF7FD-5A49-4384-823E-604A843641B9}"/>
              </a:ext>
            </a:extLst>
          </p:cNvPr>
          <p:cNvSpPr>
            <a:spLocks noGrp="1"/>
          </p:cNvSpPr>
          <p:nvPr>
            <p:ph type="ftr" sz="quarter" idx="11"/>
          </p:nvPr>
        </p:nvSpPr>
        <p:spPr>
          <a:xfrm>
            <a:off x="4424003" y="310327"/>
            <a:ext cx="3344400" cy="180000"/>
          </a:xfrm>
        </p:spPr>
        <p:txBody>
          <a:bodyPr/>
          <a:lstStyle/>
          <a:p>
            <a:r>
              <a:rPr lang="da-DK" noProof="0" dirty="0"/>
              <a:t>Sidehoved</a:t>
            </a:r>
          </a:p>
        </p:txBody>
      </p:sp>
      <p:sp>
        <p:nvSpPr>
          <p:cNvPr id="18" name="Date_GeneralDate">
            <a:extLst>
              <a:ext uri="{FF2B5EF4-FFF2-40B4-BE49-F238E27FC236}">
                <a16:creationId xmlns:a16="http://schemas.microsoft.com/office/drawing/2014/main" id="{2B4A2A1D-0176-4332-9C1E-CC3936502FBC}"/>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9" name="Slide Number Placeholder 5">
            <a:extLst>
              <a:ext uri="{FF2B5EF4-FFF2-40B4-BE49-F238E27FC236}">
                <a16:creationId xmlns:a16="http://schemas.microsoft.com/office/drawing/2014/main" id="{95BD4D9E-7254-4650-B1A9-3F266C131F8F}"/>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8910892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ort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p:spPr>
        <p:txBody>
          <a:bodyPr tIns="36000" anchor="t" anchorCtr="0"/>
          <a:lstStyle>
            <a:lvl1pPr marL="0" indent="0" algn="ctr">
              <a:buNone/>
              <a:defRPr sz="506"/>
            </a:lvl1pPr>
          </a:lstStyle>
          <a:p>
            <a:r>
              <a:rPr lang="da-DK" noProof="0" dirty="0"/>
              <a:t>Klik på denne pladsholder og indsæt baggrundsbillede</a:t>
            </a:r>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hidden="1"/>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4634329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el og baggrunds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solidFill>
            <a:schemeClr val="bg1">
              <a:lumMod val="95000"/>
            </a:schemeClr>
          </a:solidFill>
        </p:spPr>
        <p:txBody>
          <a:bodyPr tIns="36000" anchor="t" anchorCtr="0"/>
          <a:lstStyle>
            <a:lvl1pPr marL="0" indent="0" algn="ctr">
              <a:buNone/>
              <a:defRPr sz="506"/>
            </a:lvl1pPr>
          </a:lstStyle>
          <a:p>
            <a:r>
              <a:rPr lang="da-DK" noProof="0" dirty="0"/>
              <a:t>Klik på denne pladsholder og indsæt baggrundsbillede</a:t>
            </a:r>
          </a:p>
        </p:txBody>
      </p:sp>
      <p:sp>
        <p:nvSpPr>
          <p:cNvPr id="2" name="Title 1"/>
          <p:cNvSpPr>
            <a:spLocks noGrp="1"/>
          </p:cNvSpPr>
          <p:nvPr>
            <p:ph type="title" hasCustomPrompt="1"/>
          </p:nvPr>
        </p:nvSpPr>
        <p:spPr>
          <a:xfrm>
            <a:off x="719999" y="949689"/>
            <a:ext cx="10752002" cy="4328894"/>
          </a:xfrm>
        </p:spPr>
        <p:txBody>
          <a:bodyPr>
            <a:normAutofit/>
          </a:bodyPr>
          <a:lstStyle>
            <a:lvl1pPr>
              <a:defRPr sz="4114">
                <a:solidFill>
                  <a:schemeClr val="bg1"/>
                </a:solidFill>
              </a:defRPr>
            </a:lvl1pPr>
          </a:lstStyle>
          <a:p>
            <a:r>
              <a:rPr lang="da-DK" noProof="0" dirty="0"/>
              <a:t>Indsæt titel</a:t>
            </a:r>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hidden="1"/>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7383697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o tekstbokse og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noFill/>
        </p:spPr>
        <p:txBody>
          <a:bodyPr tIns="36000" anchor="t" anchorCtr="0"/>
          <a:lstStyle>
            <a:lvl1pPr marL="0" indent="0" algn="ctr">
              <a:buNone/>
              <a:defRPr sz="506"/>
            </a:lvl1pPr>
          </a:lstStyle>
          <a:p>
            <a:r>
              <a:rPr lang="da-DK" dirty="0"/>
              <a:t>Klik her og indsæt baggrundsbillede, via fanen Indsæt, Billeder</a:t>
            </a:r>
          </a:p>
        </p:txBody>
      </p:sp>
      <p:sp>
        <p:nvSpPr>
          <p:cNvPr id="4" name="Text Placeholder 3">
            <a:extLst>
              <a:ext uri="{FF2B5EF4-FFF2-40B4-BE49-F238E27FC236}">
                <a16:creationId xmlns:a16="http://schemas.microsoft.com/office/drawing/2014/main" id="{89DBA786-081A-49F3-8117-122AE3631193}"/>
              </a:ext>
            </a:extLst>
          </p:cNvPr>
          <p:cNvSpPr>
            <a:spLocks noGrp="1"/>
          </p:cNvSpPr>
          <p:nvPr>
            <p:ph type="body" sz="quarter" idx="14" hasCustomPrompt="1"/>
          </p:nvPr>
        </p:nvSpPr>
        <p:spPr>
          <a:xfrm>
            <a:off x="4419116" y="719999"/>
            <a:ext cx="3346444" cy="5418000"/>
          </a:xfrm>
          <a:solidFill>
            <a:schemeClr val="bg1"/>
          </a:solidFill>
        </p:spPr>
        <p:txBody>
          <a:bodyPr lIns="360000" tIns="342000" rIns="360000" bIns="342000"/>
          <a:lstStyle>
            <a:lvl1pPr>
              <a:defRPr/>
            </a:lvl1pPr>
          </a:lstStyle>
          <a:p>
            <a:pPr lvl="0"/>
            <a:r>
              <a:rPr lang="da-DK" dirty="0"/>
              <a:t>Brug TAB og </a:t>
            </a:r>
            <a:r>
              <a:rPr lang="da-DK" dirty="0" err="1"/>
              <a:t>Shift+TAB</a:t>
            </a:r>
            <a:r>
              <a:rPr lang="da-DK" dirty="0"/>
              <a:t>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Text Placeholder 5">
            <a:extLst>
              <a:ext uri="{FF2B5EF4-FFF2-40B4-BE49-F238E27FC236}">
                <a16:creationId xmlns:a16="http://schemas.microsoft.com/office/drawing/2014/main" id="{57DC5362-52A5-4FC5-A4EF-20A7DA7FD426}"/>
              </a:ext>
            </a:extLst>
          </p:cNvPr>
          <p:cNvSpPr>
            <a:spLocks noGrp="1"/>
          </p:cNvSpPr>
          <p:nvPr>
            <p:ph type="body" sz="quarter" idx="15" hasCustomPrompt="1"/>
          </p:nvPr>
        </p:nvSpPr>
        <p:spPr>
          <a:xfrm>
            <a:off x="8125558" y="720000"/>
            <a:ext cx="3346444" cy="5418000"/>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1910643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re tekstbokse og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noFill/>
        </p:spPr>
        <p:txBody>
          <a:bodyPr tIns="36000" anchor="t" anchorCtr="0"/>
          <a:lstStyle>
            <a:lvl1pPr marL="0" indent="0" algn="ctr">
              <a:buNone/>
              <a:defRPr sz="506"/>
            </a:lvl1pPr>
          </a:lstStyle>
          <a:p>
            <a:r>
              <a:rPr lang="da-DK" noProof="0" dirty="0"/>
              <a:t>Klik her og indsæt baggrundsbillede, via fanen Indsæt, Billeder</a:t>
            </a:r>
          </a:p>
        </p:txBody>
      </p:sp>
      <p:sp>
        <p:nvSpPr>
          <p:cNvPr id="4" name="Text Placeholder 3">
            <a:extLst>
              <a:ext uri="{FF2B5EF4-FFF2-40B4-BE49-F238E27FC236}">
                <a16:creationId xmlns:a16="http://schemas.microsoft.com/office/drawing/2014/main" id="{89DBA786-081A-49F3-8117-122AE3631193}"/>
              </a:ext>
            </a:extLst>
          </p:cNvPr>
          <p:cNvSpPr>
            <a:spLocks noGrp="1"/>
          </p:cNvSpPr>
          <p:nvPr>
            <p:ph type="body" sz="quarter" idx="14" hasCustomPrompt="1"/>
          </p:nvPr>
        </p:nvSpPr>
        <p:spPr>
          <a:xfrm>
            <a:off x="720001" y="2192138"/>
            <a:ext cx="3346444" cy="2534374"/>
          </a:xfrm>
          <a:solidFill>
            <a:schemeClr val="bg1"/>
          </a:solidFill>
        </p:spPr>
        <p:txBody>
          <a:bodyPr lIns="360000" tIns="342000" rIns="360000" bIns="342000"/>
          <a:lstStyle>
            <a:lvl1pPr>
              <a:defRPr/>
            </a:lvl1pPr>
          </a:lstStyle>
          <a:p>
            <a:pPr lvl="0"/>
            <a:r>
              <a:rPr lang="da-DK" dirty="0"/>
              <a:t>Brug TAB og </a:t>
            </a:r>
            <a:r>
              <a:rPr lang="da-DK" dirty="0" err="1"/>
              <a:t>Shift+TAB</a:t>
            </a:r>
            <a:r>
              <a:rPr lang="da-DK" dirty="0"/>
              <a:t>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Text Placeholder 5">
            <a:extLst>
              <a:ext uri="{FF2B5EF4-FFF2-40B4-BE49-F238E27FC236}">
                <a16:creationId xmlns:a16="http://schemas.microsoft.com/office/drawing/2014/main" id="{57DC5362-52A5-4FC5-A4EF-20A7DA7FD426}"/>
              </a:ext>
            </a:extLst>
          </p:cNvPr>
          <p:cNvSpPr>
            <a:spLocks noGrp="1"/>
          </p:cNvSpPr>
          <p:nvPr>
            <p:ph type="body" sz="quarter" idx="15" hasCustomPrompt="1"/>
          </p:nvPr>
        </p:nvSpPr>
        <p:spPr>
          <a:xfrm>
            <a:off x="4419116" y="2192138"/>
            <a:ext cx="3346444"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2" name="Text Placeholder 11">
            <a:extLst>
              <a:ext uri="{FF2B5EF4-FFF2-40B4-BE49-F238E27FC236}">
                <a16:creationId xmlns:a16="http://schemas.microsoft.com/office/drawing/2014/main" id="{F48BBDC9-F22E-43C8-9794-F5F2CF1FECEA}"/>
              </a:ext>
            </a:extLst>
          </p:cNvPr>
          <p:cNvSpPr>
            <a:spLocks noGrp="1"/>
          </p:cNvSpPr>
          <p:nvPr>
            <p:ph type="body" sz="quarter" idx="16" hasCustomPrompt="1"/>
          </p:nvPr>
        </p:nvSpPr>
        <p:spPr>
          <a:xfrm>
            <a:off x="8125558" y="2192138"/>
            <a:ext cx="3346444"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727998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ire tekstbokse og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noFill/>
        </p:spPr>
        <p:txBody>
          <a:bodyPr tIns="36000" anchor="t" anchorCtr="0"/>
          <a:lstStyle>
            <a:lvl1pPr marL="0" indent="0" algn="ctr">
              <a:buNone/>
              <a:defRPr sz="506"/>
            </a:lvl1pPr>
          </a:lstStyle>
          <a:p>
            <a:r>
              <a:rPr lang="da-DK" noProof="0" dirty="0"/>
              <a:t>Klik her og indsæt baggrundsbillede, via fanen Indsæt, Billeder</a:t>
            </a:r>
          </a:p>
        </p:txBody>
      </p:sp>
      <p:sp>
        <p:nvSpPr>
          <p:cNvPr id="4" name="Text Placeholder 3">
            <a:extLst>
              <a:ext uri="{FF2B5EF4-FFF2-40B4-BE49-F238E27FC236}">
                <a16:creationId xmlns:a16="http://schemas.microsoft.com/office/drawing/2014/main" id="{89DBA786-081A-49F3-8117-122AE3631193}"/>
              </a:ext>
            </a:extLst>
          </p:cNvPr>
          <p:cNvSpPr>
            <a:spLocks noGrp="1"/>
          </p:cNvSpPr>
          <p:nvPr>
            <p:ph type="body" sz="quarter" idx="14" hasCustomPrompt="1"/>
          </p:nvPr>
        </p:nvSpPr>
        <p:spPr>
          <a:xfrm>
            <a:off x="4419116" y="720000"/>
            <a:ext cx="3346444" cy="2534374"/>
          </a:xfrm>
          <a:solidFill>
            <a:schemeClr val="bg1"/>
          </a:solidFill>
        </p:spPr>
        <p:txBody>
          <a:bodyPr lIns="360000" tIns="342000" rIns="360000" bIns="342000"/>
          <a:lstStyle>
            <a:lvl1pPr>
              <a:defRPr/>
            </a:lvl1pPr>
          </a:lstStyle>
          <a:p>
            <a:pPr lvl="0"/>
            <a:r>
              <a:rPr lang="da-DK" dirty="0"/>
              <a:t>Brug TAB og </a:t>
            </a:r>
            <a:r>
              <a:rPr lang="da-DK" dirty="0" err="1"/>
              <a:t>Shift+TAB</a:t>
            </a:r>
            <a:r>
              <a:rPr lang="da-DK" dirty="0"/>
              <a:t>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Text Placeholder 5">
            <a:extLst>
              <a:ext uri="{FF2B5EF4-FFF2-40B4-BE49-F238E27FC236}">
                <a16:creationId xmlns:a16="http://schemas.microsoft.com/office/drawing/2014/main" id="{57DC5362-52A5-4FC5-A4EF-20A7DA7FD426}"/>
              </a:ext>
            </a:extLst>
          </p:cNvPr>
          <p:cNvSpPr>
            <a:spLocks noGrp="1"/>
          </p:cNvSpPr>
          <p:nvPr>
            <p:ph type="body" sz="quarter" idx="15" hasCustomPrompt="1"/>
          </p:nvPr>
        </p:nvSpPr>
        <p:spPr>
          <a:xfrm>
            <a:off x="4419116" y="3603626"/>
            <a:ext cx="3346444"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2" name="Text Placeholder 11">
            <a:extLst>
              <a:ext uri="{FF2B5EF4-FFF2-40B4-BE49-F238E27FC236}">
                <a16:creationId xmlns:a16="http://schemas.microsoft.com/office/drawing/2014/main" id="{F48BBDC9-F22E-43C8-9794-F5F2CF1FECEA}"/>
              </a:ext>
            </a:extLst>
          </p:cNvPr>
          <p:cNvSpPr>
            <a:spLocks noGrp="1"/>
          </p:cNvSpPr>
          <p:nvPr>
            <p:ph type="body" sz="quarter" idx="16" hasCustomPrompt="1"/>
          </p:nvPr>
        </p:nvSpPr>
        <p:spPr>
          <a:xfrm>
            <a:off x="8125558" y="720000"/>
            <a:ext cx="3346444"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4" name="Text Placeholder 13">
            <a:extLst>
              <a:ext uri="{FF2B5EF4-FFF2-40B4-BE49-F238E27FC236}">
                <a16:creationId xmlns:a16="http://schemas.microsoft.com/office/drawing/2014/main" id="{35BA7BD3-EF06-4551-A428-51A46E5A897E}"/>
              </a:ext>
            </a:extLst>
          </p:cNvPr>
          <p:cNvSpPr>
            <a:spLocks noGrp="1"/>
          </p:cNvSpPr>
          <p:nvPr>
            <p:ph type="body" sz="quarter" idx="17" hasCustomPrompt="1"/>
          </p:nvPr>
        </p:nvSpPr>
        <p:spPr>
          <a:xfrm>
            <a:off x="8125559" y="3603626"/>
            <a:ext cx="3346443"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0524118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ekstboks mørk og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noFill/>
        </p:spPr>
        <p:txBody>
          <a:bodyPr tIns="36000" anchor="t" anchorCtr="0"/>
          <a:lstStyle>
            <a:lvl1pPr marL="0" indent="0" algn="ctr">
              <a:buNone/>
              <a:defRPr sz="506"/>
            </a:lvl1pPr>
          </a:lstStyle>
          <a:p>
            <a:r>
              <a:rPr lang="da-DK" noProof="0" dirty="0"/>
              <a:t>Klik her og indsæt baggrundsbillede, via fanen Indsæt, Billeder</a:t>
            </a:r>
          </a:p>
        </p:txBody>
      </p:sp>
      <p:sp>
        <p:nvSpPr>
          <p:cNvPr id="4" name="Text Placeholder 3">
            <a:extLst>
              <a:ext uri="{FF2B5EF4-FFF2-40B4-BE49-F238E27FC236}">
                <a16:creationId xmlns:a16="http://schemas.microsoft.com/office/drawing/2014/main" id="{89DBA786-081A-49F3-8117-122AE3631193}"/>
              </a:ext>
            </a:extLst>
          </p:cNvPr>
          <p:cNvSpPr>
            <a:spLocks noGrp="1"/>
          </p:cNvSpPr>
          <p:nvPr>
            <p:ph type="body" sz="quarter" idx="14" hasCustomPrompt="1"/>
          </p:nvPr>
        </p:nvSpPr>
        <p:spPr>
          <a:xfrm>
            <a:off x="4419113" y="719999"/>
            <a:ext cx="7052889" cy="5418000"/>
          </a:xfrm>
          <a:solidFill>
            <a:schemeClr val="tx2"/>
          </a:solidFill>
        </p:spPr>
        <p:txBody>
          <a:bodyPr lIns="360000" tIns="342000" rIns="360000" bIns="342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a-DK" dirty="0"/>
              <a:t>Brug TAB og </a:t>
            </a:r>
            <a:r>
              <a:rPr lang="da-DK" dirty="0" err="1"/>
              <a:t>Shift+TAB</a:t>
            </a:r>
            <a:r>
              <a:rPr lang="da-DK" dirty="0"/>
              <a:t>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6666</a:t>
            </a:r>
          </a:p>
          <a:p>
            <a:pPr lvl="6"/>
            <a:r>
              <a:rPr lang="da-DK" dirty="0"/>
              <a:t>777</a:t>
            </a:r>
          </a:p>
          <a:p>
            <a:pPr lvl="7"/>
            <a:r>
              <a:rPr lang="da-DK" dirty="0"/>
              <a:t>8888</a:t>
            </a:r>
          </a:p>
          <a:p>
            <a:pPr lvl="8"/>
            <a:r>
              <a:rPr lang="da-DK" dirty="0"/>
              <a:t>9999</a:t>
            </a:r>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18691250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a-DK" dirty="0"/>
              <a:t>Klik for at tilføje titel</a:t>
            </a:r>
          </a:p>
        </p:txBody>
      </p:sp>
      <p:sp>
        <p:nvSpPr>
          <p:cNvPr id="3" name="Date_GeneralDate"/>
          <p:cNvSpPr>
            <a:spLocks noGrp="1"/>
          </p:cNvSpPr>
          <p:nvPr>
            <p:ph type="dt" sz="half" idx="10"/>
          </p:nvPr>
        </p:nvSpPr>
        <p:spPr/>
        <p:txBody>
          <a:bodyPr/>
          <a:lstStyle/>
          <a:p>
            <a:endParaRPr lang="da-DK" dirty="0"/>
          </a:p>
        </p:txBody>
      </p:sp>
      <p:sp>
        <p:nvSpPr>
          <p:cNvPr id="4" name="SD_FLD_PresentationTitle"/>
          <p:cNvSpPr>
            <a:spLocks noGrp="1"/>
          </p:cNvSpPr>
          <p:nvPr>
            <p:ph type="ftr" sz="quarter" idx="11"/>
          </p:nvPr>
        </p:nvSpPr>
        <p:spPr/>
        <p:txBody>
          <a:bodyPr/>
          <a:lstStyle/>
          <a:p>
            <a:r>
              <a:rPr lang="da-DK" dirty="0"/>
              <a:t>Sidehoved</a:t>
            </a:r>
          </a:p>
        </p:txBody>
      </p:sp>
      <p:sp>
        <p:nvSpPr>
          <p:cNvPr id="5" name="Slide Number Placeholder 4"/>
          <p:cNvSpPr>
            <a:spLocks noGrp="1"/>
          </p:cNvSpPr>
          <p:nvPr>
            <p:ph type="sldNum" sz="quarter" idx="12"/>
          </p:nvPr>
        </p:nvSpPr>
        <p:spPr/>
        <p:txBody>
          <a:bodyPr/>
          <a:lstStyle/>
          <a:p>
            <a:fld id="{24C8C45C-947F-4981-8B3F-4F32E973C901}" type="slidenum">
              <a:rPr lang="da-DK" smtClean="0"/>
              <a:t>‹nr.›</a:t>
            </a:fld>
            <a:endParaRPr lang="da-DK" dirty="0"/>
          </a:p>
        </p:txBody>
      </p:sp>
    </p:spTree>
    <p:extLst>
      <p:ext uri="{BB962C8B-B14F-4D97-AF65-F5344CB8AC3E}">
        <p14:creationId xmlns:p14="http://schemas.microsoft.com/office/powerpoint/2010/main" val="6436814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_GeneralDate"/>
          <p:cNvSpPr>
            <a:spLocks noGrp="1"/>
          </p:cNvSpPr>
          <p:nvPr>
            <p:ph type="dt" sz="half" idx="10"/>
          </p:nvPr>
        </p:nvSpPr>
        <p:spPr/>
        <p:txBody>
          <a:bodyPr/>
          <a:lstStyle/>
          <a:p>
            <a:endParaRPr lang="da-DK" dirty="0"/>
          </a:p>
        </p:txBody>
      </p:sp>
      <p:sp>
        <p:nvSpPr>
          <p:cNvPr id="3" name="SD_FLD_PresentationTitle"/>
          <p:cNvSpPr>
            <a:spLocks noGrp="1"/>
          </p:cNvSpPr>
          <p:nvPr>
            <p:ph type="ftr" sz="quarter" idx="11"/>
          </p:nvPr>
        </p:nvSpPr>
        <p:spPr/>
        <p:txBody>
          <a:bodyPr/>
          <a:lstStyle/>
          <a:p>
            <a:r>
              <a:rPr lang="da-DK" dirty="0"/>
              <a:t>Sidehoved</a:t>
            </a:r>
          </a:p>
        </p:txBody>
      </p:sp>
      <p:sp>
        <p:nvSpPr>
          <p:cNvPr id="4" name="Slide Number Placeholder 3"/>
          <p:cNvSpPr>
            <a:spLocks noGrp="1"/>
          </p:cNvSpPr>
          <p:nvPr>
            <p:ph type="sldNum" sz="quarter" idx="12"/>
          </p:nvPr>
        </p:nvSpPr>
        <p:spPr/>
        <p:txBody>
          <a:bodyPr/>
          <a:lstStyle/>
          <a:p>
            <a:fld id="{24C8C45C-947F-4981-8B3F-4F32E973C901}" type="slidenum">
              <a:rPr lang="da-DK" smtClean="0"/>
              <a:t>‹nr.›</a:t>
            </a:fld>
            <a:endParaRPr lang="da-DK" dirty="0"/>
          </a:p>
        </p:txBody>
      </p:sp>
    </p:spTree>
    <p:extLst>
      <p:ext uri="{BB962C8B-B14F-4D97-AF65-F5344CB8AC3E}">
        <p14:creationId xmlns:p14="http://schemas.microsoft.com/office/powerpoint/2010/main" val="26738680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apport: To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0675-C315-4700-B9B7-A5AB773CA2BB}"/>
              </a:ext>
            </a:extLst>
          </p:cNvPr>
          <p:cNvSpPr>
            <a:spLocks noGrp="1"/>
          </p:cNvSpPr>
          <p:nvPr>
            <p:ph type="title" hasCustomPrompt="1"/>
          </p:nvPr>
        </p:nvSpPr>
        <p:spPr>
          <a:xfrm>
            <a:off x="719999" y="894268"/>
            <a:ext cx="5194800" cy="850742"/>
          </a:xfrm>
        </p:spPr>
        <p:txBody>
          <a:bodyPr/>
          <a:lstStyle>
            <a:lvl1pPr>
              <a:defRPr sz="633"/>
            </a:lvl1pPr>
          </a:lstStyle>
          <a:p>
            <a:r>
              <a:rPr lang="da-DK" dirty="0"/>
              <a:t>Klik for at tilføje titel</a:t>
            </a:r>
          </a:p>
        </p:txBody>
      </p:sp>
      <p:sp>
        <p:nvSpPr>
          <p:cNvPr id="3" name="Content Placeholder 2"/>
          <p:cNvSpPr>
            <a:spLocks noGrp="1"/>
          </p:cNvSpPr>
          <p:nvPr>
            <p:ph idx="1" hasCustomPrompt="1"/>
          </p:nvPr>
        </p:nvSpPr>
        <p:spPr>
          <a:xfrm>
            <a:off x="719998" y="2192138"/>
            <a:ext cx="5196199" cy="3945862"/>
          </a:xfrm>
        </p:spPr>
        <p:txBody>
          <a:bodyPr/>
          <a:lstStyle>
            <a:lvl1pPr>
              <a:defRPr sz="380">
                <a:latin typeface="KBH Tekst" panose="00000500000000000000" pitchFamily="2" charset="0"/>
              </a:defRPr>
            </a:lvl1pPr>
            <a:lvl2pPr marL="117537" indent="-56760">
              <a:defRPr sz="380">
                <a:latin typeface="KBH Tekst" panose="00000500000000000000" pitchFamily="2" charset="0"/>
              </a:defRPr>
            </a:lvl2pPr>
            <a:lvl3pPr marL="172288" indent="-51737">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a:p>
            <a:pPr lvl="5"/>
            <a:r>
              <a:rPr lang="da-DK" noProof="0" dirty="0" err="1"/>
              <a:t>Sixth</a:t>
            </a:r>
            <a:r>
              <a:rPr lang="da-DK" noProof="0" dirty="0"/>
              <a:t> </a:t>
            </a:r>
            <a:r>
              <a:rPr lang="da-DK" noProof="0" dirty="0" err="1"/>
              <a:t>level</a:t>
            </a:r>
            <a:endParaRPr lang="da-DK" noProof="0" dirty="0"/>
          </a:p>
          <a:p>
            <a:pPr lvl="6"/>
            <a:r>
              <a:rPr lang="da-DK" noProof="0" dirty="0" err="1"/>
              <a:t>Seventh</a:t>
            </a:r>
            <a:r>
              <a:rPr lang="da-DK" noProof="0" dirty="0"/>
              <a:t> </a:t>
            </a:r>
            <a:r>
              <a:rPr lang="da-DK" noProof="0" dirty="0" err="1"/>
              <a:t>level</a:t>
            </a:r>
            <a:endParaRPr lang="da-DK" noProof="0" dirty="0"/>
          </a:p>
          <a:p>
            <a:pPr lvl="7"/>
            <a:r>
              <a:rPr lang="da-DK" noProof="0" dirty="0" err="1"/>
              <a:t>Eight</a:t>
            </a:r>
            <a:r>
              <a:rPr lang="da-DK" noProof="0" dirty="0"/>
              <a:t> </a:t>
            </a:r>
            <a:r>
              <a:rPr lang="da-DK" noProof="0" dirty="0" err="1"/>
              <a:t>level</a:t>
            </a:r>
            <a:endParaRPr lang="da-DK" noProof="0" dirty="0"/>
          </a:p>
          <a:p>
            <a:pPr lvl="8"/>
            <a:r>
              <a:rPr lang="da-DK" noProof="0" dirty="0"/>
              <a:t>Ninth</a:t>
            </a:r>
          </a:p>
        </p:txBody>
      </p:sp>
      <p:sp>
        <p:nvSpPr>
          <p:cNvPr id="16" name="Content Placeholder 8">
            <a:extLst>
              <a:ext uri="{FF2B5EF4-FFF2-40B4-BE49-F238E27FC236}">
                <a16:creationId xmlns:a16="http://schemas.microsoft.com/office/drawing/2014/main" id="{226B16CC-F459-45AB-8AF6-621CD4FF544B}"/>
              </a:ext>
            </a:extLst>
          </p:cNvPr>
          <p:cNvSpPr>
            <a:spLocks noGrp="1"/>
          </p:cNvSpPr>
          <p:nvPr>
            <p:ph sz="quarter" idx="14" hasCustomPrompt="1"/>
          </p:nvPr>
        </p:nvSpPr>
        <p:spPr>
          <a:xfrm>
            <a:off x="6275800" y="2192400"/>
            <a:ext cx="5196201"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9" name="Date_GeneralDate">
            <a:extLst>
              <a:ext uri="{FF2B5EF4-FFF2-40B4-BE49-F238E27FC236}">
                <a16:creationId xmlns:a16="http://schemas.microsoft.com/office/drawing/2014/main" id="{1E57683A-B89A-4C49-94F5-D6FE2971887C}"/>
              </a:ext>
            </a:extLst>
          </p:cNvPr>
          <p:cNvSpPr>
            <a:spLocks noGrp="1"/>
          </p:cNvSpPr>
          <p:nvPr>
            <p:ph type="dt" sz="half" idx="10"/>
          </p:nvPr>
        </p:nvSpPr>
        <p:spPr>
          <a:xfrm>
            <a:off x="8659423" y="310327"/>
            <a:ext cx="2401755" cy="180000"/>
          </a:xfrm>
        </p:spPr>
        <p:txBody>
          <a:bodyPr/>
          <a:lstStyle/>
          <a:p>
            <a:endParaRPr lang="da-DK" noProof="0" dirty="0"/>
          </a:p>
        </p:txBody>
      </p:sp>
      <p:sp>
        <p:nvSpPr>
          <p:cNvPr id="10" name="Slide Number Placeholder 5">
            <a:extLst>
              <a:ext uri="{FF2B5EF4-FFF2-40B4-BE49-F238E27FC236}">
                <a16:creationId xmlns:a16="http://schemas.microsoft.com/office/drawing/2014/main" id="{B0C0F55C-0196-46B3-A323-46BEB6056D64}"/>
              </a:ext>
            </a:extLst>
          </p:cNvPr>
          <p:cNvSpPr>
            <a:spLocks noGrp="1"/>
          </p:cNvSpPr>
          <p:nvPr>
            <p:ph type="sldNum" sz="quarter" idx="12"/>
          </p:nvPr>
        </p:nvSpPr>
        <p:spPr>
          <a:xfrm>
            <a:off x="11077082" y="310327"/>
            <a:ext cx="394921" cy="180000"/>
          </a:xfrm>
        </p:spPr>
        <p:txBody>
          <a:bodyPr/>
          <a:lstStyle/>
          <a:p>
            <a:fld id="{859873C9-BF5D-4A9A-BB31-45BBB7BABAF7}" type="slidenum">
              <a:rPr lang="da-DK" noProof="0" smtClean="0"/>
              <a:t>‹nr.›</a:t>
            </a:fld>
            <a:endParaRPr lang="da-DK" noProof="0" dirty="0"/>
          </a:p>
        </p:txBody>
      </p:sp>
      <p:sp>
        <p:nvSpPr>
          <p:cNvPr id="12" name="SD_FLD_PresentationTitle">
            <a:extLst>
              <a:ext uri="{FF2B5EF4-FFF2-40B4-BE49-F238E27FC236}">
                <a16:creationId xmlns:a16="http://schemas.microsoft.com/office/drawing/2014/main" id="{0E1D2869-881F-4A30-85CD-63C245E1C06D}"/>
              </a:ext>
            </a:extLst>
          </p:cNvPr>
          <p:cNvSpPr>
            <a:spLocks noGrp="1"/>
          </p:cNvSpPr>
          <p:nvPr>
            <p:ph type="ftr" sz="quarter" idx="11"/>
          </p:nvPr>
        </p:nvSpPr>
        <p:spPr>
          <a:xfrm>
            <a:off x="4424000" y="310327"/>
            <a:ext cx="4097593" cy="180000"/>
          </a:xfrm>
        </p:spPr>
        <p:txBody>
          <a:bodyPr/>
          <a:lstStyle/>
          <a:p>
            <a:r>
              <a:rPr lang="da-DK" noProof="0" dirty="0"/>
              <a:t>Sidehoved</a:t>
            </a:r>
          </a:p>
        </p:txBody>
      </p:sp>
    </p:spTree>
    <p:extLst>
      <p:ext uri="{BB962C8B-B14F-4D97-AF65-F5344CB8AC3E}">
        <p14:creationId xmlns:p14="http://schemas.microsoft.com/office/powerpoint/2010/main" val="32598673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apport: T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33444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4424163" y="2192400"/>
            <a:ext cx="33444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8127601" y="2192400"/>
            <a:ext cx="33444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124177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apport: Fire indhold vertik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24183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3498382" y="2192399"/>
            <a:ext cx="24183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6276041" y="2192399"/>
            <a:ext cx="24183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12" name="Content Placeholder 15">
            <a:extLst>
              <a:ext uri="{FF2B5EF4-FFF2-40B4-BE49-F238E27FC236}">
                <a16:creationId xmlns:a16="http://schemas.microsoft.com/office/drawing/2014/main" id="{C28262A3-2655-4D67-8500-DD40B48725D0}"/>
              </a:ext>
            </a:extLst>
          </p:cNvPr>
          <p:cNvSpPr>
            <a:spLocks noGrp="1"/>
          </p:cNvSpPr>
          <p:nvPr>
            <p:ph sz="quarter" idx="19" hasCustomPrompt="1"/>
          </p:nvPr>
        </p:nvSpPr>
        <p:spPr>
          <a:xfrm>
            <a:off x="9053700" y="2192399"/>
            <a:ext cx="2418300" cy="3949199"/>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780333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apport: Fire indhold horis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51948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720724" y="4346999"/>
            <a:ext cx="51948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6276042" y="2192399"/>
            <a:ext cx="51948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2" name="Content Placeholder 15">
            <a:extLst>
              <a:ext uri="{FF2B5EF4-FFF2-40B4-BE49-F238E27FC236}">
                <a16:creationId xmlns:a16="http://schemas.microsoft.com/office/drawing/2014/main" id="{C28262A3-2655-4D67-8500-DD40B48725D0}"/>
              </a:ext>
            </a:extLst>
          </p:cNvPr>
          <p:cNvSpPr>
            <a:spLocks noGrp="1"/>
          </p:cNvSpPr>
          <p:nvPr>
            <p:ph sz="quarter" idx="19" hasCustomPrompt="1"/>
          </p:nvPr>
        </p:nvSpPr>
        <p:spPr>
          <a:xfrm>
            <a:off x="6276042" y="4346999"/>
            <a:ext cx="51948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40211341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apport: Seks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33444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720724" y="4348800"/>
            <a:ext cx="33444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4424401" y="2192400"/>
            <a:ext cx="33444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0" name="Content Placeholder 15">
            <a:extLst>
              <a:ext uri="{FF2B5EF4-FFF2-40B4-BE49-F238E27FC236}">
                <a16:creationId xmlns:a16="http://schemas.microsoft.com/office/drawing/2014/main" id="{8A779418-EA1C-402E-8FE9-04BF21BF1288}"/>
              </a:ext>
            </a:extLst>
          </p:cNvPr>
          <p:cNvSpPr>
            <a:spLocks noGrp="1"/>
          </p:cNvSpPr>
          <p:nvPr>
            <p:ph sz="quarter" idx="19" hasCustomPrompt="1"/>
          </p:nvPr>
        </p:nvSpPr>
        <p:spPr>
          <a:xfrm>
            <a:off x="4424401" y="4346999"/>
            <a:ext cx="33444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7" name="Content Placeholder 16">
            <a:extLst>
              <a:ext uri="{FF2B5EF4-FFF2-40B4-BE49-F238E27FC236}">
                <a16:creationId xmlns:a16="http://schemas.microsoft.com/office/drawing/2014/main" id="{ACB9BD8A-549C-46D6-8DF3-8D5B50A83395}"/>
              </a:ext>
            </a:extLst>
          </p:cNvPr>
          <p:cNvSpPr>
            <a:spLocks noGrp="1"/>
          </p:cNvSpPr>
          <p:nvPr>
            <p:ph sz="quarter" idx="23" hasCustomPrompt="1"/>
          </p:nvPr>
        </p:nvSpPr>
        <p:spPr>
          <a:xfrm>
            <a:off x="8127602" y="2192401"/>
            <a:ext cx="3344398" cy="1794599"/>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9" name="Content Placeholder 18">
            <a:extLst>
              <a:ext uri="{FF2B5EF4-FFF2-40B4-BE49-F238E27FC236}">
                <a16:creationId xmlns:a16="http://schemas.microsoft.com/office/drawing/2014/main" id="{48639A0C-5FD1-4E6D-AC45-D97BFF484704}"/>
              </a:ext>
            </a:extLst>
          </p:cNvPr>
          <p:cNvSpPr>
            <a:spLocks noGrp="1"/>
          </p:cNvSpPr>
          <p:nvPr>
            <p:ph sz="quarter" idx="24" hasCustomPrompt="1"/>
          </p:nvPr>
        </p:nvSpPr>
        <p:spPr>
          <a:xfrm>
            <a:off x="8127602" y="4346999"/>
            <a:ext cx="3344398" cy="1794598"/>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40699859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apport: Ott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720724" y="4348800"/>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3499200" y="2192399"/>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2" name="Content Placeholder 15">
            <a:extLst>
              <a:ext uri="{FF2B5EF4-FFF2-40B4-BE49-F238E27FC236}">
                <a16:creationId xmlns:a16="http://schemas.microsoft.com/office/drawing/2014/main" id="{C28262A3-2655-4D67-8500-DD40B48725D0}"/>
              </a:ext>
            </a:extLst>
          </p:cNvPr>
          <p:cNvSpPr>
            <a:spLocks noGrp="1"/>
          </p:cNvSpPr>
          <p:nvPr>
            <p:ph sz="quarter" idx="19" hasCustomPrompt="1"/>
          </p:nvPr>
        </p:nvSpPr>
        <p:spPr>
          <a:xfrm>
            <a:off x="3499200" y="4348800"/>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3" name="Content Placeholder 16">
            <a:extLst>
              <a:ext uri="{FF2B5EF4-FFF2-40B4-BE49-F238E27FC236}">
                <a16:creationId xmlns:a16="http://schemas.microsoft.com/office/drawing/2014/main" id="{B2917A20-9A14-4A88-B799-05327B9EBDEE}"/>
              </a:ext>
            </a:extLst>
          </p:cNvPr>
          <p:cNvSpPr>
            <a:spLocks noGrp="1"/>
          </p:cNvSpPr>
          <p:nvPr>
            <p:ph sz="quarter" idx="23" hasCustomPrompt="1"/>
          </p:nvPr>
        </p:nvSpPr>
        <p:spPr>
          <a:xfrm>
            <a:off x="6274801" y="2192401"/>
            <a:ext cx="2418480" cy="1794599"/>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4" name="Content Placeholder 18">
            <a:extLst>
              <a:ext uri="{FF2B5EF4-FFF2-40B4-BE49-F238E27FC236}">
                <a16:creationId xmlns:a16="http://schemas.microsoft.com/office/drawing/2014/main" id="{B3711F40-BEA7-48C1-AEBB-C27EBAB6E411}"/>
              </a:ext>
            </a:extLst>
          </p:cNvPr>
          <p:cNvSpPr>
            <a:spLocks noGrp="1"/>
          </p:cNvSpPr>
          <p:nvPr>
            <p:ph sz="quarter" idx="24" hasCustomPrompt="1"/>
          </p:nvPr>
        </p:nvSpPr>
        <p:spPr>
          <a:xfrm>
            <a:off x="6274801" y="4346999"/>
            <a:ext cx="2418480" cy="1794598"/>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21" name="Content Placeholder 20">
            <a:extLst>
              <a:ext uri="{FF2B5EF4-FFF2-40B4-BE49-F238E27FC236}">
                <a16:creationId xmlns:a16="http://schemas.microsoft.com/office/drawing/2014/main" id="{7ACBB5A9-99A6-4806-8AFF-8B50DD841B99}"/>
              </a:ext>
            </a:extLst>
          </p:cNvPr>
          <p:cNvSpPr>
            <a:spLocks noGrp="1"/>
          </p:cNvSpPr>
          <p:nvPr>
            <p:ph sz="quarter" idx="29" hasCustomPrompt="1"/>
          </p:nvPr>
        </p:nvSpPr>
        <p:spPr>
          <a:xfrm>
            <a:off x="9054000" y="2192401"/>
            <a:ext cx="2418300" cy="1794599"/>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23" name="Content Placeholder 22">
            <a:extLst>
              <a:ext uri="{FF2B5EF4-FFF2-40B4-BE49-F238E27FC236}">
                <a16:creationId xmlns:a16="http://schemas.microsoft.com/office/drawing/2014/main" id="{E2F627CA-639B-47B1-A5E4-A4CDD045B183}"/>
              </a:ext>
            </a:extLst>
          </p:cNvPr>
          <p:cNvSpPr>
            <a:spLocks noGrp="1"/>
          </p:cNvSpPr>
          <p:nvPr>
            <p:ph sz="quarter" idx="30" hasCustomPrompt="1"/>
          </p:nvPr>
        </p:nvSpPr>
        <p:spPr>
          <a:xfrm>
            <a:off x="9054000" y="4348800"/>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609252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el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4F61C6-FD66-4805-BBEE-1A19D8EC2ED3}"/>
              </a:ext>
            </a:extLst>
          </p:cNvPr>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p>
        </p:txBody>
      </p:sp>
      <p:sp>
        <p:nvSpPr>
          <p:cNvPr id="3" name="Undertitel 2">
            <a:extLst>
              <a:ext uri="{FF2B5EF4-FFF2-40B4-BE49-F238E27FC236}">
                <a16:creationId xmlns:a16="http://schemas.microsoft.com/office/drawing/2014/main" id="{54B57354-CD36-4400-9824-7E820140A7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a:extLst>
              <a:ext uri="{FF2B5EF4-FFF2-40B4-BE49-F238E27FC236}">
                <a16:creationId xmlns:a16="http://schemas.microsoft.com/office/drawing/2014/main" id="{C502E2E2-0C50-4C7A-800D-F9E4EE5EA7F2}"/>
              </a:ext>
            </a:extLst>
          </p:cNvPr>
          <p:cNvSpPr>
            <a:spLocks noGrp="1"/>
          </p:cNvSpPr>
          <p:nvPr>
            <p:ph type="dt" sz="half" idx="10"/>
          </p:nvPr>
        </p:nvSpPr>
        <p:spPr/>
        <p:txBody>
          <a:bodyPr/>
          <a:lstStyle/>
          <a:p>
            <a:fld id="{30164CF7-5A3A-42F2-884C-8891DF4D16FD}" type="datetimeFigureOut">
              <a:rPr lang="da-DK" smtClean="0"/>
              <a:t>19-04-2026</a:t>
            </a:fld>
            <a:endParaRPr lang="da-DK"/>
          </a:p>
        </p:txBody>
      </p:sp>
      <p:sp>
        <p:nvSpPr>
          <p:cNvPr id="5" name="Pladsholder til sidefod 4">
            <a:extLst>
              <a:ext uri="{FF2B5EF4-FFF2-40B4-BE49-F238E27FC236}">
                <a16:creationId xmlns:a16="http://schemas.microsoft.com/office/drawing/2014/main" id="{AD628B8E-872A-4FA6-94CF-B0252B884BC7}"/>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88F1C807-228B-4F45-A7DD-ACC1FBA3AA13}"/>
              </a:ext>
            </a:extLst>
          </p:cNvPr>
          <p:cNvSpPr>
            <a:spLocks noGrp="1"/>
          </p:cNvSpPr>
          <p:nvPr>
            <p:ph type="sldNum" sz="quarter" idx="12"/>
          </p:nvPr>
        </p:nvSpPr>
        <p:spPr/>
        <p:txBody>
          <a:bodyPr/>
          <a:lstStyle/>
          <a:p>
            <a:fld id="{240FEB17-026D-4679-BF2E-DBB52CFC8946}" type="slidenum">
              <a:rPr lang="da-DK" smtClean="0"/>
              <a:t>‹nr.›</a:t>
            </a:fld>
            <a:endParaRPr lang="da-DK"/>
          </a:p>
        </p:txBody>
      </p:sp>
    </p:spTree>
    <p:extLst>
      <p:ext uri="{BB962C8B-B14F-4D97-AF65-F5344CB8AC3E}">
        <p14:creationId xmlns:p14="http://schemas.microsoft.com/office/powerpoint/2010/main" val="30252235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UK_Forside hvi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10843" y="1021080"/>
            <a:ext cx="10752002" cy="3634676"/>
          </a:xfrm>
        </p:spPr>
        <p:txBody>
          <a:bodyPr anchor="b" anchorCtr="0">
            <a:normAutofit/>
          </a:bodyPr>
          <a:lstStyle>
            <a:lvl1pPr algn="l">
              <a:defRPr sz="4114"/>
            </a:lvl1pPr>
          </a:lstStyle>
          <a:p>
            <a:r>
              <a:rPr lang="da-DK" dirty="0"/>
              <a:t>Indsæt titel</a:t>
            </a:r>
          </a:p>
        </p:txBody>
      </p:sp>
      <p:sp>
        <p:nvSpPr>
          <p:cNvPr id="11" name="Subtitle 2">
            <a:extLst>
              <a:ext uri="{FF2B5EF4-FFF2-40B4-BE49-F238E27FC236}">
                <a16:creationId xmlns:a16="http://schemas.microsoft.com/office/drawing/2014/main" id="{4684F4FD-71A2-45CC-8A6E-49D5A00D180B}"/>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8" name="Text Placeholder 7">
            <a:extLst>
              <a:ext uri="{FF2B5EF4-FFF2-40B4-BE49-F238E27FC236}">
                <a16:creationId xmlns:a16="http://schemas.microsoft.com/office/drawing/2014/main" id="{9E27A3F2-4381-4C6B-970B-F774BAF5193D}"/>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10" name="Text Placeholder 9">
            <a:extLst>
              <a:ext uri="{FF2B5EF4-FFF2-40B4-BE49-F238E27FC236}">
                <a16:creationId xmlns:a16="http://schemas.microsoft.com/office/drawing/2014/main" id="{24E1B11E-3EFA-4F7B-9B51-515324396448}"/>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18" name="Text Placeholder 17">
            <a:extLst>
              <a:ext uri="{FF2B5EF4-FFF2-40B4-BE49-F238E27FC236}">
                <a16:creationId xmlns:a16="http://schemas.microsoft.com/office/drawing/2014/main" id="{A1B6ED97-6CA2-43D5-84C1-C8E191DA5855}"/>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5" name="FLD_PresentationTitle"/>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6"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2" name="Freeform 5">
            <a:extLst>
              <a:ext uri="{FF2B5EF4-FFF2-40B4-BE49-F238E27FC236}">
                <a16:creationId xmlns:a16="http://schemas.microsoft.com/office/drawing/2014/main" id="{5370CC76-BC33-4266-AB4D-7BA76C8F43B1}"/>
              </a:ext>
            </a:extLst>
          </p:cNvPr>
          <p:cNvSpPr>
            <a:spLocks noChangeAspect="1" noEditPoints="1"/>
          </p:cNvSpPr>
          <p:nvPr userDrawn="1"/>
        </p:nvSpPr>
        <p:spPr bwMode="auto">
          <a:xfrm>
            <a:off x="10441656" y="5068798"/>
            <a:ext cx="1027806" cy="1069200"/>
          </a:xfrm>
          <a:custGeom>
            <a:avLst/>
            <a:gdLst>
              <a:gd name="T0" fmla="*/ 629 w 1308"/>
              <a:gd name="T1" fmla="*/ 309 h 1360"/>
              <a:gd name="T2" fmla="*/ 799 w 1308"/>
              <a:gd name="T3" fmla="*/ 354 h 1360"/>
              <a:gd name="T4" fmla="*/ 789 w 1308"/>
              <a:gd name="T5" fmla="*/ 317 h 1360"/>
              <a:gd name="T6" fmla="*/ 678 w 1308"/>
              <a:gd name="T7" fmla="*/ 475 h 1360"/>
              <a:gd name="T8" fmla="*/ 577 w 1308"/>
              <a:gd name="T9" fmla="*/ 453 h 1360"/>
              <a:gd name="T10" fmla="*/ 454 w 1308"/>
              <a:gd name="T11" fmla="*/ 521 h 1360"/>
              <a:gd name="T12" fmla="*/ 719 w 1308"/>
              <a:gd name="T13" fmla="*/ 577 h 1360"/>
              <a:gd name="T14" fmla="*/ 602 w 1308"/>
              <a:gd name="T15" fmla="*/ 749 h 1360"/>
              <a:gd name="T16" fmla="*/ 719 w 1308"/>
              <a:gd name="T17" fmla="*/ 604 h 1360"/>
              <a:gd name="T18" fmla="*/ 651 w 1308"/>
              <a:gd name="T19" fmla="*/ 274 h 1360"/>
              <a:gd name="T20" fmla="*/ 449 w 1308"/>
              <a:gd name="T21" fmla="*/ 579 h 1360"/>
              <a:gd name="T22" fmla="*/ 422 w 1308"/>
              <a:gd name="T23" fmla="*/ 539 h 1360"/>
              <a:gd name="T24" fmla="*/ 356 w 1308"/>
              <a:gd name="T25" fmla="*/ 539 h 1360"/>
              <a:gd name="T26" fmla="*/ 358 w 1308"/>
              <a:gd name="T27" fmla="*/ 626 h 1360"/>
              <a:gd name="T28" fmla="*/ 891 w 1308"/>
              <a:gd name="T29" fmla="*/ 521 h 1360"/>
              <a:gd name="T30" fmla="*/ 890 w 1308"/>
              <a:gd name="T31" fmla="*/ 626 h 1360"/>
              <a:gd name="T32" fmla="*/ 900 w 1308"/>
              <a:gd name="T33" fmla="*/ 568 h 1360"/>
              <a:gd name="T34" fmla="*/ 848 w 1308"/>
              <a:gd name="T35" fmla="*/ 539 h 1360"/>
              <a:gd name="T36" fmla="*/ 796 w 1308"/>
              <a:gd name="T37" fmla="*/ 568 h 1360"/>
              <a:gd name="T38" fmla="*/ 805 w 1308"/>
              <a:gd name="T39" fmla="*/ 626 h 1360"/>
              <a:gd name="T40" fmla="*/ 423 w 1308"/>
              <a:gd name="T41" fmla="*/ 334 h 1360"/>
              <a:gd name="T42" fmla="*/ 512 w 1308"/>
              <a:gd name="T43" fmla="*/ 385 h 1360"/>
              <a:gd name="T44" fmla="*/ 929 w 1308"/>
              <a:gd name="T45" fmla="*/ 843 h 1360"/>
              <a:gd name="T46" fmla="*/ 480 w 1308"/>
              <a:gd name="T47" fmla="*/ 890 h 1360"/>
              <a:gd name="T48" fmla="*/ 397 w 1308"/>
              <a:gd name="T49" fmla="*/ 908 h 1360"/>
              <a:gd name="T50" fmla="*/ 862 w 1308"/>
              <a:gd name="T51" fmla="*/ 908 h 1360"/>
              <a:gd name="T52" fmla="*/ 777 w 1308"/>
              <a:gd name="T53" fmla="*/ 978 h 1360"/>
              <a:gd name="T54" fmla="*/ 328 w 1308"/>
              <a:gd name="T55" fmla="*/ 939 h 1360"/>
              <a:gd name="T56" fmla="*/ 931 w 1308"/>
              <a:gd name="T57" fmla="*/ 939 h 1360"/>
              <a:gd name="T58" fmla="*/ 629 w 1308"/>
              <a:gd name="T59" fmla="*/ 1029 h 1360"/>
              <a:gd name="T60" fmla="*/ 238 w 1308"/>
              <a:gd name="T61" fmla="*/ 1117 h 1360"/>
              <a:gd name="T62" fmla="*/ 200 w 1308"/>
              <a:gd name="T63" fmla="*/ 1203 h 1360"/>
              <a:gd name="T64" fmla="*/ 367 w 1308"/>
              <a:gd name="T65" fmla="*/ 1228 h 1360"/>
              <a:gd name="T66" fmla="*/ 345 w 1308"/>
              <a:gd name="T67" fmla="*/ 1243 h 1360"/>
              <a:gd name="T68" fmla="*/ 841 w 1308"/>
              <a:gd name="T69" fmla="*/ 1251 h 1360"/>
              <a:gd name="T70" fmla="*/ 1167 w 1308"/>
              <a:gd name="T71" fmla="*/ 856 h 1360"/>
              <a:gd name="T72" fmla="*/ 1276 w 1308"/>
              <a:gd name="T73" fmla="*/ 883 h 1360"/>
              <a:gd name="T74" fmla="*/ 1233 w 1308"/>
              <a:gd name="T75" fmla="*/ 826 h 1360"/>
              <a:gd name="T76" fmla="*/ 782 w 1308"/>
              <a:gd name="T77" fmla="*/ 114 h 1360"/>
              <a:gd name="T78" fmla="*/ 786 w 1308"/>
              <a:gd name="T79" fmla="*/ 86 h 1360"/>
              <a:gd name="T80" fmla="*/ 852 w 1308"/>
              <a:gd name="T81" fmla="*/ 89 h 1360"/>
              <a:gd name="T82" fmla="*/ 1116 w 1308"/>
              <a:gd name="T83" fmla="*/ 312 h 1360"/>
              <a:gd name="T84" fmla="*/ 1101 w 1308"/>
              <a:gd name="T85" fmla="*/ 258 h 1360"/>
              <a:gd name="T86" fmla="*/ 629 w 1308"/>
              <a:gd name="T87" fmla="*/ 1360 h 1360"/>
              <a:gd name="T88" fmla="*/ 1177 w 1308"/>
              <a:gd name="T89" fmla="*/ 531 h 1360"/>
              <a:gd name="T90" fmla="*/ 1254 w 1308"/>
              <a:gd name="T91" fmla="*/ 414 h 1360"/>
              <a:gd name="T92" fmla="*/ 1177 w 1308"/>
              <a:gd name="T93" fmla="*/ 531 h 1360"/>
              <a:gd name="T94" fmla="*/ 1236 w 1308"/>
              <a:gd name="T95" fmla="*/ 615 h 1360"/>
              <a:gd name="T96" fmla="*/ 1308 w 1308"/>
              <a:gd name="T97" fmla="*/ 687 h 1360"/>
              <a:gd name="T98" fmla="*/ 1049 w 1308"/>
              <a:gd name="T99" fmla="*/ 144 h 1360"/>
              <a:gd name="T100" fmla="*/ 948 w 1308"/>
              <a:gd name="T101" fmla="*/ 180 h 1360"/>
              <a:gd name="T102" fmla="*/ 1126 w 1308"/>
              <a:gd name="T103" fmla="*/ 1056 h 1360"/>
              <a:gd name="T104" fmla="*/ 1140 w 1308"/>
              <a:gd name="T105" fmla="*/ 1033 h 1360"/>
              <a:gd name="T106" fmla="*/ 1051 w 1308"/>
              <a:gd name="T107" fmla="*/ 1085 h 1360"/>
              <a:gd name="T108" fmla="*/ 61 w 1308"/>
              <a:gd name="T109" fmla="*/ 983 h 1360"/>
              <a:gd name="T110" fmla="*/ 125 w 1308"/>
              <a:gd name="T111" fmla="*/ 922 h 1360"/>
              <a:gd name="T112" fmla="*/ 459 w 1308"/>
              <a:gd name="T113" fmla="*/ 139 h 1360"/>
              <a:gd name="T114" fmla="*/ 365 w 1308"/>
              <a:gd name="T115" fmla="*/ 57 h 1360"/>
              <a:gd name="T116" fmla="*/ 642 w 1308"/>
              <a:gd name="T117" fmla="*/ 112 h 1360"/>
              <a:gd name="T118" fmla="*/ 564 w 1308"/>
              <a:gd name="T119" fmla="*/ 49 h 1360"/>
              <a:gd name="T120" fmla="*/ 642 w 1308"/>
              <a:gd name="T121" fmla="*/ 112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8" h="1360">
                <a:moveTo>
                  <a:pt x="695" y="425"/>
                </a:moveTo>
                <a:cubicBezTo>
                  <a:pt x="695" y="432"/>
                  <a:pt x="695" y="432"/>
                  <a:pt x="695" y="432"/>
                </a:cubicBezTo>
                <a:cubicBezTo>
                  <a:pt x="563" y="432"/>
                  <a:pt x="563" y="432"/>
                  <a:pt x="563" y="432"/>
                </a:cubicBezTo>
                <a:cubicBezTo>
                  <a:pt x="563" y="425"/>
                  <a:pt x="563" y="425"/>
                  <a:pt x="563" y="425"/>
                </a:cubicBezTo>
                <a:cubicBezTo>
                  <a:pt x="563" y="425"/>
                  <a:pt x="563" y="425"/>
                  <a:pt x="563" y="425"/>
                </a:cubicBezTo>
                <a:cubicBezTo>
                  <a:pt x="563" y="410"/>
                  <a:pt x="629" y="309"/>
                  <a:pt x="629" y="309"/>
                </a:cubicBezTo>
                <a:cubicBezTo>
                  <a:pt x="629" y="309"/>
                  <a:pt x="695" y="410"/>
                  <a:pt x="695" y="425"/>
                </a:cubicBezTo>
                <a:close/>
                <a:moveTo>
                  <a:pt x="789" y="317"/>
                </a:moveTo>
                <a:cubicBezTo>
                  <a:pt x="777" y="316"/>
                  <a:pt x="766" y="320"/>
                  <a:pt x="758" y="328"/>
                </a:cubicBezTo>
                <a:cubicBezTo>
                  <a:pt x="757" y="328"/>
                  <a:pt x="758" y="329"/>
                  <a:pt x="758" y="329"/>
                </a:cubicBezTo>
                <a:cubicBezTo>
                  <a:pt x="763" y="327"/>
                  <a:pt x="769" y="327"/>
                  <a:pt x="775" y="329"/>
                </a:cubicBezTo>
                <a:cubicBezTo>
                  <a:pt x="787" y="332"/>
                  <a:pt x="797" y="342"/>
                  <a:pt x="799" y="354"/>
                </a:cubicBezTo>
                <a:cubicBezTo>
                  <a:pt x="802" y="375"/>
                  <a:pt x="787" y="392"/>
                  <a:pt x="767" y="392"/>
                </a:cubicBezTo>
                <a:cubicBezTo>
                  <a:pt x="764" y="392"/>
                  <a:pt x="761" y="391"/>
                  <a:pt x="758" y="391"/>
                </a:cubicBezTo>
                <a:cubicBezTo>
                  <a:pt x="758" y="390"/>
                  <a:pt x="757" y="391"/>
                  <a:pt x="758" y="392"/>
                </a:cubicBezTo>
                <a:cubicBezTo>
                  <a:pt x="765" y="399"/>
                  <a:pt x="775" y="403"/>
                  <a:pt x="786" y="403"/>
                </a:cubicBezTo>
                <a:cubicBezTo>
                  <a:pt x="811" y="403"/>
                  <a:pt x="830" y="382"/>
                  <a:pt x="829" y="358"/>
                </a:cubicBezTo>
                <a:cubicBezTo>
                  <a:pt x="828" y="336"/>
                  <a:pt x="810" y="318"/>
                  <a:pt x="789" y="317"/>
                </a:cubicBezTo>
                <a:moveTo>
                  <a:pt x="698" y="556"/>
                </a:moveTo>
                <a:cubicBezTo>
                  <a:pt x="698" y="556"/>
                  <a:pt x="693" y="522"/>
                  <a:pt x="693" y="511"/>
                </a:cubicBezTo>
                <a:cubicBezTo>
                  <a:pt x="693" y="495"/>
                  <a:pt x="709" y="489"/>
                  <a:pt x="709" y="489"/>
                </a:cubicBezTo>
                <a:cubicBezTo>
                  <a:pt x="711" y="453"/>
                  <a:pt x="711" y="453"/>
                  <a:pt x="711" y="453"/>
                </a:cubicBezTo>
                <a:cubicBezTo>
                  <a:pt x="681" y="453"/>
                  <a:pt x="681" y="453"/>
                  <a:pt x="681" y="453"/>
                </a:cubicBezTo>
                <a:cubicBezTo>
                  <a:pt x="678" y="475"/>
                  <a:pt x="678" y="475"/>
                  <a:pt x="678" y="475"/>
                </a:cubicBezTo>
                <a:cubicBezTo>
                  <a:pt x="652" y="475"/>
                  <a:pt x="652" y="475"/>
                  <a:pt x="652" y="475"/>
                </a:cubicBezTo>
                <a:cubicBezTo>
                  <a:pt x="649" y="453"/>
                  <a:pt x="649" y="453"/>
                  <a:pt x="649" y="453"/>
                </a:cubicBezTo>
                <a:cubicBezTo>
                  <a:pt x="609" y="453"/>
                  <a:pt x="609" y="453"/>
                  <a:pt x="609" y="453"/>
                </a:cubicBezTo>
                <a:cubicBezTo>
                  <a:pt x="606" y="475"/>
                  <a:pt x="606" y="475"/>
                  <a:pt x="606" y="475"/>
                </a:cubicBezTo>
                <a:cubicBezTo>
                  <a:pt x="580" y="475"/>
                  <a:pt x="580" y="475"/>
                  <a:pt x="580" y="475"/>
                </a:cubicBezTo>
                <a:cubicBezTo>
                  <a:pt x="577" y="453"/>
                  <a:pt x="577" y="453"/>
                  <a:pt x="577" y="453"/>
                </a:cubicBezTo>
                <a:cubicBezTo>
                  <a:pt x="548" y="453"/>
                  <a:pt x="548" y="453"/>
                  <a:pt x="548" y="453"/>
                </a:cubicBezTo>
                <a:cubicBezTo>
                  <a:pt x="550" y="489"/>
                  <a:pt x="550" y="489"/>
                  <a:pt x="550" y="489"/>
                </a:cubicBezTo>
                <a:cubicBezTo>
                  <a:pt x="550" y="489"/>
                  <a:pt x="565" y="495"/>
                  <a:pt x="565" y="511"/>
                </a:cubicBezTo>
                <a:cubicBezTo>
                  <a:pt x="565" y="522"/>
                  <a:pt x="561" y="556"/>
                  <a:pt x="561" y="556"/>
                </a:cubicBezTo>
                <a:lnTo>
                  <a:pt x="698" y="556"/>
                </a:lnTo>
                <a:close/>
                <a:moveTo>
                  <a:pt x="454" y="521"/>
                </a:moveTo>
                <a:cubicBezTo>
                  <a:pt x="454" y="511"/>
                  <a:pt x="454" y="511"/>
                  <a:pt x="454" y="511"/>
                </a:cubicBezTo>
                <a:cubicBezTo>
                  <a:pt x="454" y="484"/>
                  <a:pt x="435" y="468"/>
                  <a:pt x="411" y="468"/>
                </a:cubicBezTo>
                <a:cubicBezTo>
                  <a:pt x="387" y="468"/>
                  <a:pt x="367" y="484"/>
                  <a:pt x="367" y="511"/>
                </a:cubicBezTo>
                <a:cubicBezTo>
                  <a:pt x="367" y="521"/>
                  <a:pt x="367" y="521"/>
                  <a:pt x="367" y="521"/>
                </a:cubicBezTo>
                <a:lnTo>
                  <a:pt x="454" y="521"/>
                </a:lnTo>
                <a:close/>
                <a:moveTo>
                  <a:pt x="719" y="577"/>
                </a:moveTo>
                <a:cubicBezTo>
                  <a:pt x="540" y="577"/>
                  <a:pt x="540" y="577"/>
                  <a:pt x="540" y="577"/>
                </a:cubicBezTo>
                <a:cubicBezTo>
                  <a:pt x="540" y="604"/>
                  <a:pt x="540" y="604"/>
                  <a:pt x="540" y="604"/>
                </a:cubicBezTo>
                <a:cubicBezTo>
                  <a:pt x="540" y="604"/>
                  <a:pt x="551" y="609"/>
                  <a:pt x="551" y="622"/>
                </a:cubicBezTo>
                <a:cubicBezTo>
                  <a:pt x="551" y="647"/>
                  <a:pt x="531" y="745"/>
                  <a:pt x="535" y="816"/>
                </a:cubicBezTo>
                <a:cubicBezTo>
                  <a:pt x="598" y="816"/>
                  <a:pt x="598" y="816"/>
                  <a:pt x="598" y="816"/>
                </a:cubicBezTo>
                <a:cubicBezTo>
                  <a:pt x="602" y="749"/>
                  <a:pt x="602" y="749"/>
                  <a:pt x="602" y="749"/>
                </a:cubicBezTo>
                <a:cubicBezTo>
                  <a:pt x="604" y="732"/>
                  <a:pt x="615" y="722"/>
                  <a:pt x="629" y="722"/>
                </a:cubicBezTo>
                <a:cubicBezTo>
                  <a:pt x="643" y="722"/>
                  <a:pt x="654" y="732"/>
                  <a:pt x="656" y="749"/>
                </a:cubicBezTo>
                <a:cubicBezTo>
                  <a:pt x="661" y="816"/>
                  <a:pt x="661" y="816"/>
                  <a:pt x="661" y="816"/>
                </a:cubicBezTo>
                <a:cubicBezTo>
                  <a:pt x="724" y="816"/>
                  <a:pt x="724" y="816"/>
                  <a:pt x="724" y="816"/>
                </a:cubicBezTo>
                <a:cubicBezTo>
                  <a:pt x="727" y="745"/>
                  <a:pt x="708" y="647"/>
                  <a:pt x="708" y="622"/>
                </a:cubicBezTo>
                <a:cubicBezTo>
                  <a:pt x="708" y="609"/>
                  <a:pt x="719" y="604"/>
                  <a:pt x="719" y="604"/>
                </a:cubicBezTo>
                <a:cubicBezTo>
                  <a:pt x="719" y="577"/>
                  <a:pt x="719" y="577"/>
                  <a:pt x="719" y="577"/>
                </a:cubicBezTo>
                <a:moveTo>
                  <a:pt x="651" y="274"/>
                </a:moveTo>
                <a:cubicBezTo>
                  <a:pt x="651" y="262"/>
                  <a:pt x="641" y="252"/>
                  <a:pt x="629" y="252"/>
                </a:cubicBezTo>
                <a:cubicBezTo>
                  <a:pt x="617" y="252"/>
                  <a:pt x="607" y="262"/>
                  <a:pt x="607" y="274"/>
                </a:cubicBezTo>
                <a:cubicBezTo>
                  <a:pt x="607" y="286"/>
                  <a:pt x="617" y="296"/>
                  <a:pt x="629" y="296"/>
                </a:cubicBezTo>
                <a:cubicBezTo>
                  <a:pt x="641" y="296"/>
                  <a:pt x="651" y="286"/>
                  <a:pt x="651" y="274"/>
                </a:cubicBezTo>
                <a:moveTo>
                  <a:pt x="453" y="626"/>
                </a:moveTo>
                <a:cubicBezTo>
                  <a:pt x="464" y="626"/>
                  <a:pt x="464" y="626"/>
                  <a:pt x="464" y="626"/>
                </a:cubicBezTo>
                <a:cubicBezTo>
                  <a:pt x="464" y="610"/>
                  <a:pt x="464" y="610"/>
                  <a:pt x="464" y="610"/>
                </a:cubicBezTo>
                <a:cubicBezTo>
                  <a:pt x="464" y="610"/>
                  <a:pt x="450" y="607"/>
                  <a:pt x="450" y="593"/>
                </a:cubicBezTo>
                <a:cubicBezTo>
                  <a:pt x="450" y="593"/>
                  <a:pt x="450" y="593"/>
                  <a:pt x="450" y="593"/>
                </a:cubicBezTo>
                <a:cubicBezTo>
                  <a:pt x="449" y="579"/>
                  <a:pt x="449" y="579"/>
                  <a:pt x="449" y="579"/>
                </a:cubicBezTo>
                <a:cubicBezTo>
                  <a:pt x="463" y="568"/>
                  <a:pt x="463" y="568"/>
                  <a:pt x="463" y="568"/>
                </a:cubicBezTo>
                <a:cubicBezTo>
                  <a:pt x="465" y="539"/>
                  <a:pt x="465" y="539"/>
                  <a:pt x="465" y="539"/>
                </a:cubicBezTo>
                <a:cubicBezTo>
                  <a:pt x="446" y="539"/>
                  <a:pt x="446" y="539"/>
                  <a:pt x="446" y="539"/>
                </a:cubicBezTo>
                <a:cubicBezTo>
                  <a:pt x="443" y="560"/>
                  <a:pt x="443" y="560"/>
                  <a:pt x="443" y="560"/>
                </a:cubicBezTo>
                <a:cubicBezTo>
                  <a:pt x="424" y="560"/>
                  <a:pt x="424" y="560"/>
                  <a:pt x="424" y="560"/>
                </a:cubicBezTo>
                <a:cubicBezTo>
                  <a:pt x="422" y="539"/>
                  <a:pt x="422" y="539"/>
                  <a:pt x="422" y="539"/>
                </a:cubicBezTo>
                <a:cubicBezTo>
                  <a:pt x="411" y="539"/>
                  <a:pt x="411" y="539"/>
                  <a:pt x="411" y="539"/>
                </a:cubicBezTo>
                <a:cubicBezTo>
                  <a:pt x="400" y="539"/>
                  <a:pt x="400" y="539"/>
                  <a:pt x="400" y="539"/>
                </a:cubicBezTo>
                <a:cubicBezTo>
                  <a:pt x="397" y="560"/>
                  <a:pt x="397" y="560"/>
                  <a:pt x="397" y="560"/>
                </a:cubicBezTo>
                <a:cubicBezTo>
                  <a:pt x="378" y="560"/>
                  <a:pt x="378" y="560"/>
                  <a:pt x="378" y="560"/>
                </a:cubicBezTo>
                <a:cubicBezTo>
                  <a:pt x="376" y="539"/>
                  <a:pt x="376" y="539"/>
                  <a:pt x="376" y="539"/>
                </a:cubicBezTo>
                <a:cubicBezTo>
                  <a:pt x="356" y="539"/>
                  <a:pt x="356" y="539"/>
                  <a:pt x="356" y="539"/>
                </a:cubicBezTo>
                <a:cubicBezTo>
                  <a:pt x="359" y="568"/>
                  <a:pt x="359" y="568"/>
                  <a:pt x="359" y="568"/>
                </a:cubicBezTo>
                <a:cubicBezTo>
                  <a:pt x="372" y="579"/>
                  <a:pt x="372" y="579"/>
                  <a:pt x="372" y="579"/>
                </a:cubicBezTo>
                <a:cubicBezTo>
                  <a:pt x="371" y="593"/>
                  <a:pt x="371" y="593"/>
                  <a:pt x="371" y="593"/>
                </a:cubicBezTo>
                <a:cubicBezTo>
                  <a:pt x="371" y="593"/>
                  <a:pt x="371" y="593"/>
                  <a:pt x="371" y="593"/>
                </a:cubicBezTo>
                <a:cubicBezTo>
                  <a:pt x="371" y="607"/>
                  <a:pt x="358" y="610"/>
                  <a:pt x="358" y="610"/>
                </a:cubicBezTo>
                <a:cubicBezTo>
                  <a:pt x="358" y="626"/>
                  <a:pt x="358" y="626"/>
                  <a:pt x="358" y="626"/>
                </a:cubicBezTo>
                <a:cubicBezTo>
                  <a:pt x="368" y="626"/>
                  <a:pt x="368" y="626"/>
                  <a:pt x="368" y="626"/>
                </a:cubicBezTo>
                <a:cubicBezTo>
                  <a:pt x="368" y="680"/>
                  <a:pt x="341" y="758"/>
                  <a:pt x="341" y="816"/>
                </a:cubicBezTo>
                <a:cubicBezTo>
                  <a:pt x="411" y="816"/>
                  <a:pt x="411" y="816"/>
                  <a:pt x="411" y="816"/>
                </a:cubicBezTo>
                <a:cubicBezTo>
                  <a:pt x="481" y="816"/>
                  <a:pt x="481" y="816"/>
                  <a:pt x="481" y="816"/>
                </a:cubicBezTo>
                <a:cubicBezTo>
                  <a:pt x="481" y="758"/>
                  <a:pt x="454" y="680"/>
                  <a:pt x="453" y="626"/>
                </a:cubicBezTo>
                <a:close/>
                <a:moveTo>
                  <a:pt x="891" y="521"/>
                </a:moveTo>
                <a:cubicBezTo>
                  <a:pt x="891" y="511"/>
                  <a:pt x="891" y="511"/>
                  <a:pt x="891" y="511"/>
                </a:cubicBezTo>
                <a:cubicBezTo>
                  <a:pt x="891" y="484"/>
                  <a:pt x="872" y="468"/>
                  <a:pt x="848" y="468"/>
                </a:cubicBezTo>
                <a:cubicBezTo>
                  <a:pt x="824" y="468"/>
                  <a:pt x="804" y="484"/>
                  <a:pt x="804" y="511"/>
                </a:cubicBezTo>
                <a:cubicBezTo>
                  <a:pt x="804" y="521"/>
                  <a:pt x="804" y="521"/>
                  <a:pt x="804" y="521"/>
                </a:cubicBezTo>
                <a:lnTo>
                  <a:pt x="891" y="521"/>
                </a:lnTo>
                <a:close/>
                <a:moveTo>
                  <a:pt x="890" y="626"/>
                </a:moveTo>
                <a:cubicBezTo>
                  <a:pt x="901" y="626"/>
                  <a:pt x="901" y="626"/>
                  <a:pt x="901" y="626"/>
                </a:cubicBezTo>
                <a:cubicBezTo>
                  <a:pt x="901" y="610"/>
                  <a:pt x="901" y="610"/>
                  <a:pt x="901" y="610"/>
                </a:cubicBezTo>
                <a:cubicBezTo>
                  <a:pt x="901" y="610"/>
                  <a:pt x="887" y="607"/>
                  <a:pt x="887" y="593"/>
                </a:cubicBezTo>
                <a:cubicBezTo>
                  <a:pt x="887" y="593"/>
                  <a:pt x="887" y="593"/>
                  <a:pt x="887" y="593"/>
                </a:cubicBezTo>
                <a:cubicBezTo>
                  <a:pt x="886" y="579"/>
                  <a:pt x="886" y="579"/>
                  <a:pt x="886" y="579"/>
                </a:cubicBezTo>
                <a:cubicBezTo>
                  <a:pt x="900" y="568"/>
                  <a:pt x="900" y="568"/>
                  <a:pt x="900" y="568"/>
                </a:cubicBezTo>
                <a:cubicBezTo>
                  <a:pt x="902" y="539"/>
                  <a:pt x="902" y="539"/>
                  <a:pt x="902" y="539"/>
                </a:cubicBezTo>
                <a:cubicBezTo>
                  <a:pt x="883" y="539"/>
                  <a:pt x="883" y="539"/>
                  <a:pt x="883" y="539"/>
                </a:cubicBezTo>
                <a:cubicBezTo>
                  <a:pt x="880" y="560"/>
                  <a:pt x="880" y="560"/>
                  <a:pt x="880" y="560"/>
                </a:cubicBezTo>
                <a:cubicBezTo>
                  <a:pt x="861" y="560"/>
                  <a:pt x="861" y="560"/>
                  <a:pt x="861" y="560"/>
                </a:cubicBezTo>
                <a:cubicBezTo>
                  <a:pt x="859" y="539"/>
                  <a:pt x="859" y="539"/>
                  <a:pt x="859" y="539"/>
                </a:cubicBezTo>
                <a:cubicBezTo>
                  <a:pt x="848" y="539"/>
                  <a:pt x="848" y="539"/>
                  <a:pt x="848" y="539"/>
                </a:cubicBezTo>
                <a:cubicBezTo>
                  <a:pt x="837" y="539"/>
                  <a:pt x="837" y="539"/>
                  <a:pt x="837" y="539"/>
                </a:cubicBezTo>
                <a:cubicBezTo>
                  <a:pt x="834" y="560"/>
                  <a:pt x="834" y="560"/>
                  <a:pt x="834" y="560"/>
                </a:cubicBezTo>
                <a:cubicBezTo>
                  <a:pt x="815" y="560"/>
                  <a:pt x="815" y="560"/>
                  <a:pt x="815" y="560"/>
                </a:cubicBezTo>
                <a:cubicBezTo>
                  <a:pt x="813" y="539"/>
                  <a:pt x="813" y="539"/>
                  <a:pt x="813" y="539"/>
                </a:cubicBezTo>
                <a:cubicBezTo>
                  <a:pt x="793" y="539"/>
                  <a:pt x="793" y="539"/>
                  <a:pt x="793" y="539"/>
                </a:cubicBezTo>
                <a:cubicBezTo>
                  <a:pt x="796" y="568"/>
                  <a:pt x="796" y="568"/>
                  <a:pt x="796" y="568"/>
                </a:cubicBezTo>
                <a:cubicBezTo>
                  <a:pt x="809" y="579"/>
                  <a:pt x="809" y="579"/>
                  <a:pt x="809" y="579"/>
                </a:cubicBezTo>
                <a:cubicBezTo>
                  <a:pt x="808" y="593"/>
                  <a:pt x="808" y="593"/>
                  <a:pt x="808" y="593"/>
                </a:cubicBezTo>
                <a:cubicBezTo>
                  <a:pt x="808" y="593"/>
                  <a:pt x="808" y="593"/>
                  <a:pt x="808" y="593"/>
                </a:cubicBezTo>
                <a:cubicBezTo>
                  <a:pt x="808" y="607"/>
                  <a:pt x="794" y="610"/>
                  <a:pt x="794" y="610"/>
                </a:cubicBezTo>
                <a:cubicBezTo>
                  <a:pt x="794" y="626"/>
                  <a:pt x="794" y="626"/>
                  <a:pt x="794" y="626"/>
                </a:cubicBezTo>
                <a:cubicBezTo>
                  <a:pt x="805" y="626"/>
                  <a:pt x="805" y="626"/>
                  <a:pt x="805" y="626"/>
                </a:cubicBezTo>
                <a:cubicBezTo>
                  <a:pt x="805" y="680"/>
                  <a:pt x="778" y="758"/>
                  <a:pt x="778" y="816"/>
                </a:cubicBezTo>
                <a:cubicBezTo>
                  <a:pt x="848" y="816"/>
                  <a:pt x="848" y="816"/>
                  <a:pt x="848" y="816"/>
                </a:cubicBezTo>
                <a:cubicBezTo>
                  <a:pt x="918" y="816"/>
                  <a:pt x="918" y="816"/>
                  <a:pt x="918" y="816"/>
                </a:cubicBezTo>
                <a:cubicBezTo>
                  <a:pt x="918" y="758"/>
                  <a:pt x="891" y="680"/>
                  <a:pt x="890" y="626"/>
                </a:cubicBezTo>
                <a:close/>
                <a:moveTo>
                  <a:pt x="457" y="342"/>
                </a:moveTo>
                <a:cubicBezTo>
                  <a:pt x="423" y="334"/>
                  <a:pt x="423" y="334"/>
                  <a:pt x="423" y="334"/>
                </a:cubicBezTo>
                <a:cubicBezTo>
                  <a:pt x="446" y="360"/>
                  <a:pt x="446" y="360"/>
                  <a:pt x="446" y="360"/>
                </a:cubicBezTo>
                <a:cubicBezTo>
                  <a:pt x="423" y="385"/>
                  <a:pt x="423" y="385"/>
                  <a:pt x="423" y="385"/>
                </a:cubicBezTo>
                <a:cubicBezTo>
                  <a:pt x="457" y="378"/>
                  <a:pt x="457" y="378"/>
                  <a:pt x="457" y="378"/>
                </a:cubicBezTo>
                <a:cubicBezTo>
                  <a:pt x="467" y="411"/>
                  <a:pt x="467" y="411"/>
                  <a:pt x="467" y="411"/>
                </a:cubicBezTo>
                <a:cubicBezTo>
                  <a:pt x="478" y="378"/>
                  <a:pt x="478" y="378"/>
                  <a:pt x="478" y="378"/>
                </a:cubicBezTo>
                <a:cubicBezTo>
                  <a:pt x="512" y="385"/>
                  <a:pt x="512" y="385"/>
                  <a:pt x="512" y="385"/>
                </a:cubicBezTo>
                <a:cubicBezTo>
                  <a:pt x="488" y="360"/>
                  <a:pt x="488" y="360"/>
                  <a:pt x="488" y="360"/>
                </a:cubicBezTo>
                <a:cubicBezTo>
                  <a:pt x="512" y="334"/>
                  <a:pt x="512" y="334"/>
                  <a:pt x="512" y="334"/>
                </a:cubicBezTo>
                <a:cubicBezTo>
                  <a:pt x="478" y="342"/>
                  <a:pt x="478" y="342"/>
                  <a:pt x="478" y="342"/>
                </a:cubicBezTo>
                <a:cubicBezTo>
                  <a:pt x="467" y="308"/>
                  <a:pt x="467" y="308"/>
                  <a:pt x="467" y="308"/>
                </a:cubicBezTo>
                <a:lnTo>
                  <a:pt x="457" y="342"/>
                </a:lnTo>
                <a:close/>
                <a:moveTo>
                  <a:pt x="929" y="843"/>
                </a:moveTo>
                <a:cubicBezTo>
                  <a:pt x="886" y="843"/>
                  <a:pt x="863" y="860"/>
                  <a:pt x="843" y="871"/>
                </a:cubicBezTo>
                <a:cubicBezTo>
                  <a:pt x="826" y="880"/>
                  <a:pt x="811" y="890"/>
                  <a:pt x="779" y="890"/>
                </a:cubicBezTo>
                <a:cubicBezTo>
                  <a:pt x="747" y="890"/>
                  <a:pt x="731" y="880"/>
                  <a:pt x="714" y="871"/>
                </a:cubicBezTo>
                <a:cubicBezTo>
                  <a:pt x="694" y="860"/>
                  <a:pt x="672" y="847"/>
                  <a:pt x="629" y="847"/>
                </a:cubicBezTo>
                <a:cubicBezTo>
                  <a:pt x="587" y="847"/>
                  <a:pt x="564" y="860"/>
                  <a:pt x="545" y="871"/>
                </a:cubicBezTo>
                <a:cubicBezTo>
                  <a:pt x="527" y="880"/>
                  <a:pt x="512" y="890"/>
                  <a:pt x="480" y="890"/>
                </a:cubicBezTo>
                <a:cubicBezTo>
                  <a:pt x="448" y="890"/>
                  <a:pt x="433" y="880"/>
                  <a:pt x="415" y="871"/>
                </a:cubicBezTo>
                <a:cubicBezTo>
                  <a:pt x="395" y="860"/>
                  <a:pt x="373" y="843"/>
                  <a:pt x="330" y="843"/>
                </a:cubicBezTo>
                <a:cubicBezTo>
                  <a:pt x="303" y="843"/>
                  <a:pt x="271" y="852"/>
                  <a:pt x="271" y="852"/>
                </a:cubicBezTo>
                <a:cubicBezTo>
                  <a:pt x="294" y="892"/>
                  <a:pt x="294" y="892"/>
                  <a:pt x="294" y="892"/>
                </a:cubicBezTo>
                <a:cubicBezTo>
                  <a:pt x="294" y="892"/>
                  <a:pt x="313" y="889"/>
                  <a:pt x="330" y="889"/>
                </a:cubicBezTo>
                <a:cubicBezTo>
                  <a:pt x="362" y="889"/>
                  <a:pt x="379" y="898"/>
                  <a:pt x="397" y="908"/>
                </a:cubicBezTo>
                <a:cubicBezTo>
                  <a:pt x="417" y="919"/>
                  <a:pt x="433" y="934"/>
                  <a:pt x="476" y="934"/>
                </a:cubicBezTo>
                <a:cubicBezTo>
                  <a:pt x="519" y="934"/>
                  <a:pt x="542" y="920"/>
                  <a:pt x="562" y="909"/>
                </a:cubicBezTo>
                <a:cubicBezTo>
                  <a:pt x="580" y="899"/>
                  <a:pt x="598" y="891"/>
                  <a:pt x="629" y="891"/>
                </a:cubicBezTo>
                <a:cubicBezTo>
                  <a:pt x="661" y="891"/>
                  <a:pt x="679" y="899"/>
                  <a:pt x="696" y="909"/>
                </a:cubicBezTo>
                <a:cubicBezTo>
                  <a:pt x="716" y="920"/>
                  <a:pt x="740" y="934"/>
                  <a:pt x="782" y="934"/>
                </a:cubicBezTo>
                <a:cubicBezTo>
                  <a:pt x="825" y="934"/>
                  <a:pt x="842" y="919"/>
                  <a:pt x="862" y="908"/>
                </a:cubicBezTo>
                <a:cubicBezTo>
                  <a:pt x="879" y="898"/>
                  <a:pt x="897" y="889"/>
                  <a:pt x="929" y="889"/>
                </a:cubicBezTo>
                <a:cubicBezTo>
                  <a:pt x="945" y="889"/>
                  <a:pt x="965" y="892"/>
                  <a:pt x="965" y="892"/>
                </a:cubicBezTo>
                <a:cubicBezTo>
                  <a:pt x="988" y="852"/>
                  <a:pt x="988" y="852"/>
                  <a:pt x="988" y="852"/>
                </a:cubicBezTo>
                <a:cubicBezTo>
                  <a:pt x="988" y="852"/>
                  <a:pt x="956" y="843"/>
                  <a:pt x="929" y="843"/>
                </a:cubicBezTo>
                <a:close/>
                <a:moveTo>
                  <a:pt x="842" y="962"/>
                </a:moveTo>
                <a:cubicBezTo>
                  <a:pt x="825" y="972"/>
                  <a:pt x="808" y="978"/>
                  <a:pt x="777" y="978"/>
                </a:cubicBezTo>
                <a:cubicBezTo>
                  <a:pt x="745" y="978"/>
                  <a:pt x="728" y="971"/>
                  <a:pt x="711" y="961"/>
                </a:cubicBezTo>
                <a:cubicBezTo>
                  <a:pt x="692" y="951"/>
                  <a:pt x="670" y="937"/>
                  <a:pt x="629" y="937"/>
                </a:cubicBezTo>
                <a:cubicBezTo>
                  <a:pt x="588" y="937"/>
                  <a:pt x="566" y="951"/>
                  <a:pt x="547" y="961"/>
                </a:cubicBezTo>
                <a:cubicBezTo>
                  <a:pt x="530" y="971"/>
                  <a:pt x="513" y="978"/>
                  <a:pt x="482" y="978"/>
                </a:cubicBezTo>
                <a:cubicBezTo>
                  <a:pt x="451" y="978"/>
                  <a:pt x="433" y="972"/>
                  <a:pt x="416" y="962"/>
                </a:cubicBezTo>
                <a:cubicBezTo>
                  <a:pt x="397" y="952"/>
                  <a:pt x="371" y="934"/>
                  <a:pt x="328" y="939"/>
                </a:cubicBezTo>
                <a:cubicBezTo>
                  <a:pt x="393" y="1023"/>
                  <a:pt x="483" y="1022"/>
                  <a:pt x="483" y="1022"/>
                </a:cubicBezTo>
                <a:cubicBezTo>
                  <a:pt x="523" y="1022"/>
                  <a:pt x="545" y="1013"/>
                  <a:pt x="564" y="1003"/>
                </a:cubicBezTo>
                <a:cubicBezTo>
                  <a:pt x="581" y="993"/>
                  <a:pt x="599" y="982"/>
                  <a:pt x="629" y="982"/>
                </a:cubicBezTo>
                <a:cubicBezTo>
                  <a:pt x="660" y="982"/>
                  <a:pt x="677" y="993"/>
                  <a:pt x="694" y="1003"/>
                </a:cubicBezTo>
                <a:cubicBezTo>
                  <a:pt x="714" y="1013"/>
                  <a:pt x="736" y="1022"/>
                  <a:pt x="776" y="1022"/>
                </a:cubicBezTo>
                <a:cubicBezTo>
                  <a:pt x="776" y="1022"/>
                  <a:pt x="865" y="1023"/>
                  <a:pt x="931" y="939"/>
                </a:cubicBezTo>
                <a:cubicBezTo>
                  <a:pt x="887" y="934"/>
                  <a:pt x="862" y="952"/>
                  <a:pt x="842" y="962"/>
                </a:cubicBezTo>
                <a:close/>
                <a:moveTo>
                  <a:pt x="629" y="1029"/>
                </a:moveTo>
                <a:cubicBezTo>
                  <a:pt x="588" y="1029"/>
                  <a:pt x="570" y="1060"/>
                  <a:pt x="516" y="1060"/>
                </a:cubicBezTo>
                <a:cubicBezTo>
                  <a:pt x="537" y="1067"/>
                  <a:pt x="582" y="1077"/>
                  <a:pt x="629" y="1077"/>
                </a:cubicBezTo>
                <a:cubicBezTo>
                  <a:pt x="676" y="1077"/>
                  <a:pt x="722" y="1067"/>
                  <a:pt x="743" y="1060"/>
                </a:cubicBezTo>
                <a:cubicBezTo>
                  <a:pt x="688" y="1060"/>
                  <a:pt x="671" y="1029"/>
                  <a:pt x="629" y="1029"/>
                </a:cubicBezTo>
                <a:close/>
                <a:moveTo>
                  <a:pt x="172" y="1012"/>
                </a:moveTo>
                <a:cubicBezTo>
                  <a:pt x="189" y="1033"/>
                  <a:pt x="189" y="1033"/>
                  <a:pt x="189" y="1033"/>
                </a:cubicBezTo>
                <a:cubicBezTo>
                  <a:pt x="100" y="1101"/>
                  <a:pt x="100" y="1101"/>
                  <a:pt x="100" y="1101"/>
                </a:cubicBezTo>
                <a:cubicBezTo>
                  <a:pt x="83" y="1080"/>
                  <a:pt x="83" y="1080"/>
                  <a:pt x="83" y="1080"/>
                </a:cubicBezTo>
                <a:lnTo>
                  <a:pt x="172" y="1012"/>
                </a:lnTo>
                <a:close/>
                <a:moveTo>
                  <a:pt x="238" y="1117"/>
                </a:moveTo>
                <a:cubicBezTo>
                  <a:pt x="212" y="1095"/>
                  <a:pt x="212" y="1095"/>
                  <a:pt x="212" y="1095"/>
                </a:cubicBezTo>
                <a:cubicBezTo>
                  <a:pt x="227" y="1078"/>
                  <a:pt x="227" y="1078"/>
                  <a:pt x="227" y="1078"/>
                </a:cubicBezTo>
                <a:cubicBezTo>
                  <a:pt x="298" y="1139"/>
                  <a:pt x="298" y="1139"/>
                  <a:pt x="298" y="1139"/>
                </a:cubicBezTo>
                <a:cubicBezTo>
                  <a:pt x="283" y="1156"/>
                  <a:pt x="283" y="1156"/>
                  <a:pt x="283" y="1156"/>
                </a:cubicBezTo>
                <a:cubicBezTo>
                  <a:pt x="258" y="1134"/>
                  <a:pt x="258" y="1134"/>
                  <a:pt x="258" y="1134"/>
                </a:cubicBezTo>
                <a:cubicBezTo>
                  <a:pt x="200" y="1203"/>
                  <a:pt x="200" y="1203"/>
                  <a:pt x="200" y="1203"/>
                </a:cubicBezTo>
                <a:cubicBezTo>
                  <a:pt x="179" y="1185"/>
                  <a:pt x="179" y="1185"/>
                  <a:pt x="179" y="1185"/>
                </a:cubicBezTo>
                <a:lnTo>
                  <a:pt x="238" y="1117"/>
                </a:lnTo>
                <a:close/>
                <a:moveTo>
                  <a:pt x="345" y="1243"/>
                </a:moveTo>
                <a:cubicBezTo>
                  <a:pt x="332" y="1162"/>
                  <a:pt x="332" y="1162"/>
                  <a:pt x="332" y="1162"/>
                </a:cubicBezTo>
                <a:cubicBezTo>
                  <a:pt x="360" y="1178"/>
                  <a:pt x="360" y="1178"/>
                  <a:pt x="360" y="1178"/>
                </a:cubicBezTo>
                <a:cubicBezTo>
                  <a:pt x="367" y="1228"/>
                  <a:pt x="367" y="1228"/>
                  <a:pt x="367" y="1228"/>
                </a:cubicBezTo>
                <a:cubicBezTo>
                  <a:pt x="411" y="1202"/>
                  <a:pt x="411" y="1202"/>
                  <a:pt x="411" y="1202"/>
                </a:cubicBezTo>
                <a:cubicBezTo>
                  <a:pt x="441" y="1213"/>
                  <a:pt x="441" y="1213"/>
                  <a:pt x="441" y="1213"/>
                </a:cubicBezTo>
                <a:cubicBezTo>
                  <a:pt x="370" y="1254"/>
                  <a:pt x="370" y="1254"/>
                  <a:pt x="370" y="1254"/>
                </a:cubicBezTo>
                <a:cubicBezTo>
                  <a:pt x="350" y="1296"/>
                  <a:pt x="350" y="1296"/>
                  <a:pt x="350" y="1296"/>
                </a:cubicBezTo>
                <a:cubicBezTo>
                  <a:pt x="326" y="1285"/>
                  <a:pt x="326" y="1285"/>
                  <a:pt x="326" y="1285"/>
                </a:cubicBezTo>
                <a:lnTo>
                  <a:pt x="345" y="1243"/>
                </a:lnTo>
                <a:close/>
                <a:moveTo>
                  <a:pt x="756" y="1230"/>
                </a:moveTo>
                <a:cubicBezTo>
                  <a:pt x="838" y="1206"/>
                  <a:pt x="838" y="1206"/>
                  <a:pt x="838" y="1206"/>
                </a:cubicBezTo>
                <a:cubicBezTo>
                  <a:pt x="844" y="1227"/>
                  <a:pt x="844" y="1227"/>
                  <a:pt x="844" y="1227"/>
                </a:cubicBezTo>
                <a:cubicBezTo>
                  <a:pt x="788" y="1244"/>
                  <a:pt x="788" y="1244"/>
                  <a:pt x="788" y="1244"/>
                </a:cubicBezTo>
                <a:cubicBezTo>
                  <a:pt x="795" y="1265"/>
                  <a:pt x="795" y="1265"/>
                  <a:pt x="795" y="1265"/>
                </a:cubicBezTo>
                <a:cubicBezTo>
                  <a:pt x="841" y="1251"/>
                  <a:pt x="841" y="1251"/>
                  <a:pt x="841" y="1251"/>
                </a:cubicBezTo>
                <a:cubicBezTo>
                  <a:pt x="847" y="1273"/>
                  <a:pt x="847" y="1273"/>
                  <a:pt x="847" y="1273"/>
                </a:cubicBezTo>
                <a:cubicBezTo>
                  <a:pt x="801" y="1286"/>
                  <a:pt x="801" y="1286"/>
                  <a:pt x="801" y="1286"/>
                </a:cubicBezTo>
                <a:cubicBezTo>
                  <a:pt x="814" y="1330"/>
                  <a:pt x="814" y="1330"/>
                  <a:pt x="814" y="1330"/>
                </a:cubicBezTo>
                <a:cubicBezTo>
                  <a:pt x="788" y="1338"/>
                  <a:pt x="788" y="1338"/>
                  <a:pt x="788" y="1338"/>
                </a:cubicBezTo>
                <a:lnTo>
                  <a:pt x="756" y="1230"/>
                </a:lnTo>
                <a:close/>
                <a:moveTo>
                  <a:pt x="1167" y="856"/>
                </a:moveTo>
                <a:cubicBezTo>
                  <a:pt x="1179" y="807"/>
                  <a:pt x="1179" y="807"/>
                  <a:pt x="1179" y="807"/>
                </a:cubicBezTo>
                <a:cubicBezTo>
                  <a:pt x="1187" y="778"/>
                  <a:pt x="1205" y="768"/>
                  <a:pt x="1226" y="773"/>
                </a:cubicBezTo>
                <a:cubicBezTo>
                  <a:pt x="1250" y="779"/>
                  <a:pt x="1262" y="799"/>
                  <a:pt x="1255" y="830"/>
                </a:cubicBezTo>
                <a:cubicBezTo>
                  <a:pt x="1253" y="836"/>
                  <a:pt x="1250" y="843"/>
                  <a:pt x="1247" y="848"/>
                </a:cubicBezTo>
                <a:cubicBezTo>
                  <a:pt x="1283" y="857"/>
                  <a:pt x="1283" y="857"/>
                  <a:pt x="1283" y="857"/>
                </a:cubicBezTo>
                <a:cubicBezTo>
                  <a:pt x="1276" y="883"/>
                  <a:pt x="1276" y="883"/>
                  <a:pt x="1276" y="883"/>
                </a:cubicBezTo>
                <a:lnTo>
                  <a:pt x="1167" y="856"/>
                </a:lnTo>
                <a:close/>
                <a:moveTo>
                  <a:pt x="1221" y="800"/>
                </a:moveTo>
                <a:cubicBezTo>
                  <a:pt x="1212" y="798"/>
                  <a:pt x="1204" y="802"/>
                  <a:pt x="1201" y="814"/>
                </a:cubicBezTo>
                <a:cubicBezTo>
                  <a:pt x="1196" y="835"/>
                  <a:pt x="1196" y="835"/>
                  <a:pt x="1196" y="835"/>
                </a:cubicBezTo>
                <a:cubicBezTo>
                  <a:pt x="1226" y="843"/>
                  <a:pt x="1226" y="843"/>
                  <a:pt x="1226" y="843"/>
                </a:cubicBezTo>
                <a:cubicBezTo>
                  <a:pt x="1229" y="838"/>
                  <a:pt x="1232" y="831"/>
                  <a:pt x="1233" y="826"/>
                </a:cubicBezTo>
                <a:cubicBezTo>
                  <a:pt x="1237" y="812"/>
                  <a:pt x="1232" y="803"/>
                  <a:pt x="1221" y="800"/>
                </a:cubicBezTo>
                <a:close/>
                <a:moveTo>
                  <a:pt x="852" y="89"/>
                </a:moveTo>
                <a:cubicBezTo>
                  <a:pt x="845" y="124"/>
                  <a:pt x="813" y="144"/>
                  <a:pt x="778" y="137"/>
                </a:cubicBezTo>
                <a:cubicBezTo>
                  <a:pt x="759" y="134"/>
                  <a:pt x="743" y="124"/>
                  <a:pt x="735" y="108"/>
                </a:cubicBezTo>
                <a:cubicBezTo>
                  <a:pt x="757" y="96"/>
                  <a:pt x="757" y="96"/>
                  <a:pt x="757" y="96"/>
                </a:cubicBezTo>
                <a:cubicBezTo>
                  <a:pt x="761" y="104"/>
                  <a:pt x="771" y="112"/>
                  <a:pt x="782" y="114"/>
                </a:cubicBezTo>
                <a:cubicBezTo>
                  <a:pt x="804" y="119"/>
                  <a:pt x="822" y="106"/>
                  <a:pt x="826" y="85"/>
                </a:cubicBezTo>
                <a:cubicBezTo>
                  <a:pt x="830" y="61"/>
                  <a:pt x="818" y="44"/>
                  <a:pt x="797" y="40"/>
                </a:cubicBezTo>
                <a:cubicBezTo>
                  <a:pt x="785" y="38"/>
                  <a:pt x="773" y="42"/>
                  <a:pt x="766" y="46"/>
                </a:cubicBezTo>
                <a:cubicBezTo>
                  <a:pt x="763" y="60"/>
                  <a:pt x="763" y="60"/>
                  <a:pt x="763" y="60"/>
                </a:cubicBezTo>
                <a:cubicBezTo>
                  <a:pt x="790" y="65"/>
                  <a:pt x="790" y="65"/>
                  <a:pt x="790" y="65"/>
                </a:cubicBezTo>
                <a:cubicBezTo>
                  <a:pt x="786" y="86"/>
                  <a:pt x="786" y="86"/>
                  <a:pt x="786" y="86"/>
                </a:cubicBezTo>
                <a:cubicBezTo>
                  <a:pt x="734" y="76"/>
                  <a:pt x="734" y="76"/>
                  <a:pt x="734" y="76"/>
                </a:cubicBezTo>
                <a:cubicBezTo>
                  <a:pt x="747" y="9"/>
                  <a:pt x="747" y="9"/>
                  <a:pt x="747" y="9"/>
                </a:cubicBezTo>
                <a:cubicBezTo>
                  <a:pt x="769" y="13"/>
                  <a:pt x="769" y="13"/>
                  <a:pt x="769" y="13"/>
                </a:cubicBezTo>
                <a:cubicBezTo>
                  <a:pt x="767" y="24"/>
                  <a:pt x="767" y="24"/>
                  <a:pt x="767" y="24"/>
                </a:cubicBezTo>
                <a:cubicBezTo>
                  <a:pt x="777" y="18"/>
                  <a:pt x="792" y="16"/>
                  <a:pt x="805" y="19"/>
                </a:cubicBezTo>
                <a:cubicBezTo>
                  <a:pt x="837" y="25"/>
                  <a:pt x="858" y="55"/>
                  <a:pt x="852" y="89"/>
                </a:cubicBezTo>
                <a:close/>
                <a:moveTo>
                  <a:pt x="1137" y="228"/>
                </a:moveTo>
                <a:cubicBezTo>
                  <a:pt x="1119" y="207"/>
                  <a:pt x="1119" y="207"/>
                  <a:pt x="1119" y="207"/>
                </a:cubicBezTo>
                <a:cubicBezTo>
                  <a:pt x="1034" y="280"/>
                  <a:pt x="1034" y="280"/>
                  <a:pt x="1034" y="280"/>
                </a:cubicBezTo>
                <a:cubicBezTo>
                  <a:pt x="1050" y="301"/>
                  <a:pt x="1050" y="301"/>
                  <a:pt x="1050" y="301"/>
                </a:cubicBezTo>
                <a:cubicBezTo>
                  <a:pt x="1084" y="273"/>
                  <a:pt x="1084" y="273"/>
                  <a:pt x="1084" y="273"/>
                </a:cubicBezTo>
                <a:cubicBezTo>
                  <a:pt x="1116" y="312"/>
                  <a:pt x="1116" y="312"/>
                  <a:pt x="1116" y="312"/>
                </a:cubicBezTo>
                <a:cubicBezTo>
                  <a:pt x="1082" y="339"/>
                  <a:pt x="1082" y="339"/>
                  <a:pt x="1082" y="339"/>
                </a:cubicBezTo>
                <a:cubicBezTo>
                  <a:pt x="1099" y="360"/>
                  <a:pt x="1099" y="360"/>
                  <a:pt x="1099" y="360"/>
                </a:cubicBezTo>
                <a:cubicBezTo>
                  <a:pt x="1187" y="290"/>
                  <a:pt x="1187" y="290"/>
                  <a:pt x="1187" y="290"/>
                </a:cubicBezTo>
                <a:cubicBezTo>
                  <a:pt x="1170" y="269"/>
                  <a:pt x="1170" y="269"/>
                  <a:pt x="1170" y="269"/>
                </a:cubicBezTo>
                <a:cubicBezTo>
                  <a:pt x="1133" y="298"/>
                  <a:pt x="1133" y="298"/>
                  <a:pt x="1133" y="298"/>
                </a:cubicBezTo>
                <a:cubicBezTo>
                  <a:pt x="1101" y="258"/>
                  <a:pt x="1101" y="258"/>
                  <a:pt x="1101" y="258"/>
                </a:cubicBezTo>
                <a:lnTo>
                  <a:pt x="1137" y="228"/>
                </a:lnTo>
                <a:close/>
                <a:moveTo>
                  <a:pt x="629" y="1360"/>
                </a:moveTo>
                <a:cubicBezTo>
                  <a:pt x="663" y="1360"/>
                  <a:pt x="692" y="1335"/>
                  <a:pt x="692" y="1299"/>
                </a:cubicBezTo>
                <a:cubicBezTo>
                  <a:pt x="692" y="1264"/>
                  <a:pt x="663" y="1239"/>
                  <a:pt x="629" y="1239"/>
                </a:cubicBezTo>
                <a:cubicBezTo>
                  <a:pt x="595" y="1239"/>
                  <a:pt x="567" y="1264"/>
                  <a:pt x="567" y="1299"/>
                </a:cubicBezTo>
                <a:cubicBezTo>
                  <a:pt x="567" y="1335"/>
                  <a:pt x="595" y="1360"/>
                  <a:pt x="629" y="1360"/>
                </a:cubicBezTo>
                <a:close/>
                <a:moveTo>
                  <a:pt x="593" y="1299"/>
                </a:moveTo>
                <a:cubicBezTo>
                  <a:pt x="593" y="1279"/>
                  <a:pt x="610" y="1263"/>
                  <a:pt x="629" y="1263"/>
                </a:cubicBezTo>
                <a:cubicBezTo>
                  <a:pt x="649" y="1263"/>
                  <a:pt x="665" y="1279"/>
                  <a:pt x="665" y="1299"/>
                </a:cubicBezTo>
                <a:cubicBezTo>
                  <a:pt x="665" y="1320"/>
                  <a:pt x="649" y="1336"/>
                  <a:pt x="629" y="1336"/>
                </a:cubicBezTo>
                <a:cubicBezTo>
                  <a:pt x="610" y="1336"/>
                  <a:pt x="593" y="1320"/>
                  <a:pt x="593" y="1299"/>
                </a:cubicBezTo>
                <a:close/>
                <a:moveTo>
                  <a:pt x="1177" y="531"/>
                </a:moveTo>
                <a:cubicBezTo>
                  <a:pt x="1169" y="508"/>
                  <a:pt x="1169" y="508"/>
                  <a:pt x="1169" y="508"/>
                </a:cubicBezTo>
                <a:cubicBezTo>
                  <a:pt x="1213" y="430"/>
                  <a:pt x="1213" y="430"/>
                  <a:pt x="1213" y="430"/>
                </a:cubicBezTo>
                <a:cubicBezTo>
                  <a:pt x="1149" y="455"/>
                  <a:pt x="1149" y="455"/>
                  <a:pt x="1149" y="455"/>
                </a:cubicBezTo>
                <a:cubicBezTo>
                  <a:pt x="1140" y="431"/>
                  <a:pt x="1140" y="431"/>
                  <a:pt x="1140" y="431"/>
                </a:cubicBezTo>
                <a:cubicBezTo>
                  <a:pt x="1245" y="390"/>
                  <a:pt x="1245" y="390"/>
                  <a:pt x="1245" y="390"/>
                </a:cubicBezTo>
                <a:cubicBezTo>
                  <a:pt x="1254" y="414"/>
                  <a:pt x="1254" y="414"/>
                  <a:pt x="1254" y="414"/>
                </a:cubicBezTo>
                <a:cubicBezTo>
                  <a:pt x="1251" y="415"/>
                  <a:pt x="1251" y="415"/>
                  <a:pt x="1251" y="415"/>
                </a:cubicBezTo>
                <a:cubicBezTo>
                  <a:pt x="1248" y="417"/>
                  <a:pt x="1243" y="421"/>
                  <a:pt x="1241" y="426"/>
                </a:cubicBezTo>
                <a:cubicBezTo>
                  <a:pt x="1202" y="495"/>
                  <a:pt x="1202" y="495"/>
                  <a:pt x="1202" y="495"/>
                </a:cubicBezTo>
                <a:cubicBezTo>
                  <a:pt x="1274" y="469"/>
                  <a:pt x="1274" y="469"/>
                  <a:pt x="1274" y="469"/>
                </a:cubicBezTo>
                <a:cubicBezTo>
                  <a:pt x="1283" y="493"/>
                  <a:pt x="1283" y="493"/>
                  <a:pt x="1283" y="493"/>
                </a:cubicBezTo>
                <a:lnTo>
                  <a:pt x="1177" y="531"/>
                </a:lnTo>
                <a:close/>
                <a:moveTo>
                  <a:pt x="1195" y="692"/>
                </a:moveTo>
                <a:cubicBezTo>
                  <a:pt x="1191" y="607"/>
                  <a:pt x="1191" y="607"/>
                  <a:pt x="1191" y="607"/>
                </a:cubicBezTo>
                <a:cubicBezTo>
                  <a:pt x="1214" y="606"/>
                  <a:pt x="1214" y="606"/>
                  <a:pt x="1214" y="606"/>
                </a:cubicBezTo>
                <a:cubicBezTo>
                  <a:pt x="1216" y="664"/>
                  <a:pt x="1216" y="664"/>
                  <a:pt x="1216" y="664"/>
                </a:cubicBezTo>
                <a:cubicBezTo>
                  <a:pt x="1238" y="663"/>
                  <a:pt x="1238" y="663"/>
                  <a:pt x="1238" y="663"/>
                </a:cubicBezTo>
                <a:cubicBezTo>
                  <a:pt x="1236" y="615"/>
                  <a:pt x="1236" y="615"/>
                  <a:pt x="1236" y="615"/>
                </a:cubicBezTo>
                <a:cubicBezTo>
                  <a:pt x="1258" y="614"/>
                  <a:pt x="1258" y="614"/>
                  <a:pt x="1258" y="614"/>
                </a:cubicBezTo>
                <a:cubicBezTo>
                  <a:pt x="1261" y="662"/>
                  <a:pt x="1261" y="662"/>
                  <a:pt x="1261" y="662"/>
                </a:cubicBezTo>
                <a:cubicBezTo>
                  <a:pt x="1284" y="661"/>
                  <a:pt x="1284" y="661"/>
                  <a:pt x="1284" y="661"/>
                </a:cubicBezTo>
                <a:cubicBezTo>
                  <a:pt x="1281" y="603"/>
                  <a:pt x="1281" y="603"/>
                  <a:pt x="1281" y="603"/>
                </a:cubicBezTo>
                <a:cubicBezTo>
                  <a:pt x="1304" y="602"/>
                  <a:pt x="1304" y="602"/>
                  <a:pt x="1304" y="602"/>
                </a:cubicBezTo>
                <a:cubicBezTo>
                  <a:pt x="1308" y="687"/>
                  <a:pt x="1308" y="687"/>
                  <a:pt x="1308" y="687"/>
                </a:cubicBezTo>
                <a:lnTo>
                  <a:pt x="1195" y="692"/>
                </a:lnTo>
                <a:close/>
                <a:moveTo>
                  <a:pt x="963" y="86"/>
                </a:moveTo>
                <a:cubicBezTo>
                  <a:pt x="938" y="73"/>
                  <a:pt x="938" y="73"/>
                  <a:pt x="938" y="73"/>
                </a:cubicBezTo>
                <a:cubicBezTo>
                  <a:pt x="922" y="194"/>
                  <a:pt x="922" y="194"/>
                  <a:pt x="922" y="194"/>
                </a:cubicBezTo>
                <a:cubicBezTo>
                  <a:pt x="946" y="209"/>
                  <a:pt x="946" y="209"/>
                  <a:pt x="946" y="209"/>
                </a:cubicBezTo>
                <a:cubicBezTo>
                  <a:pt x="1049" y="144"/>
                  <a:pt x="1049" y="144"/>
                  <a:pt x="1049" y="144"/>
                </a:cubicBezTo>
                <a:cubicBezTo>
                  <a:pt x="1027" y="127"/>
                  <a:pt x="1027" y="127"/>
                  <a:pt x="1027" y="127"/>
                </a:cubicBezTo>
                <a:cubicBezTo>
                  <a:pt x="1006" y="141"/>
                  <a:pt x="1006" y="141"/>
                  <a:pt x="1006" y="141"/>
                </a:cubicBezTo>
                <a:cubicBezTo>
                  <a:pt x="959" y="111"/>
                  <a:pt x="959" y="111"/>
                  <a:pt x="959" y="111"/>
                </a:cubicBezTo>
                <a:lnTo>
                  <a:pt x="963" y="86"/>
                </a:lnTo>
                <a:close/>
                <a:moveTo>
                  <a:pt x="986" y="155"/>
                </a:moveTo>
                <a:cubicBezTo>
                  <a:pt x="948" y="180"/>
                  <a:pt x="948" y="180"/>
                  <a:pt x="948" y="180"/>
                </a:cubicBezTo>
                <a:cubicBezTo>
                  <a:pt x="955" y="135"/>
                  <a:pt x="955" y="135"/>
                  <a:pt x="955" y="135"/>
                </a:cubicBezTo>
                <a:lnTo>
                  <a:pt x="986" y="155"/>
                </a:lnTo>
                <a:close/>
                <a:moveTo>
                  <a:pt x="1211" y="1035"/>
                </a:moveTo>
                <a:cubicBezTo>
                  <a:pt x="1229" y="1005"/>
                  <a:pt x="1222" y="968"/>
                  <a:pt x="1192" y="950"/>
                </a:cubicBezTo>
                <a:cubicBezTo>
                  <a:pt x="1161" y="931"/>
                  <a:pt x="1125" y="942"/>
                  <a:pt x="1107" y="971"/>
                </a:cubicBezTo>
                <a:cubicBezTo>
                  <a:pt x="1089" y="1000"/>
                  <a:pt x="1096" y="1037"/>
                  <a:pt x="1126" y="1056"/>
                </a:cubicBezTo>
                <a:cubicBezTo>
                  <a:pt x="1157" y="1074"/>
                  <a:pt x="1193" y="1064"/>
                  <a:pt x="1211" y="1035"/>
                </a:cubicBezTo>
                <a:close/>
                <a:moveTo>
                  <a:pt x="1140" y="1033"/>
                </a:moveTo>
                <a:cubicBezTo>
                  <a:pt x="1123" y="1023"/>
                  <a:pt x="1118" y="1001"/>
                  <a:pt x="1128" y="984"/>
                </a:cubicBezTo>
                <a:cubicBezTo>
                  <a:pt x="1138" y="967"/>
                  <a:pt x="1160" y="961"/>
                  <a:pt x="1178" y="972"/>
                </a:cubicBezTo>
                <a:cubicBezTo>
                  <a:pt x="1195" y="983"/>
                  <a:pt x="1200" y="1005"/>
                  <a:pt x="1190" y="1022"/>
                </a:cubicBezTo>
                <a:cubicBezTo>
                  <a:pt x="1180" y="1038"/>
                  <a:pt x="1158" y="1044"/>
                  <a:pt x="1140" y="1033"/>
                </a:cubicBezTo>
                <a:close/>
                <a:moveTo>
                  <a:pt x="1074" y="1144"/>
                </a:moveTo>
                <a:cubicBezTo>
                  <a:pt x="1075" y="1155"/>
                  <a:pt x="1070" y="1166"/>
                  <a:pt x="1062" y="1174"/>
                </a:cubicBezTo>
                <a:cubicBezTo>
                  <a:pt x="1047" y="1186"/>
                  <a:pt x="1024" y="1185"/>
                  <a:pt x="1011" y="1169"/>
                </a:cubicBezTo>
                <a:cubicBezTo>
                  <a:pt x="997" y="1153"/>
                  <a:pt x="1000" y="1131"/>
                  <a:pt x="1015" y="1118"/>
                </a:cubicBezTo>
                <a:cubicBezTo>
                  <a:pt x="1024" y="1111"/>
                  <a:pt x="1035" y="1108"/>
                  <a:pt x="1046" y="1110"/>
                </a:cubicBezTo>
                <a:cubicBezTo>
                  <a:pt x="1051" y="1085"/>
                  <a:pt x="1051" y="1085"/>
                  <a:pt x="1051" y="1085"/>
                </a:cubicBezTo>
                <a:cubicBezTo>
                  <a:pt x="1033" y="1082"/>
                  <a:pt x="1014" y="1087"/>
                  <a:pt x="999" y="1099"/>
                </a:cubicBezTo>
                <a:cubicBezTo>
                  <a:pt x="973" y="1121"/>
                  <a:pt x="968" y="1159"/>
                  <a:pt x="990" y="1186"/>
                </a:cubicBezTo>
                <a:cubicBezTo>
                  <a:pt x="1013" y="1213"/>
                  <a:pt x="1051" y="1214"/>
                  <a:pt x="1077" y="1192"/>
                </a:cubicBezTo>
                <a:cubicBezTo>
                  <a:pt x="1093" y="1179"/>
                  <a:pt x="1101" y="1160"/>
                  <a:pt x="1100" y="1141"/>
                </a:cubicBezTo>
                <a:lnTo>
                  <a:pt x="1074" y="1144"/>
                </a:lnTo>
                <a:close/>
                <a:moveTo>
                  <a:pt x="61" y="983"/>
                </a:moveTo>
                <a:cubicBezTo>
                  <a:pt x="50" y="980"/>
                  <a:pt x="41" y="973"/>
                  <a:pt x="36" y="962"/>
                </a:cubicBezTo>
                <a:cubicBezTo>
                  <a:pt x="28" y="945"/>
                  <a:pt x="36" y="923"/>
                  <a:pt x="54" y="915"/>
                </a:cubicBezTo>
                <a:cubicBezTo>
                  <a:pt x="73" y="906"/>
                  <a:pt x="94" y="914"/>
                  <a:pt x="102" y="932"/>
                </a:cubicBezTo>
                <a:cubicBezTo>
                  <a:pt x="107" y="943"/>
                  <a:pt x="107" y="954"/>
                  <a:pt x="101" y="964"/>
                </a:cubicBezTo>
                <a:cubicBezTo>
                  <a:pt x="125" y="976"/>
                  <a:pt x="125" y="976"/>
                  <a:pt x="125" y="976"/>
                </a:cubicBezTo>
                <a:cubicBezTo>
                  <a:pt x="133" y="959"/>
                  <a:pt x="133" y="940"/>
                  <a:pt x="125" y="922"/>
                </a:cubicBezTo>
                <a:cubicBezTo>
                  <a:pt x="110" y="891"/>
                  <a:pt x="76" y="876"/>
                  <a:pt x="43" y="891"/>
                </a:cubicBezTo>
                <a:cubicBezTo>
                  <a:pt x="11" y="906"/>
                  <a:pt x="0" y="942"/>
                  <a:pt x="14" y="973"/>
                </a:cubicBezTo>
                <a:cubicBezTo>
                  <a:pt x="23" y="992"/>
                  <a:pt x="39" y="1004"/>
                  <a:pt x="58" y="1008"/>
                </a:cubicBezTo>
                <a:lnTo>
                  <a:pt x="61" y="983"/>
                </a:lnTo>
                <a:close/>
                <a:moveTo>
                  <a:pt x="481" y="130"/>
                </a:moveTo>
                <a:cubicBezTo>
                  <a:pt x="459" y="139"/>
                  <a:pt x="459" y="139"/>
                  <a:pt x="459" y="139"/>
                </a:cubicBezTo>
                <a:cubicBezTo>
                  <a:pt x="380" y="95"/>
                  <a:pt x="380" y="95"/>
                  <a:pt x="380" y="95"/>
                </a:cubicBezTo>
                <a:cubicBezTo>
                  <a:pt x="406" y="159"/>
                  <a:pt x="406" y="159"/>
                  <a:pt x="406" y="159"/>
                </a:cubicBezTo>
                <a:cubicBezTo>
                  <a:pt x="381" y="168"/>
                  <a:pt x="381" y="168"/>
                  <a:pt x="381" y="168"/>
                </a:cubicBezTo>
                <a:cubicBezTo>
                  <a:pt x="340" y="63"/>
                  <a:pt x="340" y="63"/>
                  <a:pt x="340" y="63"/>
                </a:cubicBezTo>
                <a:cubicBezTo>
                  <a:pt x="364" y="54"/>
                  <a:pt x="364" y="54"/>
                  <a:pt x="364" y="54"/>
                </a:cubicBezTo>
                <a:cubicBezTo>
                  <a:pt x="365" y="57"/>
                  <a:pt x="365" y="57"/>
                  <a:pt x="365" y="57"/>
                </a:cubicBezTo>
                <a:cubicBezTo>
                  <a:pt x="367" y="60"/>
                  <a:pt x="371" y="64"/>
                  <a:pt x="376" y="67"/>
                </a:cubicBezTo>
                <a:cubicBezTo>
                  <a:pt x="445" y="106"/>
                  <a:pt x="445" y="106"/>
                  <a:pt x="445" y="106"/>
                </a:cubicBezTo>
                <a:cubicBezTo>
                  <a:pt x="419" y="34"/>
                  <a:pt x="419" y="34"/>
                  <a:pt x="419" y="34"/>
                </a:cubicBezTo>
                <a:cubicBezTo>
                  <a:pt x="444" y="24"/>
                  <a:pt x="444" y="24"/>
                  <a:pt x="444" y="24"/>
                </a:cubicBezTo>
                <a:lnTo>
                  <a:pt x="481" y="130"/>
                </a:lnTo>
                <a:close/>
                <a:moveTo>
                  <a:pt x="642" y="112"/>
                </a:moveTo>
                <a:cubicBezTo>
                  <a:pt x="557" y="116"/>
                  <a:pt x="557" y="116"/>
                  <a:pt x="557" y="116"/>
                </a:cubicBezTo>
                <a:cubicBezTo>
                  <a:pt x="556" y="94"/>
                  <a:pt x="556" y="94"/>
                  <a:pt x="556" y="94"/>
                </a:cubicBezTo>
                <a:cubicBezTo>
                  <a:pt x="614" y="91"/>
                  <a:pt x="614" y="91"/>
                  <a:pt x="614" y="91"/>
                </a:cubicBezTo>
                <a:cubicBezTo>
                  <a:pt x="613" y="69"/>
                  <a:pt x="613" y="69"/>
                  <a:pt x="613" y="69"/>
                </a:cubicBezTo>
                <a:cubicBezTo>
                  <a:pt x="565" y="71"/>
                  <a:pt x="565" y="71"/>
                  <a:pt x="565" y="71"/>
                </a:cubicBezTo>
                <a:cubicBezTo>
                  <a:pt x="564" y="49"/>
                  <a:pt x="564" y="49"/>
                  <a:pt x="564" y="49"/>
                </a:cubicBezTo>
                <a:cubicBezTo>
                  <a:pt x="612" y="47"/>
                  <a:pt x="612" y="47"/>
                  <a:pt x="612" y="47"/>
                </a:cubicBezTo>
                <a:cubicBezTo>
                  <a:pt x="611" y="23"/>
                  <a:pt x="611" y="23"/>
                  <a:pt x="611" y="23"/>
                </a:cubicBezTo>
                <a:cubicBezTo>
                  <a:pt x="553" y="26"/>
                  <a:pt x="553" y="26"/>
                  <a:pt x="553" y="26"/>
                </a:cubicBezTo>
                <a:cubicBezTo>
                  <a:pt x="552" y="4"/>
                  <a:pt x="552" y="4"/>
                  <a:pt x="552" y="4"/>
                </a:cubicBezTo>
                <a:cubicBezTo>
                  <a:pt x="637" y="0"/>
                  <a:pt x="637" y="0"/>
                  <a:pt x="637" y="0"/>
                </a:cubicBezTo>
                <a:lnTo>
                  <a:pt x="642" y="112"/>
                </a:lnTo>
                <a:close/>
              </a:path>
            </a:pathLst>
          </a:custGeom>
          <a:solidFill>
            <a:srgbClr val="0D1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8932" tIns="14466" rIns="28932" bIns="14466" numCol="1" anchor="t" anchorCtr="0" compatLnSpc="1">
            <a:prstTxWarp prst="textNoShape">
              <a:avLst/>
            </a:prstTxWarp>
          </a:bodyPr>
          <a:lstStyle/>
          <a:p>
            <a:endParaRPr lang="da-DK" sz="570"/>
          </a:p>
        </p:txBody>
      </p:sp>
    </p:spTree>
    <p:extLst>
      <p:ext uri="{BB962C8B-B14F-4D97-AF65-F5344CB8AC3E}">
        <p14:creationId xmlns:p14="http://schemas.microsoft.com/office/powerpoint/2010/main" val="42110875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UK_Forside blå">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991F9A-7F11-4119-AA5A-7CE875573D4E}"/>
              </a:ext>
            </a:extLst>
          </p:cNvPr>
          <p:cNvSpPr/>
          <p:nvPr userDrawn="1"/>
        </p:nvSpPr>
        <p:spPr>
          <a:xfrm>
            <a:off x="0" y="0"/>
            <a:ext cx="12192000" cy="6858000"/>
          </a:xfrm>
          <a:prstGeom prst="rect">
            <a:avLst/>
          </a:prstGeom>
          <a:solidFill>
            <a:srgbClr val="000C2E"/>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bg1"/>
                </a:solidFill>
              </a:defRPr>
            </a:lvl1pPr>
          </a:lstStyle>
          <a:p>
            <a:r>
              <a:rPr lang="da-DK" dirty="0"/>
              <a:t>Indsæt titel</a:t>
            </a:r>
          </a:p>
        </p:txBody>
      </p:sp>
      <p:sp>
        <p:nvSpPr>
          <p:cNvPr id="17" name="Subtitle 2">
            <a:extLst>
              <a:ext uri="{FF2B5EF4-FFF2-40B4-BE49-F238E27FC236}">
                <a16:creationId xmlns:a16="http://schemas.microsoft.com/office/drawing/2014/main" id="{A8F5DFB3-8199-4CB6-9066-2BB37E465677}"/>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bg1"/>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12" name="Date_GeneralDate">
            <a:extLst>
              <a:ext uri="{FF2B5EF4-FFF2-40B4-BE49-F238E27FC236}">
                <a16:creationId xmlns:a16="http://schemas.microsoft.com/office/drawing/2014/main" id="{B98C9C42-90FD-450B-BFF8-46B74DF1894A}"/>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96082EB3-5080-42D3-A152-5B8B1FC97786}"/>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FD5A722A-DCEE-49E6-BB44-6F3079BE66FB}"/>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22" name="Text Placeholder 7">
            <a:extLst>
              <a:ext uri="{FF2B5EF4-FFF2-40B4-BE49-F238E27FC236}">
                <a16:creationId xmlns:a16="http://schemas.microsoft.com/office/drawing/2014/main" id="{DCE89EFC-8997-4F51-A888-D563A6C36C44}"/>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C08E5ED6-3D56-4788-93B6-332204188DC2}"/>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77657689-90E8-4FD6-8984-F6AB4680D26D}"/>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6" name="Freeform 5">
            <a:extLst>
              <a:ext uri="{FF2B5EF4-FFF2-40B4-BE49-F238E27FC236}">
                <a16:creationId xmlns:a16="http://schemas.microsoft.com/office/drawing/2014/main" id="{FF08C7C2-1250-4E95-836F-DF8697DA3072}"/>
              </a:ext>
            </a:extLst>
          </p:cNvPr>
          <p:cNvSpPr>
            <a:spLocks noChangeAspect="1" noEditPoints="1"/>
          </p:cNvSpPr>
          <p:nvPr userDrawn="1"/>
        </p:nvSpPr>
        <p:spPr bwMode="auto">
          <a:xfrm>
            <a:off x="10441656" y="5068798"/>
            <a:ext cx="1027806" cy="1069200"/>
          </a:xfrm>
          <a:custGeom>
            <a:avLst/>
            <a:gdLst>
              <a:gd name="T0" fmla="*/ 629 w 1308"/>
              <a:gd name="T1" fmla="*/ 309 h 1360"/>
              <a:gd name="T2" fmla="*/ 799 w 1308"/>
              <a:gd name="T3" fmla="*/ 354 h 1360"/>
              <a:gd name="T4" fmla="*/ 789 w 1308"/>
              <a:gd name="T5" fmla="*/ 317 h 1360"/>
              <a:gd name="T6" fmla="*/ 678 w 1308"/>
              <a:gd name="T7" fmla="*/ 475 h 1360"/>
              <a:gd name="T8" fmla="*/ 577 w 1308"/>
              <a:gd name="T9" fmla="*/ 453 h 1360"/>
              <a:gd name="T10" fmla="*/ 454 w 1308"/>
              <a:gd name="T11" fmla="*/ 521 h 1360"/>
              <a:gd name="T12" fmla="*/ 719 w 1308"/>
              <a:gd name="T13" fmla="*/ 577 h 1360"/>
              <a:gd name="T14" fmla="*/ 602 w 1308"/>
              <a:gd name="T15" fmla="*/ 749 h 1360"/>
              <a:gd name="T16" fmla="*/ 719 w 1308"/>
              <a:gd name="T17" fmla="*/ 604 h 1360"/>
              <a:gd name="T18" fmla="*/ 651 w 1308"/>
              <a:gd name="T19" fmla="*/ 274 h 1360"/>
              <a:gd name="T20" fmla="*/ 449 w 1308"/>
              <a:gd name="T21" fmla="*/ 579 h 1360"/>
              <a:gd name="T22" fmla="*/ 422 w 1308"/>
              <a:gd name="T23" fmla="*/ 539 h 1360"/>
              <a:gd name="T24" fmla="*/ 356 w 1308"/>
              <a:gd name="T25" fmla="*/ 539 h 1360"/>
              <a:gd name="T26" fmla="*/ 358 w 1308"/>
              <a:gd name="T27" fmla="*/ 626 h 1360"/>
              <a:gd name="T28" fmla="*/ 891 w 1308"/>
              <a:gd name="T29" fmla="*/ 521 h 1360"/>
              <a:gd name="T30" fmla="*/ 890 w 1308"/>
              <a:gd name="T31" fmla="*/ 626 h 1360"/>
              <a:gd name="T32" fmla="*/ 900 w 1308"/>
              <a:gd name="T33" fmla="*/ 568 h 1360"/>
              <a:gd name="T34" fmla="*/ 848 w 1308"/>
              <a:gd name="T35" fmla="*/ 539 h 1360"/>
              <a:gd name="T36" fmla="*/ 796 w 1308"/>
              <a:gd name="T37" fmla="*/ 568 h 1360"/>
              <a:gd name="T38" fmla="*/ 805 w 1308"/>
              <a:gd name="T39" fmla="*/ 626 h 1360"/>
              <a:gd name="T40" fmla="*/ 423 w 1308"/>
              <a:gd name="T41" fmla="*/ 334 h 1360"/>
              <a:gd name="T42" fmla="*/ 512 w 1308"/>
              <a:gd name="T43" fmla="*/ 385 h 1360"/>
              <a:gd name="T44" fmla="*/ 929 w 1308"/>
              <a:gd name="T45" fmla="*/ 843 h 1360"/>
              <a:gd name="T46" fmla="*/ 480 w 1308"/>
              <a:gd name="T47" fmla="*/ 890 h 1360"/>
              <a:gd name="T48" fmla="*/ 397 w 1308"/>
              <a:gd name="T49" fmla="*/ 908 h 1360"/>
              <a:gd name="T50" fmla="*/ 862 w 1308"/>
              <a:gd name="T51" fmla="*/ 908 h 1360"/>
              <a:gd name="T52" fmla="*/ 777 w 1308"/>
              <a:gd name="T53" fmla="*/ 978 h 1360"/>
              <a:gd name="T54" fmla="*/ 328 w 1308"/>
              <a:gd name="T55" fmla="*/ 939 h 1360"/>
              <a:gd name="T56" fmla="*/ 931 w 1308"/>
              <a:gd name="T57" fmla="*/ 939 h 1360"/>
              <a:gd name="T58" fmla="*/ 629 w 1308"/>
              <a:gd name="T59" fmla="*/ 1029 h 1360"/>
              <a:gd name="T60" fmla="*/ 238 w 1308"/>
              <a:gd name="T61" fmla="*/ 1117 h 1360"/>
              <a:gd name="T62" fmla="*/ 200 w 1308"/>
              <a:gd name="T63" fmla="*/ 1203 h 1360"/>
              <a:gd name="T64" fmla="*/ 367 w 1308"/>
              <a:gd name="T65" fmla="*/ 1228 h 1360"/>
              <a:gd name="T66" fmla="*/ 345 w 1308"/>
              <a:gd name="T67" fmla="*/ 1243 h 1360"/>
              <a:gd name="T68" fmla="*/ 841 w 1308"/>
              <a:gd name="T69" fmla="*/ 1251 h 1360"/>
              <a:gd name="T70" fmla="*/ 1167 w 1308"/>
              <a:gd name="T71" fmla="*/ 856 h 1360"/>
              <a:gd name="T72" fmla="*/ 1276 w 1308"/>
              <a:gd name="T73" fmla="*/ 883 h 1360"/>
              <a:gd name="T74" fmla="*/ 1233 w 1308"/>
              <a:gd name="T75" fmla="*/ 826 h 1360"/>
              <a:gd name="T76" fmla="*/ 782 w 1308"/>
              <a:gd name="T77" fmla="*/ 114 h 1360"/>
              <a:gd name="T78" fmla="*/ 786 w 1308"/>
              <a:gd name="T79" fmla="*/ 86 h 1360"/>
              <a:gd name="T80" fmla="*/ 852 w 1308"/>
              <a:gd name="T81" fmla="*/ 89 h 1360"/>
              <a:gd name="T82" fmla="*/ 1116 w 1308"/>
              <a:gd name="T83" fmla="*/ 312 h 1360"/>
              <a:gd name="T84" fmla="*/ 1101 w 1308"/>
              <a:gd name="T85" fmla="*/ 258 h 1360"/>
              <a:gd name="T86" fmla="*/ 629 w 1308"/>
              <a:gd name="T87" fmla="*/ 1360 h 1360"/>
              <a:gd name="T88" fmla="*/ 1177 w 1308"/>
              <a:gd name="T89" fmla="*/ 531 h 1360"/>
              <a:gd name="T90" fmla="*/ 1254 w 1308"/>
              <a:gd name="T91" fmla="*/ 414 h 1360"/>
              <a:gd name="T92" fmla="*/ 1177 w 1308"/>
              <a:gd name="T93" fmla="*/ 531 h 1360"/>
              <a:gd name="T94" fmla="*/ 1236 w 1308"/>
              <a:gd name="T95" fmla="*/ 615 h 1360"/>
              <a:gd name="T96" fmla="*/ 1308 w 1308"/>
              <a:gd name="T97" fmla="*/ 687 h 1360"/>
              <a:gd name="T98" fmla="*/ 1049 w 1308"/>
              <a:gd name="T99" fmla="*/ 144 h 1360"/>
              <a:gd name="T100" fmla="*/ 948 w 1308"/>
              <a:gd name="T101" fmla="*/ 180 h 1360"/>
              <a:gd name="T102" fmla="*/ 1126 w 1308"/>
              <a:gd name="T103" fmla="*/ 1056 h 1360"/>
              <a:gd name="T104" fmla="*/ 1140 w 1308"/>
              <a:gd name="T105" fmla="*/ 1033 h 1360"/>
              <a:gd name="T106" fmla="*/ 1051 w 1308"/>
              <a:gd name="T107" fmla="*/ 1085 h 1360"/>
              <a:gd name="T108" fmla="*/ 61 w 1308"/>
              <a:gd name="T109" fmla="*/ 983 h 1360"/>
              <a:gd name="T110" fmla="*/ 125 w 1308"/>
              <a:gd name="T111" fmla="*/ 922 h 1360"/>
              <a:gd name="T112" fmla="*/ 459 w 1308"/>
              <a:gd name="T113" fmla="*/ 139 h 1360"/>
              <a:gd name="T114" fmla="*/ 365 w 1308"/>
              <a:gd name="T115" fmla="*/ 57 h 1360"/>
              <a:gd name="T116" fmla="*/ 642 w 1308"/>
              <a:gd name="T117" fmla="*/ 112 h 1360"/>
              <a:gd name="T118" fmla="*/ 564 w 1308"/>
              <a:gd name="T119" fmla="*/ 49 h 1360"/>
              <a:gd name="T120" fmla="*/ 642 w 1308"/>
              <a:gd name="T121" fmla="*/ 112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8" h="1360">
                <a:moveTo>
                  <a:pt x="695" y="425"/>
                </a:moveTo>
                <a:cubicBezTo>
                  <a:pt x="695" y="432"/>
                  <a:pt x="695" y="432"/>
                  <a:pt x="695" y="432"/>
                </a:cubicBezTo>
                <a:cubicBezTo>
                  <a:pt x="563" y="432"/>
                  <a:pt x="563" y="432"/>
                  <a:pt x="563" y="432"/>
                </a:cubicBezTo>
                <a:cubicBezTo>
                  <a:pt x="563" y="425"/>
                  <a:pt x="563" y="425"/>
                  <a:pt x="563" y="425"/>
                </a:cubicBezTo>
                <a:cubicBezTo>
                  <a:pt x="563" y="425"/>
                  <a:pt x="563" y="425"/>
                  <a:pt x="563" y="425"/>
                </a:cubicBezTo>
                <a:cubicBezTo>
                  <a:pt x="563" y="410"/>
                  <a:pt x="629" y="309"/>
                  <a:pt x="629" y="309"/>
                </a:cubicBezTo>
                <a:cubicBezTo>
                  <a:pt x="629" y="309"/>
                  <a:pt x="695" y="410"/>
                  <a:pt x="695" y="425"/>
                </a:cubicBezTo>
                <a:close/>
                <a:moveTo>
                  <a:pt x="789" y="317"/>
                </a:moveTo>
                <a:cubicBezTo>
                  <a:pt x="777" y="316"/>
                  <a:pt x="766" y="320"/>
                  <a:pt x="758" y="328"/>
                </a:cubicBezTo>
                <a:cubicBezTo>
                  <a:pt x="757" y="328"/>
                  <a:pt x="758" y="329"/>
                  <a:pt x="758" y="329"/>
                </a:cubicBezTo>
                <a:cubicBezTo>
                  <a:pt x="763" y="327"/>
                  <a:pt x="769" y="327"/>
                  <a:pt x="775" y="329"/>
                </a:cubicBezTo>
                <a:cubicBezTo>
                  <a:pt x="787" y="332"/>
                  <a:pt x="797" y="342"/>
                  <a:pt x="799" y="354"/>
                </a:cubicBezTo>
                <a:cubicBezTo>
                  <a:pt x="802" y="375"/>
                  <a:pt x="787" y="392"/>
                  <a:pt x="767" y="392"/>
                </a:cubicBezTo>
                <a:cubicBezTo>
                  <a:pt x="764" y="392"/>
                  <a:pt x="761" y="391"/>
                  <a:pt x="758" y="391"/>
                </a:cubicBezTo>
                <a:cubicBezTo>
                  <a:pt x="758" y="390"/>
                  <a:pt x="757" y="391"/>
                  <a:pt x="758" y="392"/>
                </a:cubicBezTo>
                <a:cubicBezTo>
                  <a:pt x="765" y="399"/>
                  <a:pt x="775" y="403"/>
                  <a:pt x="786" y="403"/>
                </a:cubicBezTo>
                <a:cubicBezTo>
                  <a:pt x="811" y="403"/>
                  <a:pt x="830" y="382"/>
                  <a:pt x="829" y="358"/>
                </a:cubicBezTo>
                <a:cubicBezTo>
                  <a:pt x="828" y="336"/>
                  <a:pt x="810" y="318"/>
                  <a:pt x="789" y="317"/>
                </a:cubicBezTo>
                <a:moveTo>
                  <a:pt x="698" y="556"/>
                </a:moveTo>
                <a:cubicBezTo>
                  <a:pt x="698" y="556"/>
                  <a:pt x="693" y="522"/>
                  <a:pt x="693" y="511"/>
                </a:cubicBezTo>
                <a:cubicBezTo>
                  <a:pt x="693" y="495"/>
                  <a:pt x="709" y="489"/>
                  <a:pt x="709" y="489"/>
                </a:cubicBezTo>
                <a:cubicBezTo>
                  <a:pt x="711" y="453"/>
                  <a:pt x="711" y="453"/>
                  <a:pt x="711" y="453"/>
                </a:cubicBezTo>
                <a:cubicBezTo>
                  <a:pt x="681" y="453"/>
                  <a:pt x="681" y="453"/>
                  <a:pt x="681" y="453"/>
                </a:cubicBezTo>
                <a:cubicBezTo>
                  <a:pt x="678" y="475"/>
                  <a:pt x="678" y="475"/>
                  <a:pt x="678" y="475"/>
                </a:cubicBezTo>
                <a:cubicBezTo>
                  <a:pt x="652" y="475"/>
                  <a:pt x="652" y="475"/>
                  <a:pt x="652" y="475"/>
                </a:cubicBezTo>
                <a:cubicBezTo>
                  <a:pt x="649" y="453"/>
                  <a:pt x="649" y="453"/>
                  <a:pt x="649" y="453"/>
                </a:cubicBezTo>
                <a:cubicBezTo>
                  <a:pt x="609" y="453"/>
                  <a:pt x="609" y="453"/>
                  <a:pt x="609" y="453"/>
                </a:cubicBezTo>
                <a:cubicBezTo>
                  <a:pt x="606" y="475"/>
                  <a:pt x="606" y="475"/>
                  <a:pt x="606" y="475"/>
                </a:cubicBezTo>
                <a:cubicBezTo>
                  <a:pt x="580" y="475"/>
                  <a:pt x="580" y="475"/>
                  <a:pt x="580" y="475"/>
                </a:cubicBezTo>
                <a:cubicBezTo>
                  <a:pt x="577" y="453"/>
                  <a:pt x="577" y="453"/>
                  <a:pt x="577" y="453"/>
                </a:cubicBezTo>
                <a:cubicBezTo>
                  <a:pt x="548" y="453"/>
                  <a:pt x="548" y="453"/>
                  <a:pt x="548" y="453"/>
                </a:cubicBezTo>
                <a:cubicBezTo>
                  <a:pt x="550" y="489"/>
                  <a:pt x="550" y="489"/>
                  <a:pt x="550" y="489"/>
                </a:cubicBezTo>
                <a:cubicBezTo>
                  <a:pt x="550" y="489"/>
                  <a:pt x="565" y="495"/>
                  <a:pt x="565" y="511"/>
                </a:cubicBezTo>
                <a:cubicBezTo>
                  <a:pt x="565" y="522"/>
                  <a:pt x="561" y="556"/>
                  <a:pt x="561" y="556"/>
                </a:cubicBezTo>
                <a:lnTo>
                  <a:pt x="698" y="556"/>
                </a:lnTo>
                <a:close/>
                <a:moveTo>
                  <a:pt x="454" y="521"/>
                </a:moveTo>
                <a:cubicBezTo>
                  <a:pt x="454" y="511"/>
                  <a:pt x="454" y="511"/>
                  <a:pt x="454" y="511"/>
                </a:cubicBezTo>
                <a:cubicBezTo>
                  <a:pt x="454" y="484"/>
                  <a:pt x="435" y="468"/>
                  <a:pt x="411" y="468"/>
                </a:cubicBezTo>
                <a:cubicBezTo>
                  <a:pt x="387" y="468"/>
                  <a:pt x="367" y="484"/>
                  <a:pt x="367" y="511"/>
                </a:cubicBezTo>
                <a:cubicBezTo>
                  <a:pt x="367" y="521"/>
                  <a:pt x="367" y="521"/>
                  <a:pt x="367" y="521"/>
                </a:cubicBezTo>
                <a:lnTo>
                  <a:pt x="454" y="521"/>
                </a:lnTo>
                <a:close/>
                <a:moveTo>
                  <a:pt x="719" y="577"/>
                </a:moveTo>
                <a:cubicBezTo>
                  <a:pt x="540" y="577"/>
                  <a:pt x="540" y="577"/>
                  <a:pt x="540" y="577"/>
                </a:cubicBezTo>
                <a:cubicBezTo>
                  <a:pt x="540" y="604"/>
                  <a:pt x="540" y="604"/>
                  <a:pt x="540" y="604"/>
                </a:cubicBezTo>
                <a:cubicBezTo>
                  <a:pt x="540" y="604"/>
                  <a:pt x="551" y="609"/>
                  <a:pt x="551" y="622"/>
                </a:cubicBezTo>
                <a:cubicBezTo>
                  <a:pt x="551" y="647"/>
                  <a:pt x="531" y="745"/>
                  <a:pt x="535" y="816"/>
                </a:cubicBezTo>
                <a:cubicBezTo>
                  <a:pt x="598" y="816"/>
                  <a:pt x="598" y="816"/>
                  <a:pt x="598" y="816"/>
                </a:cubicBezTo>
                <a:cubicBezTo>
                  <a:pt x="602" y="749"/>
                  <a:pt x="602" y="749"/>
                  <a:pt x="602" y="749"/>
                </a:cubicBezTo>
                <a:cubicBezTo>
                  <a:pt x="604" y="732"/>
                  <a:pt x="615" y="722"/>
                  <a:pt x="629" y="722"/>
                </a:cubicBezTo>
                <a:cubicBezTo>
                  <a:pt x="643" y="722"/>
                  <a:pt x="654" y="732"/>
                  <a:pt x="656" y="749"/>
                </a:cubicBezTo>
                <a:cubicBezTo>
                  <a:pt x="661" y="816"/>
                  <a:pt x="661" y="816"/>
                  <a:pt x="661" y="816"/>
                </a:cubicBezTo>
                <a:cubicBezTo>
                  <a:pt x="724" y="816"/>
                  <a:pt x="724" y="816"/>
                  <a:pt x="724" y="816"/>
                </a:cubicBezTo>
                <a:cubicBezTo>
                  <a:pt x="727" y="745"/>
                  <a:pt x="708" y="647"/>
                  <a:pt x="708" y="622"/>
                </a:cubicBezTo>
                <a:cubicBezTo>
                  <a:pt x="708" y="609"/>
                  <a:pt x="719" y="604"/>
                  <a:pt x="719" y="604"/>
                </a:cubicBezTo>
                <a:cubicBezTo>
                  <a:pt x="719" y="577"/>
                  <a:pt x="719" y="577"/>
                  <a:pt x="719" y="577"/>
                </a:cubicBezTo>
                <a:moveTo>
                  <a:pt x="651" y="274"/>
                </a:moveTo>
                <a:cubicBezTo>
                  <a:pt x="651" y="262"/>
                  <a:pt x="641" y="252"/>
                  <a:pt x="629" y="252"/>
                </a:cubicBezTo>
                <a:cubicBezTo>
                  <a:pt x="617" y="252"/>
                  <a:pt x="607" y="262"/>
                  <a:pt x="607" y="274"/>
                </a:cubicBezTo>
                <a:cubicBezTo>
                  <a:pt x="607" y="286"/>
                  <a:pt x="617" y="296"/>
                  <a:pt x="629" y="296"/>
                </a:cubicBezTo>
                <a:cubicBezTo>
                  <a:pt x="641" y="296"/>
                  <a:pt x="651" y="286"/>
                  <a:pt x="651" y="274"/>
                </a:cubicBezTo>
                <a:moveTo>
                  <a:pt x="453" y="626"/>
                </a:moveTo>
                <a:cubicBezTo>
                  <a:pt x="464" y="626"/>
                  <a:pt x="464" y="626"/>
                  <a:pt x="464" y="626"/>
                </a:cubicBezTo>
                <a:cubicBezTo>
                  <a:pt x="464" y="610"/>
                  <a:pt x="464" y="610"/>
                  <a:pt x="464" y="610"/>
                </a:cubicBezTo>
                <a:cubicBezTo>
                  <a:pt x="464" y="610"/>
                  <a:pt x="450" y="607"/>
                  <a:pt x="450" y="593"/>
                </a:cubicBezTo>
                <a:cubicBezTo>
                  <a:pt x="450" y="593"/>
                  <a:pt x="450" y="593"/>
                  <a:pt x="450" y="593"/>
                </a:cubicBezTo>
                <a:cubicBezTo>
                  <a:pt x="449" y="579"/>
                  <a:pt x="449" y="579"/>
                  <a:pt x="449" y="579"/>
                </a:cubicBezTo>
                <a:cubicBezTo>
                  <a:pt x="463" y="568"/>
                  <a:pt x="463" y="568"/>
                  <a:pt x="463" y="568"/>
                </a:cubicBezTo>
                <a:cubicBezTo>
                  <a:pt x="465" y="539"/>
                  <a:pt x="465" y="539"/>
                  <a:pt x="465" y="539"/>
                </a:cubicBezTo>
                <a:cubicBezTo>
                  <a:pt x="446" y="539"/>
                  <a:pt x="446" y="539"/>
                  <a:pt x="446" y="539"/>
                </a:cubicBezTo>
                <a:cubicBezTo>
                  <a:pt x="443" y="560"/>
                  <a:pt x="443" y="560"/>
                  <a:pt x="443" y="560"/>
                </a:cubicBezTo>
                <a:cubicBezTo>
                  <a:pt x="424" y="560"/>
                  <a:pt x="424" y="560"/>
                  <a:pt x="424" y="560"/>
                </a:cubicBezTo>
                <a:cubicBezTo>
                  <a:pt x="422" y="539"/>
                  <a:pt x="422" y="539"/>
                  <a:pt x="422" y="539"/>
                </a:cubicBezTo>
                <a:cubicBezTo>
                  <a:pt x="411" y="539"/>
                  <a:pt x="411" y="539"/>
                  <a:pt x="411" y="539"/>
                </a:cubicBezTo>
                <a:cubicBezTo>
                  <a:pt x="400" y="539"/>
                  <a:pt x="400" y="539"/>
                  <a:pt x="400" y="539"/>
                </a:cubicBezTo>
                <a:cubicBezTo>
                  <a:pt x="397" y="560"/>
                  <a:pt x="397" y="560"/>
                  <a:pt x="397" y="560"/>
                </a:cubicBezTo>
                <a:cubicBezTo>
                  <a:pt x="378" y="560"/>
                  <a:pt x="378" y="560"/>
                  <a:pt x="378" y="560"/>
                </a:cubicBezTo>
                <a:cubicBezTo>
                  <a:pt x="376" y="539"/>
                  <a:pt x="376" y="539"/>
                  <a:pt x="376" y="539"/>
                </a:cubicBezTo>
                <a:cubicBezTo>
                  <a:pt x="356" y="539"/>
                  <a:pt x="356" y="539"/>
                  <a:pt x="356" y="539"/>
                </a:cubicBezTo>
                <a:cubicBezTo>
                  <a:pt x="359" y="568"/>
                  <a:pt x="359" y="568"/>
                  <a:pt x="359" y="568"/>
                </a:cubicBezTo>
                <a:cubicBezTo>
                  <a:pt x="372" y="579"/>
                  <a:pt x="372" y="579"/>
                  <a:pt x="372" y="579"/>
                </a:cubicBezTo>
                <a:cubicBezTo>
                  <a:pt x="371" y="593"/>
                  <a:pt x="371" y="593"/>
                  <a:pt x="371" y="593"/>
                </a:cubicBezTo>
                <a:cubicBezTo>
                  <a:pt x="371" y="593"/>
                  <a:pt x="371" y="593"/>
                  <a:pt x="371" y="593"/>
                </a:cubicBezTo>
                <a:cubicBezTo>
                  <a:pt x="371" y="607"/>
                  <a:pt x="358" y="610"/>
                  <a:pt x="358" y="610"/>
                </a:cubicBezTo>
                <a:cubicBezTo>
                  <a:pt x="358" y="626"/>
                  <a:pt x="358" y="626"/>
                  <a:pt x="358" y="626"/>
                </a:cubicBezTo>
                <a:cubicBezTo>
                  <a:pt x="368" y="626"/>
                  <a:pt x="368" y="626"/>
                  <a:pt x="368" y="626"/>
                </a:cubicBezTo>
                <a:cubicBezTo>
                  <a:pt x="368" y="680"/>
                  <a:pt x="341" y="758"/>
                  <a:pt x="341" y="816"/>
                </a:cubicBezTo>
                <a:cubicBezTo>
                  <a:pt x="411" y="816"/>
                  <a:pt x="411" y="816"/>
                  <a:pt x="411" y="816"/>
                </a:cubicBezTo>
                <a:cubicBezTo>
                  <a:pt x="481" y="816"/>
                  <a:pt x="481" y="816"/>
                  <a:pt x="481" y="816"/>
                </a:cubicBezTo>
                <a:cubicBezTo>
                  <a:pt x="481" y="758"/>
                  <a:pt x="454" y="680"/>
                  <a:pt x="453" y="626"/>
                </a:cubicBezTo>
                <a:close/>
                <a:moveTo>
                  <a:pt x="891" y="521"/>
                </a:moveTo>
                <a:cubicBezTo>
                  <a:pt x="891" y="511"/>
                  <a:pt x="891" y="511"/>
                  <a:pt x="891" y="511"/>
                </a:cubicBezTo>
                <a:cubicBezTo>
                  <a:pt x="891" y="484"/>
                  <a:pt x="872" y="468"/>
                  <a:pt x="848" y="468"/>
                </a:cubicBezTo>
                <a:cubicBezTo>
                  <a:pt x="824" y="468"/>
                  <a:pt x="804" y="484"/>
                  <a:pt x="804" y="511"/>
                </a:cubicBezTo>
                <a:cubicBezTo>
                  <a:pt x="804" y="521"/>
                  <a:pt x="804" y="521"/>
                  <a:pt x="804" y="521"/>
                </a:cubicBezTo>
                <a:lnTo>
                  <a:pt x="891" y="521"/>
                </a:lnTo>
                <a:close/>
                <a:moveTo>
                  <a:pt x="890" y="626"/>
                </a:moveTo>
                <a:cubicBezTo>
                  <a:pt x="901" y="626"/>
                  <a:pt x="901" y="626"/>
                  <a:pt x="901" y="626"/>
                </a:cubicBezTo>
                <a:cubicBezTo>
                  <a:pt x="901" y="610"/>
                  <a:pt x="901" y="610"/>
                  <a:pt x="901" y="610"/>
                </a:cubicBezTo>
                <a:cubicBezTo>
                  <a:pt x="901" y="610"/>
                  <a:pt x="887" y="607"/>
                  <a:pt x="887" y="593"/>
                </a:cubicBezTo>
                <a:cubicBezTo>
                  <a:pt x="887" y="593"/>
                  <a:pt x="887" y="593"/>
                  <a:pt x="887" y="593"/>
                </a:cubicBezTo>
                <a:cubicBezTo>
                  <a:pt x="886" y="579"/>
                  <a:pt x="886" y="579"/>
                  <a:pt x="886" y="579"/>
                </a:cubicBezTo>
                <a:cubicBezTo>
                  <a:pt x="900" y="568"/>
                  <a:pt x="900" y="568"/>
                  <a:pt x="900" y="568"/>
                </a:cubicBezTo>
                <a:cubicBezTo>
                  <a:pt x="902" y="539"/>
                  <a:pt x="902" y="539"/>
                  <a:pt x="902" y="539"/>
                </a:cubicBezTo>
                <a:cubicBezTo>
                  <a:pt x="883" y="539"/>
                  <a:pt x="883" y="539"/>
                  <a:pt x="883" y="539"/>
                </a:cubicBezTo>
                <a:cubicBezTo>
                  <a:pt x="880" y="560"/>
                  <a:pt x="880" y="560"/>
                  <a:pt x="880" y="560"/>
                </a:cubicBezTo>
                <a:cubicBezTo>
                  <a:pt x="861" y="560"/>
                  <a:pt x="861" y="560"/>
                  <a:pt x="861" y="560"/>
                </a:cubicBezTo>
                <a:cubicBezTo>
                  <a:pt x="859" y="539"/>
                  <a:pt x="859" y="539"/>
                  <a:pt x="859" y="539"/>
                </a:cubicBezTo>
                <a:cubicBezTo>
                  <a:pt x="848" y="539"/>
                  <a:pt x="848" y="539"/>
                  <a:pt x="848" y="539"/>
                </a:cubicBezTo>
                <a:cubicBezTo>
                  <a:pt x="837" y="539"/>
                  <a:pt x="837" y="539"/>
                  <a:pt x="837" y="539"/>
                </a:cubicBezTo>
                <a:cubicBezTo>
                  <a:pt x="834" y="560"/>
                  <a:pt x="834" y="560"/>
                  <a:pt x="834" y="560"/>
                </a:cubicBezTo>
                <a:cubicBezTo>
                  <a:pt x="815" y="560"/>
                  <a:pt x="815" y="560"/>
                  <a:pt x="815" y="560"/>
                </a:cubicBezTo>
                <a:cubicBezTo>
                  <a:pt x="813" y="539"/>
                  <a:pt x="813" y="539"/>
                  <a:pt x="813" y="539"/>
                </a:cubicBezTo>
                <a:cubicBezTo>
                  <a:pt x="793" y="539"/>
                  <a:pt x="793" y="539"/>
                  <a:pt x="793" y="539"/>
                </a:cubicBezTo>
                <a:cubicBezTo>
                  <a:pt x="796" y="568"/>
                  <a:pt x="796" y="568"/>
                  <a:pt x="796" y="568"/>
                </a:cubicBezTo>
                <a:cubicBezTo>
                  <a:pt x="809" y="579"/>
                  <a:pt x="809" y="579"/>
                  <a:pt x="809" y="579"/>
                </a:cubicBezTo>
                <a:cubicBezTo>
                  <a:pt x="808" y="593"/>
                  <a:pt x="808" y="593"/>
                  <a:pt x="808" y="593"/>
                </a:cubicBezTo>
                <a:cubicBezTo>
                  <a:pt x="808" y="593"/>
                  <a:pt x="808" y="593"/>
                  <a:pt x="808" y="593"/>
                </a:cubicBezTo>
                <a:cubicBezTo>
                  <a:pt x="808" y="607"/>
                  <a:pt x="794" y="610"/>
                  <a:pt x="794" y="610"/>
                </a:cubicBezTo>
                <a:cubicBezTo>
                  <a:pt x="794" y="626"/>
                  <a:pt x="794" y="626"/>
                  <a:pt x="794" y="626"/>
                </a:cubicBezTo>
                <a:cubicBezTo>
                  <a:pt x="805" y="626"/>
                  <a:pt x="805" y="626"/>
                  <a:pt x="805" y="626"/>
                </a:cubicBezTo>
                <a:cubicBezTo>
                  <a:pt x="805" y="680"/>
                  <a:pt x="778" y="758"/>
                  <a:pt x="778" y="816"/>
                </a:cubicBezTo>
                <a:cubicBezTo>
                  <a:pt x="848" y="816"/>
                  <a:pt x="848" y="816"/>
                  <a:pt x="848" y="816"/>
                </a:cubicBezTo>
                <a:cubicBezTo>
                  <a:pt x="918" y="816"/>
                  <a:pt x="918" y="816"/>
                  <a:pt x="918" y="816"/>
                </a:cubicBezTo>
                <a:cubicBezTo>
                  <a:pt x="918" y="758"/>
                  <a:pt x="891" y="680"/>
                  <a:pt x="890" y="626"/>
                </a:cubicBezTo>
                <a:close/>
                <a:moveTo>
                  <a:pt x="457" y="342"/>
                </a:moveTo>
                <a:cubicBezTo>
                  <a:pt x="423" y="334"/>
                  <a:pt x="423" y="334"/>
                  <a:pt x="423" y="334"/>
                </a:cubicBezTo>
                <a:cubicBezTo>
                  <a:pt x="446" y="360"/>
                  <a:pt x="446" y="360"/>
                  <a:pt x="446" y="360"/>
                </a:cubicBezTo>
                <a:cubicBezTo>
                  <a:pt x="423" y="385"/>
                  <a:pt x="423" y="385"/>
                  <a:pt x="423" y="385"/>
                </a:cubicBezTo>
                <a:cubicBezTo>
                  <a:pt x="457" y="378"/>
                  <a:pt x="457" y="378"/>
                  <a:pt x="457" y="378"/>
                </a:cubicBezTo>
                <a:cubicBezTo>
                  <a:pt x="467" y="411"/>
                  <a:pt x="467" y="411"/>
                  <a:pt x="467" y="411"/>
                </a:cubicBezTo>
                <a:cubicBezTo>
                  <a:pt x="478" y="378"/>
                  <a:pt x="478" y="378"/>
                  <a:pt x="478" y="378"/>
                </a:cubicBezTo>
                <a:cubicBezTo>
                  <a:pt x="512" y="385"/>
                  <a:pt x="512" y="385"/>
                  <a:pt x="512" y="385"/>
                </a:cubicBezTo>
                <a:cubicBezTo>
                  <a:pt x="488" y="360"/>
                  <a:pt x="488" y="360"/>
                  <a:pt x="488" y="360"/>
                </a:cubicBezTo>
                <a:cubicBezTo>
                  <a:pt x="512" y="334"/>
                  <a:pt x="512" y="334"/>
                  <a:pt x="512" y="334"/>
                </a:cubicBezTo>
                <a:cubicBezTo>
                  <a:pt x="478" y="342"/>
                  <a:pt x="478" y="342"/>
                  <a:pt x="478" y="342"/>
                </a:cubicBezTo>
                <a:cubicBezTo>
                  <a:pt x="467" y="308"/>
                  <a:pt x="467" y="308"/>
                  <a:pt x="467" y="308"/>
                </a:cubicBezTo>
                <a:lnTo>
                  <a:pt x="457" y="342"/>
                </a:lnTo>
                <a:close/>
                <a:moveTo>
                  <a:pt x="929" y="843"/>
                </a:moveTo>
                <a:cubicBezTo>
                  <a:pt x="886" y="843"/>
                  <a:pt x="863" y="860"/>
                  <a:pt x="843" y="871"/>
                </a:cubicBezTo>
                <a:cubicBezTo>
                  <a:pt x="826" y="880"/>
                  <a:pt x="811" y="890"/>
                  <a:pt x="779" y="890"/>
                </a:cubicBezTo>
                <a:cubicBezTo>
                  <a:pt x="747" y="890"/>
                  <a:pt x="731" y="880"/>
                  <a:pt x="714" y="871"/>
                </a:cubicBezTo>
                <a:cubicBezTo>
                  <a:pt x="694" y="860"/>
                  <a:pt x="672" y="847"/>
                  <a:pt x="629" y="847"/>
                </a:cubicBezTo>
                <a:cubicBezTo>
                  <a:pt x="587" y="847"/>
                  <a:pt x="564" y="860"/>
                  <a:pt x="545" y="871"/>
                </a:cubicBezTo>
                <a:cubicBezTo>
                  <a:pt x="527" y="880"/>
                  <a:pt x="512" y="890"/>
                  <a:pt x="480" y="890"/>
                </a:cubicBezTo>
                <a:cubicBezTo>
                  <a:pt x="448" y="890"/>
                  <a:pt x="433" y="880"/>
                  <a:pt x="415" y="871"/>
                </a:cubicBezTo>
                <a:cubicBezTo>
                  <a:pt x="395" y="860"/>
                  <a:pt x="373" y="843"/>
                  <a:pt x="330" y="843"/>
                </a:cubicBezTo>
                <a:cubicBezTo>
                  <a:pt x="303" y="843"/>
                  <a:pt x="271" y="852"/>
                  <a:pt x="271" y="852"/>
                </a:cubicBezTo>
                <a:cubicBezTo>
                  <a:pt x="294" y="892"/>
                  <a:pt x="294" y="892"/>
                  <a:pt x="294" y="892"/>
                </a:cubicBezTo>
                <a:cubicBezTo>
                  <a:pt x="294" y="892"/>
                  <a:pt x="313" y="889"/>
                  <a:pt x="330" y="889"/>
                </a:cubicBezTo>
                <a:cubicBezTo>
                  <a:pt x="362" y="889"/>
                  <a:pt x="379" y="898"/>
                  <a:pt x="397" y="908"/>
                </a:cubicBezTo>
                <a:cubicBezTo>
                  <a:pt x="417" y="919"/>
                  <a:pt x="433" y="934"/>
                  <a:pt x="476" y="934"/>
                </a:cubicBezTo>
                <a:cubicBezTo>
                  <a:pt x="519" y="934"/>
                  <a:pt x="542" y="920"/>
                  <a:pt x="562" y="909"/>
                </a:cubicBezTo>
                <a:cubicBezTo>
                  <a:pt x="580" y="899"/>
                  <a:pt x="598" y="891"/>
                  <a:pt x="629" y="891"/>
                </a:cubicBezTo>
                <a:cubicBezTo>
                  <a:pt x="661" y="891"/>
                  <a:pt x="679" y="899"/>
                  <a:pt x="696" y="909"/>
                </a:cubicBezTo>
                <a:cubicBezTo>
                  <a:pt x="716" y="920"/>
                  <a:pt x="740" y="934"/>
                  <a:pt x="782" y="934"/>
                </a:cubicBezTo>
                <a:cubicBezTo>
                  <a:pt x="825" y="934"/>
                  <a:pt x="842" y="919"/>
                  <a:pt x="862" y="908"/>
                </a:cubicBezTo>
                <a:cubicBezTo>
                  <a:pt x="879" y="898"/>
                  <a:pt x="897" y="889"/>
                  <a:pt x="929" y="889"/>
                </a:cubicBezTo>
                <a:cubicBezTo>
                  <a:pt x="945" y="889"/>
                  <a:pt x="965" y="892"/>
                  <a:pt x="965" y="892"/>
                </a:cubicBezTo>
                <a:cubicBezTo>
                  <a:pt x="988" y="852"/>
                  <a:pt x="988" y="852"/>
                  <a:pt x="988" y="852"/>
                </a:cubicBezTo>
                <a:cubicBezTo>
                  <a:pt x="988" y="852"/>
                  <a:pt x="956" y="843"/>
                  <a:pt x="929" y="843"/>
                </a:cubicBezTo>
                <a:close/>
                <a:moveTo>
                  <a:pt x="842" y="962"/>
                </a:moveTo>
                <a:cubicBezTo>
                  <a:pt x="825" y="972"/>
                  <a:pt x="808" y="978"/>
                  <a:pt x="777" y="978"/>
                </a:cubicBezTo>
                <a:cubicBezTo>
                  <a:pt x="745" y="978"/>
                  <a:pt x="728" y="971"/>
                  <a:pt x="711" y="961"/>
                </a:cubicBezTo>
                <a:cubicBezTo>
                  <a:pt x="692" y="951"/>
                  <a:pt x="670" y="937"/>
                  <a:pt x="629" y="937"/>
                </a:cubicBezTo>
                <a:cubicBezTo>
                  <a:pt x="588" y="937"/>
                  <a:pt x="566" y="951"/>
                  <a:pt x="547" y="961"/>
                </a:cubicBezTo>
                <a:cubicBezTo>
                  <a:pt x="530" y="971"/>
                  <a:pt x="513" y="978"/>
                  <a:pt x="482" y="978"/>
                </a:cubicBezTo>
                <a:cubicBezTo>
                  <a:pt x="451" y="978"/>
                  <a:pt x="433" y="972"/>
                  <a:pt x="416" y="962"/>
                </a:cubicBezTo>
                <a:cubicBezTo>
                  <a:pt x="397" y="952"/>
                  <a:pt x="371" y="934"/>
                  <a:pt x="328" y="939"/>
                </a:cubicBezTo>
                <a:cubicBezTo>
                  <a:pt x="393" y="1023"/>
                  <a:pt x="483" y="1022"/>
                  <a:pt x="483" y="1022"/>
                </a:cubicBezTo>
                <a:cubicBezTo>
                  <a:pt x="523" y="1022"/>
                  <a:pt x="545" y="1013"/>
                  <a:pt x="564" y="1003"/>
                </a:cubicBezTo>
                <a:cubicBezTo>
                  <a:pt x="581" y="993"/>
                  <a:pt x="599" y="982"/>
                  <a:pt x="629" y="982"/>
                </a:cubicBezTo>
                <a:cubicBezTo>
                  <a:pt x="660" y="982"/>
                  <a:pt x="677" y="993"/>
                  <a:pt x="694" y="1003"/>
                </a:cubicBezTo>
                <a:cubicBezTo>
                  <a:pt x="714" y="1013"/>
                  <a:pt x="736" y="1022"/>
                  <a:pt x="776" y="1022"/>
                </a:cubicBezTo>
                <a:cubicBezTo>
                  <a:pt x="776" y="1022"/>
                  <a:pt x="865" y="1023"/>
                  <a:pt x="931" y="939"/>
                </a:cubicBezTo>
                <a:cubicBezTo>
                  <a:pt x="887" y="934"/>
                  <a:pt x="862" y="952"/>
                  <a:pt x="842" y="962"/>
                </a:cubicBezTo>
                <a:close/>
                <a:moveTo>
                  <a:pt x="629" y="1029"/>
                </a:moveTo>
                <a:cubicBezTo>
                  <a:pt x="588" y="1029"/>
                  <a:pt x="570" y="1060"/>
                  <a:pt x="516" y="1060"/>
                </a:cubicBezTo>
                <a:cubicBezTo>
                  <a:pt x="537" y="1067"/>
                  <a:pt x="582" y="1077"/>
                  <a:pt x="629" y="1077"/>
                </a:cubicBezTo>
                <a:cubicBezTo>
                  <a:pt x="676" y="1077"/>
                  <a:pt x="722" y="1067"/>
                  <a:pt x="743" y="1060"/>
                </a:cubicBezTo>
                <a:cubicBezTo>
                  <a:pt x="688" y="1060"/>
                  <a:pt x="671" y="1029"/>
                  <a:pt x="629" y="1029"/>
                </a:cubicBezTo>
                <a:close/>
                <a:moveTo>
                  <a:pt x="172" y="1012"/>
                </a:moveTo>
                <a:cubicBezTo>
                  <a:pt x="189" y="1033"/>
                  <a:pt x="189" y="1033"/>
                  <a:pt x="189" y="1033"/>
                </a:cubicBezTo>
                <a:cubicBezTo>
                  <a:pt x="100" y="1101"/>
                  <a:pt x="100" y="1101"/>
                  <a:pt x="100" y="1101"/>
                </a:cubicBezTo>
                <a:cubicBezTo>
                  <a:pt x="83" y="1080"/>
                  <a:pt x="83" y="1080"/>
                  <a:pt x="83" y="1080"/>
                </a:cubicBezTo>
                <a:lnTo>
                  <a:pt x="172" y="1012"/>
                </a:lnTo>
                <a:close/>
                <a:moveTo>
                  <a:pt x="238" y="1117"/>
                </a:moveTo>
                <a:cubicBezTo>
                  <a:pt x="212" y="1095"/>
                  <a:pt x="212" y="1095"/>
                  <a:pt x="212" y="1095"/>
                </a:cubicBezTo>
                <a:cubicBezTo>
                  <a:pt x="227" y="1078"/>
                  <a:pt x="227" y="1078"/>
                  <a:pt x="227" y="1078"/>
                </a:cubicBezTo>
                <a:cubicBezTo>
                  <a:pt x="298" y="1139"/>
                  <a:pt x="298" y="1139"/>
                  <a:pt x="298" y="1139"/>
                </a:cubicBezTo>
                <a:cubicBezTo>
                  <a:pt x="283" y="1156"/>
                  <a:pt x="283" y="1156"/>
                  <a:pt x="283" y="1156"/>
                </a:cubicBezTo>
                <a:cubicBezTo>
                  <a:pt x="258" y="1134"/>
                  <a:pt x="258" y="1134"/>
                  <a:pt x="258" y="1134"/>
                </a:cubicBezTo>
                <a:cubicBezTo>
                  <a:pt x="200" y="1203"/>
                  <a:pt x="200" y="1203"/>
                  <a:pt x="200" y="1203"/>
                </a:cubicBezTo>
                <a:cubicBezTo>
                  <a:pt x="179" y="1185"/>
                  <a:pt x="179" y="1185"/>
                  <a:pt x="179" y="1185"/>
                </a:cubicBezTo>
                <a:lnTo>
                  <a:pt x="238" y="1117"/>
                </a:lnTo>
                <a:close/>
                <a:moveTo>
                  <a:pt x="345" y="1243"/>
                </a:moveTo>
                <a:cubicBezTo>
                  <a:pt x="332" y="1162"/>
                  <a:pt x="332" y="1162"/>
                  <a:pt x="332" y="1162"/>
                </a:cubicBezTo>
                <a:cubicBezTo>
                  <a:pt x="360" y="1178"/>
                  <a:pt x="360" y="1178"/>
                  <a:pt x="360" y="1178"/>
                </a:cubicBezTo>
                <a:cubicBezTo>
                  <a:pt x="367" y="1228"/>
                  <a:pt x="367" y="1228"/>
                  <a:pt x="367" y="1228"/>
                </a:cubicBezTo>
                <a:cubicBezTo>
                  <a:pt x="411" y="1202"/>
                  <a:pt x="411" y="1202"/>
                  <a:pt x="411" y="1202"/>
                </a:cubicBezTo>
                <a:cubicBezTo>
                  <a:pt x="441" y="1213"/>
                  <a:pt x="441" y="1213"/>
                  <a:pt x="441" y="1213"/>
                </a:cubicBezTo>
                <a:cubicBezTo>
                  <a:pt x="370" y="1254"/>
                  <a:pt x="370" y="1254"/>
                  <a:pt x="370" y="1254"/>
                </a:cubicBezTo>
                <a:cubicBezTo>
                  <a:pt x="350" y="1296"/>
                  <a:pt x="350" y="1296"/>
                  <a:pt x="350" y="1296"/>
                </a:cubicBezTo>
                <a:cubicBezTo>
                  <a:pt x="326" y="1285"/>
                  <a:pt x="326" y="1285"/>
                  <a:pt x="326" y="1285"/>
                </a:cubicBezTo>
                <a:lnTo>
                  <a:pt x="345" y="1243"/>
                </a:lnTo>
                <a:close/>
                <a:moveTo>
                  <a:pt x="756" y="1230"/>
                </a:moveTo>
                <a:cubicBezTo>
                  <a:pt x="838" y="1206"/>
                  <a:pt x="838" y="1206"/>
                  <a:pt x="838" y="1206"/>
                </a:cubicBezTo>
                <a:cubicBezTo>
                  <a:pt x="844" y="1227"/>
                  <a:pt x="844" y="1227"/>
                  <a:pt x="844" y="1227"/>
                </a:cubicBezTo>
                <a:cubicBezTo>
                  <a:pt x="788" y="1244"/>
                  <a:pt x="788" y="1244"/>
                  <a:pt x="788" y="1244"/>
                </a:cubicBezTo>
                <a:cubicBezTo>
                  <a:pt x="795" y="1265"/>
                  <a:pt x="795" y="1265"/>
                  <a:pt x="795" y="1265"/>
                </a:cubicBezTo>
                <a:cubicBezTo>
                  <a:pt x="841" y="1251"/>
                  <a:pt x="841" y="1251"/>
                  <a:pt x="841" y="1251"/>
                </a:cubicBezTo>
                <a:cubicBezTo>
                  <a:pt x="847" y="1273"/>
                  <a:pt x="847" y="1273"/>
                  <a:pt x="847" y="1273"/>
                </a:cubicBezTo>
                <a:cubicBezTo>
                  <a:pt x="801" y="1286"/>
                  <a:pt x="801" y="1286"/>
                  <a:pt x="801" y="1286"/>
                </a:cubicBezTo>
                <a:cubicBezTo>
                  <a:pt x="814" y="1330"/>
                  <a:pt x="814" y="1330"/>
                  <a:pt x="814" y="1330"/>
                </a:cubicBezTo>
                <a:cubicBezTo>
                  <a:pt x="788" y="1338"/>
                  <a:pt x="788" y="1338"/>
                  <a:pt x="788" y="1338"/>
                </a:cubicBezTo>
                <a:lnTo>
                  <a:pt x="756" y="1230"/>
                </a:lnTo>
                <a:close/>
                <a:moveTo>
                  <a:pt x="1167" y="856"/>
                </a:moveTo>
                <a:cubicBezTo>
                  <a:pt x="1179" y="807"/>
                  <a:pt x="1179" y="807"/>
                  <a:pt x="1179" y="807"/>
                </a:cubicBezTo>
                <a:cubicBezTo>
                  <a:pt x="1187" y="778"/>
                  <a:pt x="1205" y="768"/>
                  <a:pt x="1226" y="773"/>
                </a:cubicBezTo>
                <a:cubicBezTo>
                  <a:pt x="1250" y="779"/>
                  <a:pt x="1262" y="799"/>
                  <a:pt x="1255" y="830"/>
                </a:cubicBezTo>
                <a:cubicBezTo>
                  <a:pt x="1253" y="836"/>
                  <a:pt x="1250" y="843"/>
                  <a:pt x="1247" y="848"/>
                </a:cubicBezTo>
                <a:cubicBezTo>
                  <a:pt x="1283" y="857"/>
                  <a:pt x="1283" y="857"/>
                  <a:pt x="1283" y="857"/>
                </a:cubicBezTo>
                <a:cubicBezTo>
                  <a:pt x="1276" y="883"/>
                  <a:pt x="1276" y="883"/>
                  <a:pt x="1276" y="883"/>
                </a:cubicBezTo>
                <a:lnTo>
                  <a:pt x="1167" y="856"/>
                </a:lnTo>
                <a:close/>
                <a:moveTo>
                  <a:pt x="1221" y="800"/>
                </a:moveTo>
                <a:cubicBezTo>
                  <a:pt x="1212" y="798"/>
                  <a:pt x="1204" y="802"/>
                  <a:pt x="1201" y="814"/>
                </a:cubicBezTo>
                <a:cubicBezTo>
                  <a:pt x="1196" y="835"/>
                  <a:pt x="1196" y="835"/>
                  <a:pt x="1196" y="835"/>
                </a:cubicBezTo>
                <a:cubicBezTo>
                  <a:pt x="1226" y="843"/>
                  <a:pt x="1226" y="843"/>
                  <a:pt x="1226" y="843"/>
                </a:cubicBezTo>
                <a:cubicBezTo>
                  <a:pt x="1229" y="838"/>
                  <a:pt x="1232" y="831"/>
                  <a:pt x="1233" y="826"/>
                </a:cubicBezTo>
                <a:cubicBezTo>
                  <a:pt x="1237" y="812"/>
                  <a:pt x="1232" y="803"/>
                  <a:pt x="1221" y="800"/>
                </a:cubicBezTo>
                <a:close/>
                <a:moveTo>
                  <a:pt x="852" y="89"/>
                </a:moveTo>
                <a:cubicBezTo>
                  <a:pt x="845" y="124"/>
                  <a:pt x="813" y="144"/>
                  <a:pt x="778" y="137"/>
                </a:cubicBezTo>
                <a:cubicBezTo>
                  <a:pt x="759" y="134"/>
                  <a:pt x="743" y="124"/>
                  <a:pt x="735" y="108"/>
                </a:cubicBezTo>
                <a:cubicBezTo>
                  <a:pt x="757" y="96"/>
                  <a:pt x="757" y="96"/>
                  <a:pt x="757" y="96"/>
                </a:cubicBezTo>
                <a:cubicBezTo>
                  <a:pt x="761" y="104"/>
                  <a:pt x="771" y="112"/>
                  <a:pt x="782" y="114"/>
                </a:cubicBezTo>
                <a:cubicBezTo>
                  <a:pt x="804" y="119"/>
                  <a:pt x="822" y="106"/>
                  <a:pt x="826" y="85"/>
                </a:cubicBezTo>
                <a:cubicBezTo>
                  <a:pt x="830" y="61"/>
                  <a:pt x="818" y="44"/>
                  <a:pt x="797" y="40"/>
                </a:cubicBezTo>
                <a:cubicBezTo>
                  <a:pt x="785" y="38"/>
                  <a:pt x="773" y="42"/>
                  <a:pt x="766" y="46"/>
                </a:cubicBezTo>
                <a:cubicBezTo>
                  <a:pt x="763" y="60"/>
                  <a:pt x="763" y="60"/>
                  <a:pt x="763" y="60"/>
                </a:cubicBezTo>
                <a:cubicBezTo>
                  <a:pt x="790" y="65"/>
                  <a:pt x="790" y="65"/>
                  <a:pt x="790" y="65"/>
                </a:cubicBezTo>
                <a:cubicBezTo>
                  <a:pt x="786" y="86"/>
                  <a:pt x="786" y="86"/>
                  <a:pt x="786" y="86"/>
                </a:cubicBezTo>
                <a:cubicBezTo>
                  <a:pt x="734" y="76"/>
                  <a:pt x="734" y="76"/>
                  <a:pt x="734" y="76"/>
                </a:cubicBezTo>
                <a:cubicBezTo>
                  <a:pt x="747" y="9"/>
                  <a:pt x="747" y="9"/>
                  <a:pt x="747" y="9"/>
                </a:cubicBezTo>
                <a:cubicBezTo>
                  <a:pt x="769" y="13"/>
                  <a:pt x="769" y="13"/>
                  <a:pt x="769" y="13"/>
                </a:cubicBezTo>
                <a:cubicBezTo>
                  <a:pt x="767" y="24"/>
                  <a:pt x="767" y="24"/>
                  <a:pt x="767" y="24"/>
                </a:cubicBezTo>
                <a:cubicBezTo>
                  <a:pt x="777" y="18"/>
                  <a:pt x="792" y="16"/>
                  <a:pt x="805" y="19"/>
                </a:cubicBezTo>
                <a:cubicBezTo>
                  <a:pt x="837" y="25"/>
                  <a:pt x="858" y="55"/>
                  <a:pt x="852" y="89"/>
                </a:cubicBezTo>
                <a:close/>
                <a:moveTo>
                  <a:pt x="1137" y="228"/>
                </a:moveTo>
                <a:cubicBezTo>
                  <a:pt x="1119" y="207"/>
                  <a:pt x="1119" y="207"/>
                  <a:pt x="1119" y="207"/>
                </a:cubicBezTo>
                <a:cubicBezTo>
                  <a:pt x="1034" y="280"/>
                  <a:pt x="1034" y="280"/>
                  <a:pt x="1034" y="280"/>
                </a:cubicBezTo>
                <a:cubicBezTo>
                  <a:pt x="1050" y="301"/>
                  <a:pt x="1050" y="301"/>
                  <a:pt x="1050" y="301"/>
                </a:cubicBezTo>
                <a:cubicBezTo>
                  <a:pt x="1084" y="273"/>
                  <a:pt x="1084" y="273"/>
                  <a:pt x="1084" y="273"/>
                </a:cubicBezTo>
                <a:cubicBezTo>
                  <a:pt x="1116" y="312"/>
                  <a:pt x="1116" y="312"/>
                  <a:pt x="1116" y="312"/>
                </a:cubicBezTo>
                <a:cubicBezTo>
                  <a:pt x="1082" y="339"/>
                  <a:pt x="1082" y="339"/>
                  <a:pt x="1082" y="339"/>
                </a:cubicBezTo>
                <a:cubicBezTo>
                  <a:pt x="1099" y="360"/>
                  <a:pt x="1099" y="360"/>
                  <a:pt x="1099" y="360"/>
                </a:cubicBezTo>
                <a:cubicBezTo>
                  <a:pt x="1187" y="290"/>
                  <a:pt x="1187" y="290"/>
                  <a:pt x="1187" y="290"/>
                </a:cubicBezTo>
                <a:cubicBezTo>
                  <a:pt x="1170" y="269"/>
                  <a:pt x="1170" y="269"/>
                  <a:pt x="1170" y="269"/>
                </a:cubicBezTo>
                <a:cubicBezTo>
                  <a:pt x="1133" y="298"/>
                  <a:pt x="1133" y="298"/>
                  <a:pt x="1133" y="298"/>
                </a:cubicBezTo>
                <a:cubicBezTo>
                  <a:pt x="1101" y="258"/>
                  <a:pt x="1101" y="258"/>
                  <a:pt x="1101" y="258"/>
                </a:cubicBezTo>
                <a:lnTo>
                  <a:pt x="1137" y="228"/>
                </a:lnTo>
                <a:close/>
                <a:moveTo>
                  <a:pt x="629" y="1360"/>
                </a:moveTo>
                <a:cubicBezTo>
                  <a:pt x="663" y="1360"/>
                  <a:pt x="692" y="1335"/>
                  <a:pt x="692" y="1299"/>
                </a:cubicBezTo>
                <a:cubicBezTo>
                  <a:pt x="692" y="1264"/>
                  <a:pt x="663" y="1239"/>
                  <a:pt x="629" y="1239"/>
                </a:cubicBezTo>
                <a:cubicBezTo>
                  <a:pt x="595" y="1239"/>
                  <a:pt x="567" y="1264"/>
                  <a:pt x="567" y="1299"/>
                </a:cubicBezTo>
                <a:cubicBezTo>
                  <a:pt x="567" y="1335"/>
                  <a:pt x="595" y="1360"/>
                  <a:pt x="629" y="1360"/>
                </a:cubicBezTo>
                <a:close/>
                <a:moveTo>
                  <a:pt x="593" y="1299"/>
                </a:moveTo>
                <a:cubicBezTo>
                  <a:pt x="593" y="1279"/>
                  <a:pt x="610" y="1263"/>
                  <a:pt x="629" y="1263"/>
                </a:cubicBezTo>
                <a:cubicBezTo>
                  <a:pt x="649" y="1263"/>
                  <a:pt x="665" y="1279"/>
                  <a:pt x="665" y="1299"/>
                </a:cubicBezTo>
                <a:cubicBezTo>
                  <a:pt x="665" y="1320"/>
                  <a:pt x="649" y="1336"/>
                  <a:pt x="629" y="1336"/>
                </a:cubicBezTo>
                <a:cubicBezTo>
                  <a:pt x="610" y="1336"/>
                  <a:pt x="593" y="1320"/>
                  <a:pt x="593" y="1299"/>
                </a:cubicBezTo>
                <a:close/>
                <a:moveTo>
                  <a:pt x="1177" y="531"/>
                </a:moveTo>
                <a:cubicBezTo>
                  <a:pt x="1169" y="508"/>
                  <a:pt x="1169" y="508"/>
                  <a:pt x="1169" y="508"/>
                </a:cubicBezTo>
                <a:cubicBezTo>
                  <a:pt x="1213" y="430"/>
                  <a:pt x="1213" y="430"/>
                  <a:pt x="1213" y="430"/>
                </a:cubicBezTo>
                <a:cubicBezTo>
                  <a:pt x="1149" y="455"/>
                  <a:pt x="1149" y="455"/>
                  <a:pt x="1149" y="455"/>
                </a:cubicBezTo>
                <a:cubicBezTo>
                  <a:pt x="1140" y="431"/>
                  <a:pt x="1140" y="431"/>
                  <a:pt x="1140" y="431"/>
                </a:cubicBezTo>
                <a:cubicBezTo>
                  <a:pt x="1245" y="390"/>
                  <a:pt x="1245" y="390"/>
                  <a:pt x="1245" y="390"/>
                </a:cubicBezTo>
                <a:cubicBezTo>
                  <a:pt x="1254" y="414"/>
                  <a:pt x="1254" y="414"/>
                  <a:pt x="1254" y="414"/>
                </a:cubicBezTo>
                <a:cubicBezTo>
                  <a:pt x="1251" y="415"/>
                  <a:pt x="1251" y="415"/>
                  <a:pt x="1251" y="415"/>
                </a:cubicBezTo>
                <a:cubicBezTo>
                  <a:pt x="1248" y="417"/>
                  <a:pt x="1243" y="421"/>
                  <a:pt x="1241" y="426"/>
                </a:cubicBezTo>
                <a:cubicBezTo>
                  <a:pt x="1202" y="495"/>
                  <a:pt x="1202" y="495"/>
                  <a:pt x="1202" y="495"/>
                </a:cubicBezTo>
                <a:cubicBezTo>
                  <a:pt x="1274" y="469"/>
                  <a:pt x="1274" y="469"/>
                  <a:pt x="1274" y="469"/>
                </a:cubicBezTo>
                <a:cubicBezTo>
                  <a:pt x="1283" y="493"/>
                  <a:pt x="1283" y="493"/>
                  <a:pt x="1283" y="493"/>
                </a:cubicBezTo>
                <a:lnTo>
                  <a:pt x="1177" y="531"/>
                </a:lnTo>
                <a:close/>
                <a:moveTo>
                  <a:pt x="1195" y="692"/>
                </a:moveTo>
                <a:cubicBezTo>
                  <a:pt x="1191" y="607"/>
                  <a:pt x="1191" y="607"/>
                  <a:pt x="1191" y="607"/>
                </a:cubicBezTo>
                <a:cubicBezTo>
                  <a:pt x="1214" y="606"/>
                  <a:pt x="1214" y="606"/>
                  <a:pt x="1214" y="606"/>
                </a:cubicBezTo>
                <a:cubicBezTo>
                  <a:pt x="1216" y="664"/>
                  <a:pt x="1216" y="664"/>
                  <a:pt x="1216" y="664"/>
                </a:cubicBezTo>
                <a:cubicBezTo>
                  <a:pt x="1238" y="663"/>
                  <a:pt x="1238" y="663"/>
                  <a:pt x="1238" y="663"/>
                </a:cubicBezTo>
                <a:cubicBezTo>
                  <a:pt x="1236" y="615"/>
                  <a:pt x="1236" y="615"/>
                  <a:pt x="1236" y="615"/>
                </a:cubicBezTo>
                <a:cubicBezTo>
                  <a:pt x="1258" y="614"/>
                  <a:pt x="1258" y="614"/>
                  <a:pt x="1258" y="614"/>
                </a:cubicBezTo>
                <a:cubicBezTo>
                  <a:pt x="1261" y="662"/>
                  <a:pt x="1261" y="662"/>
                  <a:pt x="1261" y="662"/>
                </a:cubicBezTo>
                <a:cubicBezTo>
                  <a:pt x="1284" y="661"/>
                  <a:pt x="1284" y="661"/>
                  <a:pt x="1284" y="661"/>
                </a:cubicBezTo>
                <a:cubicBezTo>
                  <a:pt x="1281" y="603"/>
                  <a:pt x="1281" y="603"/>
                  <a:pt x="1281" y="603"/>
                </a:cubicBezTo>
                <a:cubicBezTo>
                  <a:pt x="1304" y="602"/>
                  <a:pt x="1304" y="602"/>
                  <a:pt x="1304" y="602"/>
                </a:cubicBezTo>
                <a:cubicBezTo>
                  <a:pt x="1308" y="687"/>
                  <a:pt x="1308" y="687"/>
                  <a:pt x="1308" y="687"/>
                </a:cubicBezTo>
                <a:lnTo>
                  <a:pt x="1195" y="692"/>
                </a:lnTo>
                <a:close/>
                <a:moveTo>
                  <a:pt x="963" y="86"/>
                </a:moveTo>
                <a:cubicBezTo>
                  <a:pt x="938" y="73"/>
                  <a:pt x="938" y="73"/>
                  <a:pt x="938" y="73"/>
                </a:cubicBezTo>
                <a:cubicBezTo>
                  <a:pt x="922" y="194"/>
                  <a:pt x="922" y="194"/>
                  <a:pt x="922" y="194"/>
                </a:cubicBezTo>
                <a:cubicBezTo>
                  <a:pt x="946" y="209"/>
                  <a:pt x="946" y="209"/>
                  <a:pt x="946" y="209"/>
                </a:cubicBezTo>
                <a:cubicBezTo>
                  <a:pt x="1049" y="144"/>
                  <a:pt x="1049" y="144"/>
                  <a:pt x="1049" y="144"/>
                </a:cubicBezTo>
                <a:cubicBezTo>
                  <a:pt x="1027" y="127"/>
                  <a:pt x="1027" y="127"/>
                  <a:pt x="1027" y="127"/>
                </a:cubicBezTo>
                <a:cubicBezTo>
                  <a:pt x="1006" y="141"/>
                  <a:pt x="1006" y="141"/>
                  <a:pt x="1006" y="141"/>
                </a:cubicBezTo>
                <a:cubicBezTo>
                  <a:pt x="959" y="111"/>
                  <a:pt x="959" y="111"/>
                  <a:pt x="959" y="111"/>
                </a:cubicBezTo>
                <a:lnTo>
                  <a:pt x="963" y="86"/>
                </a:lnTo>
                <a:close/>
                <a:moveTo>
                  <a:pt x="986" y="155"/>
                </a:moveTo>
                <a:cubicBezTo>
                  <a:pt x="948" y="180"/>
                  <a:pt x="948" y="180"/>
                  <a:pt x="948" y="180"/>
                </a:cubicBezTo>
                <a:cubicBezTo>
                  <a:pt x="955" y="135"/>
                  <a:pt x="955" y="135"/>
                  <a:pt x="955" y="135"/>
                </a:cubicBezTo>
                <a:lnTo>
                  <a:pt x="986" y="155"/>
                </a:lnTo>
                <a:close/>
                <a:moveTo>
                  <a:pt x="1211" y="1035"/>
                </a:moveTo>
                <a:cubicBezTo>
                  <a:pt x="1229" y="1005"/>
                  <a:pt x="1222" y="968"/>
                  <a:pt x="1192" y="950"/>
                </a:cubicBezTo>
                <a:cubicBezTo>
                  <a:pt x="1161" y="931"/>
                  <a:pt x="1125" y="942"/>
                  <a:pt x="1107" y="971"/>
                </a:cubicBezTo>
                <a:cubicBezTo>
                  <a:pt x="1089" y="1000"/>
                  <a:pt x="1096" y="1037"/>
                  <a:pt x="1126" y="1056"/>
                </a:cubicBezTo>
                <a:cubicBezTo>
                  <a:pt x="1157" y="1074"/>
                  <a:pt x="1193" y="1064"/>
                  <a:pt x="1211" y="1035"/>
                </a:cubicBezTo>
                <a:close/>
                <a:moveTo>
                  <a:pt x="1140" y="1033"/>
                </a:moveTo>
                <a:cubicBezTo>
                  <a:pt x="1123" y="1023"/>
                  <a:pt x="1118" y="1001"/>
                  <a:pt x="1128" y="984"/>
                </a:cubicBezTo>
                <a:cubicBezTo>
                  <a:pt x="1138" y="967"/>
                  <a:pt x="1160" y="961"/>
                  <a:pt x="1178" y="972"/>
                </a:cubicBezTo>
                <a:cubicBezTo>
                  <a:pt x="1195" y="983"/>
                  <a:pt x="1200" y="1005"/>
                  <a:pt x="1190" y="1022"/>
                </a:cubicBezTo>
                <a:cubicBezTo>
                  <a:pt x="1180" y="1038"/>
                  <a:pt x="1158" y="1044"/>
                  <a:pt x="1140" y="1033"/>
                </a:cubicBezTo>
                <a:close/>
                <a:moveTo>
                  <a:pt x="1074" y="1144"/>
                </a:moveTo>
                <a:cubicBezTo>
                  <a:pt x="1075" y="1155"/>
                  <a:pt x="1070" y="1166"/>
                  <a:pt x="1062" y="1174"/>
                </a:cubicBezTo>
                <a:cubicBezTo>
                  <a:pt x="1047" y="1186"/>
                  <a:pt x="1024" y="1185"/>
                  <a:pt x="1011" y="1169"/>
                </a:cubicBezTo>
                <a:cubicBezTo>
                  <a:pt x="997" y="1153"/>
                  <a:pt x="1000" y="1131"/>
                  <a:pt x="1015" y="1118"/>
                </a:cubicBezTo>
                <a:cubicBezTo>
                  <a:pt x="1024" y="1111"/>
                  <a:pt x="1035" y="1108"/>
                  <a:pt x="1046" y="1110"/>
                </a:cubicBezTo>
                <a:cubicBezTo>
                  <a:pt x="1051" y="1085"/>
                  <a:pt x="1051" y="1085"/>
                  <a:pt x="1051" y="1085"/>
                </a:cubicBezTo>
                <a:cubicBezTo>
                  <a:pt x="1033" y="1082"/>
                  <a:pt x="1014" y="1087"/>
                  <a:pt x="999" y="1099"/>
                </a:cubicBezTo>
                <a:cubicBezTo>
                  <a:pt x="973" y="1121"/>
                  <a:pt x="968" y="1159"/>
                  <a:pt x="990" y="1186"/>
                </a:cubicBezTo>
                <a:cubicBezTo>
                  <a:pt x="1013" y="1213"/>
                  <a:pt x="1051" y="1214"/>
                  <a:pt x="1077" y="1192"/>
                </a:cubicBezTo>
                <a:cubicBezTo>
                  <a:pt x="1093" y="1179"/>
                  <a:pt x="1101" y="1160"/>
                  <a:pt x="1100" y="1141"/>
                </a:cubicBezTo>
                <a:lnTo>
                  <a:pt x="1074" y="1144"/>
                </a:lnTo>
                <a:close/>
                <a:moveTo>
                  <a:pt x="61" y="983"/>
                </a:moveTo>
                <a:cubicBezTo>
                  <a:pt x="50" y="980"/>
                  <a:pt x="41" y="973"/>
                  <a:pt x="36" y="962"/>
                </a:cubicBezTo>
                <a:cubicBezTo>
                  <a:pt x="28" y="945"/>
                  <a:pt x="36" y="923"/>
                  <a:pt x="54" y="915"/>
                </a:cubicBezTo>
                <a:cubicBezTo>
                  <a:pt x="73" y="906"/>
                  <a:pt x="94" y="914"/>
                  <a:pt x="102" y="932"/>
                </a:cubicBezTo>
                <a:cubicBezTo>
                  <a:pt x="107" y="943"/>
                  <a:pt x="107" y="954"/>
                  <a:pt x="101" y="964"/>
                </a:cubicBezTo>
                <a:cubicBezTo>
                  <a:pt x="125" y="976"/>
                  <a:pt x="125" y="976"/>
                  <a:pt x="125" y="976"/>
                </a:cubicBezTo>
                <a:cubicBezTo>
                  <a:pt x="133" y="959"/>
                  <a:pt x="133" y="940"/>
                  <a:pt x="125" y="922"/>
                </a:cubicBezTo>
                <a:cubicBezTo>
                  <a:pt x="110" y="891"/>
                  <a:pt x="76" y="876"/>
                  <a:pt x="43" y="891"/>
                </a:cubicBezTo>
                <a:cubicBezTo>
                  <a:pt x="11" y="906"/>
                  <a:pt x="0" y="942"/>
                  <a:pt x="14" y="973"/>
                </a:cubicBezTo>
                <a:cubicBezTo>
                  <a:pt x="23" y="992"/>
                  <a:pt x="39" y="1004"/>
                  <a:pt x="58" y="1008"/>
                </a:cubicBezTo>
                <a:lnTo>
                  <a:pt x="61" y="983"/>
                </a:lnTo>
                <a:close/>
                <a:moveTo>
                  <a:pt x="481" y="130"/>
                </a:moveTo>
                <a:cubicBezTo>
                  <a:pt x="459" y="139"/>
                  <a:pt x="459" y="139"/>
                  <a:pt x="459" y="139"/>
                </a:cubicBezTo>
                <a:cubicBezTo>
                  <a:pt x="380" y="95"/>
                  <a:pt x="380" y="95"/>
                  <a:pt x="380" y="95"/>
                </a:cubicBezTo>
                <a:cubicBezTo>
                  <a:pt x="406" y="159"/>
                  <a:pt x="406" y="159"/>
                  <a:pt x="406" y="159"/>
                </a:cubicBezTo>
                <a:cubicBezTo>
                  <a:pt x="381" y="168"/>
                  <a:pt x="381" y="168"/>
                  <a:pt x="381" y="168"/>
                </a:cubicBezTo>
                <a:cubicBezTo>
                  <a:pt x="340" y="63"/>
                  <a:pt x="340" y="63"/>
                  <a:pt x="340" y="63"/>
                </a:cubicBezTo>
                <a:cubicBezTo>
                  <a:pt x="364" y="54"/>
                  <a:pt x="364" y="54"/>
                  <a:pt x="364" y="54"/>
                </a:cubicBezTo>
                <a:cubicBezTo>
                  <a:pt x="365" y="57"/>
                  <a:pt x="365" y="57"/>
                  <a:pt x="365" y="57"/>
                </a:cubicBezTo>
                <a:cubicBezTo>
                  <a:pt x="367" y="60"/>
                  <a:pt x="371" y="64"/>
                  <a:pt x="376" y="67"/>
                </a:cubicBezTo>
                <a:cubicBezTo>
                  <a:pt x="445" y="106"/>
                  <a:pt x="445" y="106"/>
                  <a:pt x="445" y="106"/>
                </a:cubicBezTo>
                <a:cubicBezTo>
                  <a:pt x="419" y="34"/>
                  <a:pt x="419" y="34"/>
                  <a:pt x="419" y="34"/>
                </a:cubicBezTo>
                <a:cubicBezTo>
                  <a:pt x="444" y="24"/>
                  <a:pt x="444" y="24"/>
                  <a:pt x="444" y="24"/>
                </a:cubicBezTo>
                <a:lnTo>
                  <a:pt x="481" y="130"/>
                </a:lnTo>
                <a:close/>
                <a:moveTo>
                  <a:pt x="642" y="112"/>
                </a:moveTo>
                <a:cubicBezTo>
                  <a:pt x="557" y="116"/>
                  <a:pt x="557" y="116"/>
                  <a:pt x="557" y="116"/>
                </a:cubicBezTo>
                <a:cubicBezTo>
                  <a:pt x="556" y="94"/>
                  <a:pt x="556" y="94"/>
                  <a:pt x="556" y="94"/>
                </a:cubicBezTo>
                <a:cubicBezTo>
                  <a:pt x="614" y="91"/>
                  <a:pt x="614" y="91"/>
                  <a:pt x="614" y="91"/>
                </a:cubicBezTo>
                <a:cubicBezTo>
                  <a:pt x="613" y="69"/>
                  <a:pt x="613" y="69"/>
                  <a:pt x="613" y="69"/>
                </a:cubicBezTo>
                <a:cubicBezTo>
                  <a:pt x="565" y="71"/>
                  <a:pt x="565" y="71"/>
                  <a:pt x="565" y="71"/>
                </a:cubicBezTo>
                <a:cubicBezTo>
                  <a:pt x="564" y="49"/>
                  <a:pt x="564" y="49"/>
                  <a:pt x="564" y="49"/>
                </a:cubicBezTo>
                <a:cubicBezTo>
                  <a:pt x="612" y="47"/>
                  <a:pt x="612" y="47"/>
                  <a:pt x="612" y="47"/>
                </a:cubicBezTo>
                <a:cubicBezTo>
                  <a:pt x="611" y="23"/>
                  <a:pt x="611" y="23"/>
                  <a:pt x="611" y="23"/>
                </a:cubicBezTo>
                <a:cubicBezTo>
                  <a:pt x="553" y="26"/>
                  <a:pt x="553" y="26"/>
                  <a:pt x="553" y="26"/>
                </a:cubicBezTo>
                <a:cubicBezTo>
                  <a:pt x="552" y="4"/>
                  <a:pt x="552" y="4"/>
                  <a:pt x="552" y="4"/>
                </a:cubicBezTo>
                <a:cubicBezTo>
                  <a:pt x="637" y="0"/>
                  <a:pt x="637" y="0"/>
                  <a:pt x="637" y="0"/>
                </a:cubicBezTo>
                <a:lnTo>
                  <a:pt x="642" y="112"/>
                </a:lnTo>
                <a:close/>
              </a:path>
            </a:pathLst>
          </a:custGeom>
          <a:solidFill>
            <a:schemeClr val="bg1"/>
          </a:solidFill>
          <a:ln>
            <a:noFill/>
          </a:ln>
        </p:spPr>
        <p:txBody>
          <a:bodyPr vert="horz" wrap="square" lIns="28932" tIns="14466" rIns="28932" bIns="14466" numCol="1" anchor="t" anchorCtr="0" compatLnSpc="1">
            <a:prstTxWarp prst="textNoShape">
              <a:avLst/>
            </a:prstTxWarp>
          </a:bodyPr>
          <a:lstStyle/>
          <a:p>
            <a:endParaRPr lang="da-DK" sz="570"/>
          </a:p>
        </p:txBody>
      </p:sp>
    </p:spTree>
    <p:extLst>
      <p:ext uri="{BB962C8B-B14F-4D97-AF65-F5344CB8AC3E}">
        <p14:creationId xmlns:p14="http://schemas.microsoft.com/office/powerpoint/2010/main" val="38969060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UK_Forside baggrundsbille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1E5C199-BB2E-44F0-AD6D-7D9220B576B0}"/>
              </a:ext>
            </a:extLst>
          </p:cNvPr>
          <p:cNvSpPr>
            <a:spLocks noGrp="1"/>
          </p:cNvSpPr>
          <p:nvPr>
            <p:ph type="pic" sz="quarter" idx="17" hasCustomPrompt="1"/>
          </p:nvPr>
        </p:nvSpPr>
        <p:spPr>
          <a:xfrm>
            <a:off x="0" y="0"/>
            <a:ext cx="12192000" cy="6858000"/>
          </a:xfrm>
        </p:spPr>
        <p:txBody>
          <a:bodyPr tIns="36000"/>
          <a:lstStyle>
            <a:lvl1pPr marL="0" indent="0" algn="ctr">
              <a:buNone/>
              <a:defRPr sz="506"/>
            </a:lvl1pPr>
          </a:lstStyle>
          <a:p>
            <a:r>
              <a:rPr lang="da-DK" dirty="0"/>
              <a:t>Klik her og indsæt lyst billede, via fanen Indsæt, Billeder</a:t>
            </a:r>
          </a:p>
        </p:txBody>
      </p:sp>
      <p:sp>
        <p:nvSpPr>
          <p:cNvPr id="2" name="Title 1"/>
          <p:cNvSpPr>
            <a:spLocks noGrp="1"/>
          </p:cNvSpPr>
          <p:nvPr>
            <p:ph type="ctrTitle" hasCustomPrompt="1"/>
          </p:nvPr>
        </p:nvSpPr>
        <p:spPr>
          <a:xfrm>
            <a:off x="710843" y="1021080"/>
            <a:ext cx="10752002" cy="3634676"/>
          </a:xfrm>
        </p:spPr>
        <p:txBody>
          <a:bodyPr anchor="b" anchorCtr="0">
            <a:normAutofit/>
          </a:bodyPr>
          <a:lstStyle>
            <a:lvl1pPr algn="l">
              <a:defRPr sz="4114"/>
            </a:lvl1pPr>
          </a:lstStyle>
          <a:p>
            <a:r>
              <a:rPr lang="da-DK" dirty="0"/>
              <a:t>Indsæt titel</a:t>
            </a:r>
          </a:p>
        </p:txBody>
      </p:sp>
      <p:sp>
        <p:nvSpPr>
          <p:cNvPr id="14" name="Subtitle 2">
            <a:extLst>
              <a:ext uri="{FF2B5EF4-FFF2-40B4-BE49-F238E27FC236}">
                <a16:creationId xmlns:a16="http://schemas.microsoft.com/office/drawing/2014/main" id="{12CF0303-FAD9-4C99-AED3-D04BAD578B3B}"/>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12" name="Date_GeneralDate">
            <a:extLst>
              <a:ext uri="{FF2B5EF4-FFF2-40B4-BE49-F238E27FC236}">
                <a16:creationId xmlns:a16="http://schemas.microsoft.com/office/drawing/2014/main" id="{ED397024-840C-483C-9221-D7196DFC9407}"/>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5" name="FLD_PresentationTitle">
            <a:extLst>
              <a:ext uri="{FF2B5EF4-FFF2-40B4-BE49-F238E27FC236}">
                <a16:creationId xmlns:a16="http://schemas.microsoft.com/office/drawing/2014/main" id="{E3294628-B382-4444-8C1E-34B1C37B8D45}"/>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6" name="Slide Number Placeholder 5">
            <a:extLst>
              <a:ext uri="{FF2B5EF4-FFF2-40B4-BE49-F238E27FC236}">
                <a16:creationId xmlns:a16="http://schemas.microsoft.com/office/drawing/2014/main" id="{08A2E041-3E38-4FB1-98E1-405CB20FA201}"/>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7" name="Text Placeholder 7">
            <a:extLst>
              <a:ext uri="{FF2B5EF4-FFF2-40B4-BE49-F238E27FC236}">
                <a16:creationId xmlns:a16="http://schemas.microsoft.com/office/drawing/2014/main" id="{BFFBCE6F-028A-4617-B072-71A0FA0A4748}"/>
              </a:ext>
            </a:extLst>
          </p:cNvPr>
          <p:cNvSpPr>
            <a:spLocks noGrp="1"/>
          </p:cNvSpPr>
          <p:nvPr>
            <p:ph type="body" sz="quarter" idx="19" hasCustomPrompt="1"/>
          </p:nvPr>
        </p:nvSpPr>
        <p:spPr>
          <a:xfrm>
            <a:off x="724879" y="310326"/>
            <a:ext cx="3419554"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19" name="Text Placeholder 9">
            <a:extLst>
              <a:ext uri="{FF2B5EF4-FFF2-40B4-BE49-F238E27FC236}">
                <a16:creationId xmlns:a16="http://schemas.microsoft.com/office/drawing/2014/main" id="{9075BC39-D207-4CA1-857E-6EA19E26C9FB}"/>
              </a:ext>
            </a:extLst>
          </p:cNvPr>
          <p:cNvSpPr>
            <a:spLocks noGrp="1"/>
          </p:cNvSpPr>
          <p:nvPr>
            <p:ph type="body" sz="quarter" idx="20" hasCustomPrompt="1"/>
          </p:nvPr>
        </p:nvSpPr>
        <p:spPr>
          <a:xfrm>
            <a:off x="4423998" y="310326"/>
            <a:ext cx="4097593"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0" name="Text Placeholder 17">
            <a:extLst>
              <a:ext uri="{FF2B5EF4-FFF2-40B4-BE49-F238E27FC236}">
                <a16:creationId xmlns:a16="http://schemas.microsoft.com/office/drawing/2014/main" id="{DAD6F774-1095-47B8-92F2-C3F93E18A6AD}"/>
              </a:ext>
            </a:extLst>
          </p:cNvPr>
          <p:cNvSpPr>
            <a:spLocks noGrp="1"/>
          </p:cNvSpPr>
          <p:nvPr>
            <p:ph type="body" sz="quarter" idx="21" hasCustomPrompt="1"/>
          </p:nvPr>
        </p:nvSpPr>
        <p:spPr>
          <a:xfrm>
            <a:off x="4423998" y="531101"/>
            <a:ext cx="4097593"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23" name="Text Placeholder 22">
            <a:extLst>
              <a:ext uri="{FF2B5EF4-FFF2-40B4-BE49-F238E27FC236}">
                <a16:creationId xmlns:a16="http://schemas.microsoft.com/office/drawing/2014/main" id="{114CE8CE-0AFB-48E8-822A-C0D496286A8F}"/>
              </a:ext>
            </a:extLst>
          </p:cNvPr>
          <p:cNvSpPr>
            <a:spLocks noGrp="1"/>
          </p:cNvSpPr>
          <p:nvPr>
            <p:ph type="body" sz="quarter" idx="22" hasCustomPrompt="1"/>
          </p:nvPr>
        </p:nvSpPr>
        <p:spPr>
          <a:xfrm>
            <a:off x="10443600" y="5068884"/>
            <a:ext cx="1029600" cy="1069117"/>
          </a:xfrm>
          <a:prstGeom prst="rect">
            <a:avLst/>
          </a:prstGeom>
          <a:blipFill>
            <a:blip r:embed="rId2"/>
            <a:stretch>
              <a:fillRect/>
            </a:stretch>
          </a:blipFill>
        </p:spPr>
        <p:txBody>
          <a:bodyPr wrap="square">
            <a:noAutofit/>
          </a:bodyPr>
          <a:lstStyle>
            <a:lvl1pPr marL="0" indent="0">
              <a:buNone/>
              <a:defRPr sz="100">
                <a:noFill/>
              </a:defRPr>
            </a:lvl1pPr>
            <a:lvl2pPr marL="63854" indent="0">
              <a:buNone/>
              <a:defRPr sz="100"/>
            </a:lvl2pPr>
            <a:lvl3pPr marL="141647" indent="0">
              <a:buNone/>
              <a:defRPr sz="100"/>
            </a:lvl3pPr>
            <a:lvl4pPr>
              <a:buNone/>
              <a:defRPr sz="100"/>
            </a:lvl4pPr>
            <a:lvl5pPr>
              <a:buNone/>
              <a:defRPr sz="100"/>
            </a:lvl5pPr>
          </a:lstStyle>
          <a:p>
            <a:pPr lvl="0"/>
            <a:r>
              <a:rPr lang="da-DK" dirty="0"/>
              <a:t>.</a:t>
            </a:r>
          </a:p>
        </p:txBody>
      </p:sp>
    </p:spTree>
    <p:extLst>
      <p:ext uri="{BB962C8B-B14F-4D97-AF65-F5344CB8AC3E}">
        <p14:creationId xmlns:p14="http://schemas.microsoft.com/office/powerpoint/2010/main" val="31580083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UK_Forside hvid tekst baggrundsbille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1E5C199-BB2E-44F0-AD6D-7D9220B576B0}"/>
              </a:ext>
            </a:extLst>
          </p:cNvPr>
          <p:cNvSpPr>
            <a:spLocks noGrp="1"/>
          </p:cNvSpPr>
          <p:nvPr>
            <p:ph type="pic" sz="quarter" idx="17" hasCustomPrompt="1"/>
          </p:nvPr>
        </p:nvSpPr>
        <p:spPr>
          <a:xfrm>
            <a:off x="0" y="0"/>
            <a:ext cx="12192000" cy="6858000"/>
          </a:xfrm>
        </p:spPr>
        <p:txBody>
          <a:bodyPr tIns="36000"/>
          <a:lstStyle>
            <a:lvl1pPr marL="0" indent="0" algn="ctr">
              <a:buNone/>
              <a:defRPr sz="506"/>
            </a:lvl1pPr>
          </a:lstStyle>
          <a:p>
            <a:r>
              <a:rPr lang="da-DK" dirty="0"/>
              <a:t>Klik her og indsæt mørkt billede, via fanen Indsæt, Billeder</a:t>
            </a:r>
          </a:p>
        </p:txBody>
      </p:sp>
      <p:sp>
        <p:nvSpPr>
          <p:cNvPr id="2" name="Title 1"/>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bg1"/>
                </a:solidFill>
              </a:defRPr>
            </a:lvl1pPr>
          </a:lstStyle>
          <a:p>
            <a:r>
              <a:rPr lang="da-DK" dirty="0"/>
              <a:t>Indsæt titel</a:t>
            </a:r>
          </a:p>
        </p:txBody>
      </p:sp>
      <p:sp>
        <p:nvSpPr>
          <p:cNvPr id="14" name="Subtitle 2">
            <a:extLst>
              <a:ext uri="{FF2B5EF4-FFF2-40B4-BE49-F238E27FC236}">
                <a16:creationId xmlns:a16="http://schemas.microsoft.com/office/drawing/2014/main" id="{98A3A365-2E66-4DD0-BBA9-7884F7C6FE1A}"/>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bg1"/>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17" name="Text Placeholder 7">
            <a:extLst>
              <a:ext uri="{FF2B5EF4-FFF2-40B4-BE49-F238E27FC236}">
                <a16:creationId xmlns:a16="http://schemas.microsoft.com/office/drawing/2014/main" id="{17210D45-E4CC-4EA8-88D2-ED969CF9E4A2}"/>
              </a:ext>
            </a:extLst>
          </p:cNvPr>
          <p:cNvSpPr>
            <a:spLocks noGrp="1"/>
          </p:cNvSpPr>
          <p:nvPr>
            <p:ph type="body" sz="quarter" idx="18" hasCustomPrompt="1"/>
          </p:nvPr>
        </p:nvSpPr>
        <p:spPr>
          <a:xfrm>
            <a:off x="724879" y="310326"/>
            <a:ext cx="3419554"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19" name="Text Placeholder 9">
            <a:extLst>
              <a:ext uri="{FF2B5EF4-FFF2-40B4-BE49-F238E27FC236}">
                <a16:creationId xmlns:a16="http://schemas.microsoft.com/office/drawing/2014/main" id="{750877AE-C14F-454F-BCD1-42B3CE1CDE88}"/>
              </a:ext>
            </a:extLst>
          </p:cNvPr>
          <p:cNvSpPr>
            <a:spLocks noGrp="1"/>
          </p:cNvSpPr>
          <p:nvPr>
            <p:ph type="body" sz="quarter" idx="19" hasCustomPrompt="1"/>
          </p:nvPr>
        </p:nvSpPr>
        <p:spPr>
          <a:xfrm>
            <a:off x="4423998" y="310326"/>
            <a:ext cx="4097593"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0" name="Text Placeholder 17">
            <a:extLst>
              <a:ext uri="{FF2B5EF4-FFF2-40B4-BE49-F238E27FC236}">
                <a16:creationId xmlns:a16="http://schemas.microsoft.com/office/drawing/2014/main" id="{879B6635-A90F-4078-BB65-2CE867AF7B27}"/>
              </a:ext>
            </a:extLst>
          </p:cNvPr>
          <p:cNvSpPr>
            <a:spLocks noGrp="1"/>
          </p:cNvSpPr>
          <p:nvPr>
            <p:ph type="body" sz="quarter" idx="20" hasCustomPrompt="1"/>
          </p:nvPr>
        </p:nvSpPr>
        <p:spPr>
          <a:xfrm>
            <a:off x="4423998" y="531101"/>
            <a:ext cx="4097593" cy="180000"/>
          </a:xfrm>
        </p:spPr>
        <p:txBody>
          <a:bodyPr anchor="t"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21" name="Text Placeholder 20">
            <a:extLst>
              <a:ext uri="{FF2B5EF4-FFF2-40B4-BE49-F238E27FC236}">
                <a16:creationId xmlns:a16="http://schemas.microsoft.com/office/drawing/2014/main" id="{3A245F3C-0AA6-41EC-AEFA-026F6587B003}"/>
              </a:ext>
            </a:extLst>
          </p:cNvPr>
          <p:cNvSpPr>
            <a:spLocks noGrp="1"/>
          </p:cNvSpPr>
          <p:nvPr>
            <p:ph type="body" sz="quarter" idx="22" hasCustomPrompt="1"/>
          </p:nvPr>
        </p:nvSpPr>
        <p:spPr>
          <a:xfrm>
            <a:off x="10443600" y="5068884"/>
            <a:ext cx="1029600" cy="1069117"/>
          </a:xfrm>
          <a:prstGeom prst="rect">
            <a:avLst/>
          </a:prstGeom>
          <a:blipFill>
            <a:blip r:embed="rId2"/>
            <a:stretch>
              <a:fillRect/>
            </a:stretch>
          </a:blipFill>
        </p:spPr>
        <p:txBody>
          <a:bodyPr wrap="square">
            <a:noAutofit/>
          </a:bodyPr>
          <a:lstStyle>
            <a:lvl1pPr marL="0" indent="0">
              <a:buNone/>
              <a:defRPr sz="100">
                <a:noFill/>
              </a:defRPr>
            </a:lvl1pPr>
            <a:lvl2pPr marL="63854" indent="0">
              <a:buNone/>
              <a:defRPr sz="100"/>
            </a:lvl2pPr>
            <a:lvl3pPr marL="141647" indent="0">
              <a:buNone/>
              <a:defRPr sz="100"/>
            </a:lvl3pPr>
            <a:lvl4pPr>
              <a:buNone/>
              <a:defRPr sz="100"/>
            </a:lvl4pPr>
            <a:lvl5pPr>
              <a:buNone/>
              <a:defRPr sz="100"/>
            </a:lvl5pPr>
          </a:lstStyle>
          <a:p>
            <a:pPr lvl="0"/>
            <a:r>
              <a:rPr lang="da-DK" dirty="0"/>
              <a:t>.</a:t>
            </a:r>
          </a:p>
        </p:txBody>
      </p:sp>
      <p:sp>
        <p:nvSpPr>
          <p:cNvPr id="12" name="Date_GeneralDate">
            <a:extLst>
              <a:ext uri="{FF2B5EF4-FFF2-40B4-BE49-F238E27FC236}">
                <a16:creationId xmlns:a16="http://schemas.microsoft.com/office/drawing/2014/main" id="{ED397024-840C-483C-9221-D7196DFC9407}"/>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5" name="FLD_PresentationTitle">
            <a:extLst>
              <a:ext uri="{FF2B5EF4-FFF2-40B4-BE49-F238E27FC236}">
                <a16:creationId xmlns:a16="http://schemas.microsoft.com/office/drawing/2014/main" id="{E3294628-B382-4444-8C1E-34B1C37B8D45}"/>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6" name="Slide Number Placeholder 5">
            <a:extLst>
              <a:ext uri="{FF2B5EF4-FFF2-40B4-BE49-F238E27FC236}">
                <a16:creationId xmlns:a16="http://schemas.microsoft.com/office/drawing/2014/main" id="{08A2E041-3E38-4FB1-98E1-405CB20FA201}"/>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13685229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UK_Forside mørk/hvi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0CBCA9-7183-4B91-A84F-18C0F7795F42}"/>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bg1"/>
                </a:solidFill>
              </a:defRPr>
            </a:lvl1pPr>
          </a:lstStyle>
          <a:p>
            <a:r>
              <a:rPr lang="da-DK" dirty="0"/>
              <a:t>Indsæt titel</a:t>
            </a:r>
          </a:p>
        </p:txBody>
      </p:sp>
      <p:sp>
        <p:nvSpPr>
          <p:cNvPr id="17" name="Subtitle 2">
            <a:extLst>
              <a:ext uri="{FF2B5EF4-FFF2-40B4-BE49-F238E27FC236}">
                <a16:creationId xmlns:a16="http://schemas.microsoft.com/office/drawing/2014/main" id="{E36C0DBC-4EC9-4A4E-8DE4-952D9F7BE20A}"/>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bg1"/>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22" name="Text Placeholder 7">
            <a:extLst>
              <a:ext uri="{FF2B5EF4-FFF2-40B4-BE49-F238E27FC236}">
                <a16:creationId xmlns:a16="http://schemas.microsoft.com/office/drawing/2014/main" id="{7EDA8D41-2335-493A-8246-8171A76F0F89}"/>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D4E101DD-89B2-4D7B-8F47-835181F42AA3}"/>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BB051B12-C82D-41E9-8581-101213AFDC33}"/>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Date_GeneralDate">
            <a:extLst>
              <a:ext uri="{FF2B5EF4-FFF2-40B4-BE49-F238E27FC236}">
                <a16:creationId xmlns:a16="http://schemas.microsoft.com/office/drawing/2014/main" id="{9F675B9B-6B60-40BB-A625-D8A4968CE8BB}"/>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B4395921-6CE7-4AEF-AD74-151370579AF9}"/>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0265C43A-BA01-438A-9586-5E7993AD1CD6}"/>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6" name="Freeform 5">
            <a:extLst>
              <a:ext uri="{FF2B5EF4-FFF2-40B4-BE49-F238E27FC236}">
                <a16:creationId xmlns:a16="http://schemas.microsoft.com/office/drawing/2014/main" id="{8196FC72-201B-407A-A802-431ADE6F4826}"/>
              </a:ext>
            </a:extLst>
          </p:cNvPr>
          <p:cNvSpPr>
            <a:spLocks noChangeAspect="1" noEditPoints="1"/>
          </p:cNvSpPr>
          <p:nvPr userDrawn="1"/>
        </p:nvSpPr>
        <p:spPr bwMode="auto">
          <a:xfrm>
            <a:off x="10441656" y="5068798"/>
            <a:ext cx="1027806" cy="1069200"/>
          </a:xfrm>
          <a:custGeom>
            <a:avLst/>
            <a:gdLst>
              <a:gd name="T0" fmla="*/ 629 w 1308"/>
              <a:gd name="T1" fmla="*/ 309 h 1360"/>
              <a:gd name="T2" fmla="*/ 799 w 1308"/>
              <a:gd name="T3" fmla="*/ 354 h 1360"/>
              <a:gd name="T4" fmla="*/ 789 w 1308"/>
              <a:gd name="T5" fmla="*/ 317 h 1360"/>
              <a:gd name="T6" fmla="*/ 678 w 1308"/>
              <a:gd name="T7" fmla="*/ 475 h 1360"/>
              <a:gd name="T8" fmla="*/ 577 w 1308"/>
              <a:gd name="T9" fmla="*/ 453 h 1360"/>
              <a:gd name="T10" fmla="*/ 454 w 1308"/>
              <a:gd name="T11" fmla="*/ 521 h 1360"/>
              <a:gd name="T12" fmla="*/ 719 w 1308"/>
              <a:gd name="T13" fmla="*/ 577 h 1360"/>
              <a:gd name="T14" fmla="*/ 602 w 1308"/>
              <a:gd name="T15" fmla="*/ 749 h 1360"/>
              <a:gd name="T16" fmla="*/ 719 w 1308"/>
              <a:gd name="T17" fmla="*/ 604 h 1360"/>
              <a:gd name="T18" fmla="*/ 651 w 1308"/>
              <a:gd name="T19" fmla="*/ 274 h 1360"/>
              <a:gd name="T20" fmla="*/ 449 w 1308"/>
              <a:gd name="T21" fmla="*/ 579 h 1360"/>
              <a:gd name="T22" fmla="*/ 422 w 1308"/>
              <a:gd name="T23" fmla="*/ 539 h 1360"/>
              <a:gd name="T24" fmla="*/ 356 w 1308"/>
              <a:gd name="T25" fmla="*/ 539 h 1360"/>
              <a:gd name="T26" fmla="*/ 358 w 1308"/>
              <a:gd name="T27" fmla="*/ 626 h 1360"/>
              <a:gd name="T28" fmla="*/ 891 w 1308"/>
              <a:gd name="T29" fmla="*/ 521 h 1360"/>
              <a:gd name="T30" fmla="*/ 890 w 1308"/>
              <a:gd name="T31" fmla="*/ 626 h 1360"/>
              <a:gd name="T32" fmla="*/ 900 w 1308"/>
              <a:gd name="T33" fmla="*/ 568 h 1360"/>
              <a:gd name="T34" fmla="*/ 848 w 1308"/>
              <a:gd name="T35" fmla="*/ 539 h 1360"/>
              <a:gd name="T36" fmla="*/ 796 w 1308"/>
              <a:gd name="T37" fmla="*/ 568 h 1360"/>
              <a:gd name="T38" fmla="*/ 805 w 1308"/>
              <a:gd name="T39" fmla="*/ 626 h 1360"/>
              <a:gd name="T40" fmla="*/ 423 w 1308"/>
              <a:gd name="T41" fmla="*/ 334 h 1360"/>
              <a:gd name="T42" fmla="*/ 512 w 1308"/>
              <a:gd name="T43" fmla="*/ 385 h 1360"/>
              <a:gd name="T44" fmla="*/ 929 w 1308"/>
              <a:gd name="T45" fmla="*/ 843 h 1360"/>
              <a:gd name="T46" fmla="*/ 480 w 1308"/>
              <a:gd name="T47" fmla="*/ 890 h 1360"/>
              <a:gd name="T48" fmla="*/ 397 w 1308"/>
              <a:gd name="T49" fmla="*/ 908 h 1360"/>
              <a:gd name="T50" fmla="*/ 862 w 1308"/>
              <a:gd name="T51" fmla="*/ 908 h 1360"/>
              <a:gd name="T52" fmla="*/ 777 w 1308"/>
              <a:gd name="T53" fmla="*/ 978 h 1360"/>
              <a:gd name="T54" fmla="*/ 328 w 1308"/>
              <a:gd name="T55" fmla="*/ 939 h 1360"/>
              <a:gd name="T56" fmla="*/ 931 w 1308"/>
              <a:gd name="T57" fmla="*/ 939 h 1360"/>
              <a:gd name="T58" fmla="*/ 629 w 1308"/>
              <a:gd name="T59" fmla="*/ 1029 h 1360"/>
              <a:gd name="T60" fmla="*/ 238 w 1308"/>
              <a:gd name="T61" fmla="*/ 1117 h 1360"/>
              <a:gd name="T62" fmla="*/ 200 w 1308"/>
              <a:gd name="T63" fmla="*/ 1203 h 1360"/>
              <a:gd name="T64" fmla="*/ 367 w 1308"/>
              <a:gd name="T65" fmla="*/ 1228 h 1360"/>
              <a:gd name="T66" fmla="*/ 345 w 1308"/>
              <a:gd name="T67" fmla="*/ 1243 h 1360"/>
              <a:gd name="T68" fmla="*/ 841 w 1308"/>
              <a:gd name="T69" fmla="*/ 1251 h 1360"/>
              <a:gd name="T70" fmla="*/ 1167 w 1308"/>
              <a:gd name="T71" fmla="*/ 856 h 1360"/>
              <a:gd name="T72" fmla="*/ 1276 w 1308"/>
              <a:gd name="T73" fmla="*/ 883 h 1360"/>
              <a:gd name="T74" fmla="*/ 1233 w 1308"/>
              <a:gd name="T75" fmla="*/ 826 h 1360"/>
              <a:gd name="T76" fmla="*/ 782 w 1308"/>
              <a:gd name="T77" fmla="*/ 114 h 1360"/>
              <a:gd name="T78" fmla="*/ 786 w 1308"/>
              <a:gd name="T79" fmla="*/ 86 h 1360"/>
              <a:gd name="T80" fmla="*/ 852 w 1308"/>
              <a:gd name="T81" fmla="*/ 89 h 1360"/>
              <a:gd name="T82" fmla="*/ 1116 w 1308"/>
              <a:gd name="T83" fmla="*/ 312 h 1360"/>
              <a:gd name="T84" fmla="*/ 1101 w 1308"/>
              <a:gd name="T85" fmla="*/ 258 h 1360"/>
              <a:gd name="T86" fmla="*/ 629 w 1308"/>
              <a:gd name="T87" fmla="*/ 1360 h 1360"/>
              <a:gd name="T88" fmla="*/ 1177 w 1308"/>
              <a:gd name="T89" fmla="*/ 531 h 1360"/>
              <a:gd name="T90" fmla="*/ 1254 w 1308"/>
              <a:gd name="T91" fmla="*/ 414 h 1360"/>
              <a:gd name="T92" fmla="*/ 1177 w 1308"/>
              <a:gd name="T93" fmla="*/ 531 h 1360"/>
              <a:gd name="T94" fmla="*/ 1236 w 1308"/>
              <a:gd name="T95" fmla="*/ 615 h 1360"/>
              <a:gd name="T96" fmla="*/ 1308 w 1308"/>
              <a:gd name="T97" fmla="*/ 687 h 1360"/>
              <a:gd name="T98" fmla="*/ 1049 w 1308"/>
              <a:gd name="T99" fmla="*/ 144 h 1360"/>
              <a:gd name="T100" fmla="*/ 948 w 1308"/>
              <a:gd name="T101" fmla="*/ 180 h 1360"/>
              <a:gd name="T102" fmla="*/ 1126 w 1308"/>
              <a:gd name="T103" fmla="*/ 1056 h 1360"/>
              <a:gd name="T104" fmla="*/ 1140 w 1308"/>
              <a:gd name="T105" fmla="*/ 1033 h 1360"/>
              <a:gd name="T106" fmla="*/ 1051 w 1308"/>
              <a:gd name="T107" fmla="*/ 1085 h 1360"/>
              <a:gd name="T108" fmla="*/ 61 w 1308"/>
              <a:gd name="T109" fmla="*/ 983 h 1360"/>
              <a:gd name="T110" fmla="*/ 125 w 1308"/>
              <a:gd name="T111" fmla="*/ 922 h 1360"/>
              <a:gd name="T112" fmla="*/ 459 w 1308"/>
              <a:gd name="T113" fmla="*/ 139 h 1360"/>
              <a:gd name="T114" fmla="*/ 365 w 1308"/>
              <a:gd name="T115" fmla="*/ 57 h 1360"/>
              <a:gd name="T116" fmla="*/ 642 w 1308"/>
              <a:gd name="T117" fmla="*/ 112 h 1360"/>
              <a:gd name="T118" fmla="*/ 564 w 1308"/>
              <a:gd name="T119" fmla="*/ 49 h 1360"/>
              <a:gd name="T120" fmla="*/ 642 w 1308"/>
              <a:gd name="T121" fmla="*/ 112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8" h="1360">
                <a:moveTo>
                  <a:pt x="695" y="425"/>
                </a:moveTo>
                <a:cubicBezTo>
                  <a:pt x="695" y="432"/>
                  <a:pt x="695" y="432"/>
                  <a:pt x="695" y="432"/>
                </a:cubicBezTo>
                <a:cubicBezTo>
                  <a:pt x="563" y="432"/>
                  <a:pt x="563" y="432"/>
                  <a:pt x="563" y="432"/>
                </a:cubicBezTo>
                <a:cubicBezTo>
                  <a:pt x="563" y="425"/>
                  <a:pt x="563" y="425"/>
                  <a:pt x="563" y="425"/>
                </a:cubicBezTo>
                <a:cubicBezTo>
                  <a:pt x="563" y="425"/>
                  <a:pt x="563" y="425"/>
                  <a:pt x="563" y="425"/>
                </a:cubicBezTo>
                <a:cubicBezTo>
                  <a:pt x="563" y="410"/>
                  <a:pt x="629" y="309"/>
                  <a:pt x="629" y="309"/>
                </a:cubicBezTo>
                <a:cubicBezTo>
                  <a:pt x="629" y="309"/>
                  <a:pt x="695" y="410"/>
                  <a:pt x="695" y="425"/>
                </a:cubicBezTo>
                <a:close/>
                <a:moveTo>
                  <a:pt x="789" y="317"/>
                </a:moveTo>
                <a:cubicBezTo>
                  <a:pt x="777" y="316"/>
                  <a:pt x="766" y="320"/>
                  <a:pt x="758" y="328"/>
                </a:cubicBezTo>
                <a:cubicBezTo>
                  <a:pt x="757" y="328"/>
                  <a:pt x="758" y="329"/>
                  <a:pt x="758" y="329"/>
                </a:cubicBezTo>
                <a:cubicBezTo>
                  <a:pt x="763" y="327"/>
                  <a:pt x="769" y="327"/>
                  <a:pt x="775" y="329"/>
                </a:cubicBezTo>
                <a:cubicBezTo>
                  <a:pt x="787" y="332"/>
                  <a:pt x="797" y="342"/>
                  <a:pt x="799" y="354"/>
                </a:cubicBezTo>
                <a:cubicBezTo>
                  <a:pt x="802" y="375"/>
                  <a:pt x="787" y="392"/>
                  <a:pt x="767" y="392"/>
                </a:cubicBezTo>
                <a:cubicBezTo>
                  <a:pt x="764" y="392"/>
                  <a:pt x="761" y="391"/>
                  <a:pt x="758" y="391"/>
                </a:cubicBezTo>
                <a:cubicBezTo>
                  <a:pt x="758" y="390"/>
                  <a:pt x="757" y="391"/>
                  <a:pt x="758" y="392"/>
                </a:cubicBezTo>
                <a:cubicBezTo>
                  <a:pt x="765" y="399"/>
                  <a:pt x="775" y="403"/>
                  <a:pt x="786" y="403"/>
                </a:cubicBezTo>
                <a:cubicBezTo>
                  <a:pt x="811" y="403"/>
                  <a:pt x="830" y="382"/>
                  <a:pt x="829" y="358"/>
                </a:cubicBezTo>
                <a:cubicBezTo>
                  <a:pt x="828" y="336"/>
                  <a:pt x="810" y="318"/>
                  <a:pt x="789" y="317"/>
                </a:cubicBezTo>
                <a:moveTo>
                  <a:pt x="698" y="556"/>
                </a:moveTo>
                <a:cubicBezTo>
                  <a:pt x="698" y="556"/>
                  <a:pt x="693" y="522"/>
                  <a:pt x="693" y="511"/>
                </a:cubicBezTo>
                <a:cubicBezTo>
                  <a:pt x="693" y="495"/>
                  <a:pt x="709" y="489"/>
                  <a:pt x="709" y="489"/>
                </a:cubicBezTo>
                <a:cubicBezTo>
                  <a:pt x="711" y="453"/>
                  <a:pt x="711" y="453"/>
                  <a:pt x="711" y="453"/>
                </a:cubicBezTo>
                <a:cubicBezTo>
                  <a:pt x="681" y="453"/>
                  <a:pt x="681" y="453"/>
                  <a:pt x="681" y="453"/>
                </a:cubicBezTo>
                <a:cubicBezTo>
                  <a:pt x="678" y="475"/>
                  <a:pt x="678" y="475"/>
                  <a:pt x="678" y="475"/>
                </a:cubicBezTo>
                <a:cubicBezTo>
                  <a:pt x="652" y="475"/>
                  <a:pt x="652" y="475"/>
                  <a:pt x="652" y="475"/>
                </a:cubicBezTo>
                <a:cubicBezTo>
                  <a:pt x="649" y="453"/>
                  <a:pt x="649" y="453"/>
                  <a:pt x="649" y="453"/>
                </a:cubicBezTo>
                <a:cubicBezTo>
                  <a:pt x="609" y="453"/>
                  <a:pt x="609" y="453"/>
                  <a:pt x="609" y="453"/>
                </a:cubicBezTo>
                <a:cubicBezTo>
                  <a:pt x="606" y="475"/>
                  <a:pt x="606" y="475"/>
                  <a:pt x="606" y="475"/>
                </a:cubicBezTo>
                <a:cubicBezTo>
                  <a:pt x="580" y="475"/>
                  <a:pt x="580" y="475"/>
                  <a:pt x="580" y="475"/>
                </a:cubicBezTo>
                <a:cubicBezTo>
                  <a:pt x="577" y="453"/>
                  <a:pt x="577" y="453"/>
                  <a:pt x="577" y="453"/>
                </a:cubicBezTo>
                <a:cubicBezTo>
                  <a:pt x="548" y="453"/>
                  <a:pt x="548" y="453"/>
                  <a:pt x="548" y="453"/>
                </a:cubicBezTo>
                <a:cubicBezTo>
                  <a:pt x="550" y="489"/>
                  <a:pt x="550" y="489"/>
                  <a:pt x="550" y="489"/>
                </a:cubicBezTo>
                <a:cubicBezTo>
                  <a:pt x="550" y="489"/>
                  <a:pt x="565" y="495"/>
                  <a:pt x="565" y="511"/>
                </a:cubicBezTo>
                <a:cubicBezTo>
                  <a:pt x="565" y="522"/>
                  <a:pt x="561" y="556"/>
                  <a:pt x="561" y="556"/>
                </a:cubicBezTo>
                <a:lnTo>
                  <a:pt x="698" y="556"/>
                </a:lnTo>
                <a:close/>
                <a:moveTo>
                  <a:pt x="454" y="521"/>
                </a:moveTo>
                <a:cubicBezTo>
                  <a:pt x="454" y="511"/>
                  <a:pt x="454" y="511"/>
                  <a:pt x="454" y="511"/>
                </a:cubicBezTo>
                <a:cubicBezTo>
                  <a:pt x="454" y="484"/>
                  <a:pt x="435" y="468"/>
                  <a:pt x="411" y="468"/>
                </a:cubicBezTo>
                <a:cubicBezTo>
                  <a:pt x="387" y="468"/>
                  <a:pt x="367" y="484"/>
                  <a:pt x="367" y="511"/>
                </a:cubicBezTo>
                <a:cubicBezTo>
                  <a:pt x="367" y="521"/>
                  <a:pt x="367" y="521"/>
                  <a:pt x="367" y="521"/>
                </a:cubicBezTo>
                <a:lnTo>
                  <a:pt x="454" y="521"/>
                </a:lnTo>
                <a:close/>
                <a:moveTo>
                  <a:pt x="719" y="577"/>
                </a:moveTo>
                <a:cubicBezTo>
                  <a:pt x="540" y="577"/>
                  <a:pt x="540" y="577"/>
                  <a:pt x="540" y="577"/>
                </a:cubicBezTo>
                <a:cubicBezTo>
                  <a:pt x="540" y="604"/>
                  <a:pt x="540" y="604"/>
                  <a:pt x="540" y="604"/>
                </a:cubicBezTo>
                <a:cubicBezTo>
                  <a:pt x="540" y="604"/>
                  <a:pt x="551" y="609"/>
                  <a:pt x="551" y="622"/>
                </a:cubicBezTo>
                <a:cubicBezTo>
                  <a:pt x="551" y="647"/>
                  <a:pt x="531" y="745"/>
                  <a:pt x="535" y="816"/>
                </a:cubicBezTo>
                <a:cubicBezTo>
                  <a:pt x="598" y="816"/>
                  <a:pt x="598" y="816"/>
                  <a:pt x="598" y="816"/>
                </a:cubicBezTo>
                <a:cubicBezTo>
                  <a:pt x="602" y="749"/>
                  <a:pt x="602" y="749"/>
                  <a:pt x="602" y="749"/>
                </a:cubicBezTo>
                <a:cubicBezTo>
                  <a:pt x="604" y="732"/>
                  <a:pt x="615" y="722"/>
                  <a:pt x="629" y="722"/>
                </a:cubicBezTo>
                <a:cubicBezTo>
                  <a:pt x="643" y="722"/>
                  <a:pt x="654" y="732"/>
                  <a:pt x="656" y="749"/>
                </a:cubicBezTo>
                <a:cubicBezTo>
                  <a:pt x="661" y="816"/>
                  <a:pt x="661" y="816"/>
                  <a:pt x="661" y="816"/>
                </a:cubicBezTo>
                <a:cubicBezTo>
                  <a:pt x="724" y="816"/>
                  <a:pt x="724" y="816"/>
                  <a:pt x="724" y="816"/>
                </a:cubicBezTo>
                <a:cubicBezTo>
                  <a:pt x="727" y="745"/>
                  <a:pt x="708" y="647"/>
                  <a:pt x="708" y="622"/>
                </a:cubicBezTo>
                <a:cubicBezTo>
                  <a:pt x="708" y="609"/>
                  <a:pt x="719" y="604"/>
                  <a:pt x="719" y="604"/>
                </a:cubicBezTo>
                <a:cubicBezTo>
                  <a:pt x="719" y="577"/>
                  <a:pt x="719" y="577"/>
                  <a:pt x="719" y="577"/>
                </a:cubicBezTo>
                <a:moveTo>
                  <a:pt x="651" y="274"/>
                </a:moveTo>
                <a:cubicBezTo>
                  <a:pt x="651" y="262"/>
                  <a:pt x="641" y="252"/>
                  <a:pt x="629" y="252"/>
                </a:cubicBezTo>
                <a:cubicBezTo>
                  <a:pt x="617" y="252"/>
                  <a:pt x="607" y="262"/>
                  <a:pt x="607" y="274"/>
                </a:cubicBezTo>
                <a:cubicBezTo>
                  <a:pt x="607" y="286"/>
                  <a:pt x="617" y="296"/>
                  <a:pt x="629" y="296"/>
                </a:cubicBezTo>
                <a:cubicBezTo>
                  <a:pt x="641" y="296"/>
                  <a:pt x="651" y="286"/>
                  <a:pt x="651" y="274"/>
                </a:cubicBezTo>
                <a:moveTo>
                  <a:pt x="453" y="626"/>
                </a:moveTo>
                <a:cubicBezTo>
                  <a:pt x="464" y="626"/>
                  <a:pt x="464" y="626"/>
                  <a:pt x="464" y="626"/>
                </a:cubicBezTo>
                <a:cubicBezTo>
                  <a:pt x="464" y="610"/>
                  <a:pt x="464" y="610"/>
                  <a:pt x="464" y="610"/>
                </a:cubicBezTo>
                <a:cubicBezTo>
                  <a:pt x="464" y="610"/>
                  <a:pt x="450" y="607"/>
                  <a:pt x="450" y="593"/>
                </a:cubicBezTo>
                <a:cubicBezTo>
                  <a:pt x="450" y="593"/>
                  <a:pt x="450" y="593"/>
                  <a:pt x="450" y="593"/>
                </a:cubicBezTo>
                <a:cubicBezTo>
                  <a:pt x="449" y="579"/>
                  <a:pt x="449" y="579"/>
                  <a:pt x="449" y="579"/>
                </a:cubicBezTo>
                <a:cubicBezTo>
                  <a:pt x="463" y="568"/>
                  <a:pt x="463" y="568"/>
                  <a:pt x="463" y="568"/>
                </a:cubicBezTo>
                <a:cubicBezTo>
                  <a:pt x="465" y="539"/>
                  <a:pt x="465" y="539"/>
                  <a:pt x="465" y="539"/>
                </a:cubicBezTo>
                <a:cubicBezTo>
                  <a:pt x="446" y="539"/>
                  <a:pt x="446" y="539"/>
                  <a:pt x="446" y="539"/>
                </a:cubicBezTo>
                <a:cubicBezTo>
                  <a:pt x="443" y="560"/>
                  <a:pt x="443" y="560"/>
                  <a:pt x="443" y="560"/>
                </a:cubicBezTo>
                <a:cubicBezTo>
                  <a:pt x="424" y="560"/>
                  <a:pt x="424" y="560"/>
                  <a:pt x="424" y="560"/>
                </a:cubicBezTo>
                <a:cubicBezTo>
                  <a:pt x="422" y="539"/>
                  <a:pt x="422" y="539"/>
                  <a:pt x="422" y="539"/>
                </a:cubicBezTo>
                <a:cubicBezTo>
                  <a:pt x="411" y="539"/>
                  <a:pt x="411" y="539"/>
                  <a:pt x="411" y="539"/>
                </a:cubicBezTo>
                <a:cubicBezTo>
                  <a:pt x="400" y="539"/>
                  <a:pt x="400" y="539"/>
                  <a:pt x="400" y="539"/>
                </a:cubicBezTo>
                <a:cubicBezTo>
                  <a:pt x="397" y="560"/>
                  <a:pt x="397" y="560"/>
                  <a:pt x="397" y="560"/>
                </a:cubicBezTo>
                <a:cubicBezTo>
                  <a:pt x="378" y="560"/>
                  <a:pt x="378" y="560"/>
                  <a:pt x="378" y="560"/>
                </a:cubicBezTo>
                <a:cubicBezTo>
                  <a:pt x="376" y="539"/>
                  <a:pt x="376" y="539"/>
                  <a:pt x="376" y="539"/>
                </a:cubicBezTo>
                <a:cubicBezTo>
                  <a:pt x="356" y="539"/>
                  <a:pt x="356" y="539"/>
                  <a:pt x="356" y="539"/>
                </a:cubicBezTo>
                <a:cubicBezTo>
                  <a:pt x="359" y="568"/>
                  <a:pt x="359" y="568"/>
                  <a:pt x="359" y="568"/>
                </a:cubicBezTo>
                <a:cubicBezTo>
                  <a:pt x="372" y="579"/>
                  <a:pt x="372" y="579"/>
                  <a:pt x="372" y="579"/>
                </a:cubicBezTo>
                <a:cubicBezTo>
                  <a:pt x="371" y="593"/>
                  <a:pt x="371" y="593"/>
                  <a:pt x="371" y="593"/>
                </a:cubicBezTo>
                <a:cubicBezTo>
                  <a:pt x="371" y="593"/>
                  <a:pt x="371" y="593"/>
                  <a:pt x="371" y="593"/>
                </a:cubicBezTo>
                <a:cubicBezTo>
                  <a:pt x="371" y="607"/>
                  <a:pt x="358" y="610"/>
                  <a:pt x="358" y="610"/>
                </a:cubicBezTo>
                <a:cubicBezTo>
                  <a:pt x="358" y="626"/>
                  <a:pt x="358" y="626"/>
                  <a:pt x="358" y="626"/>
                </a:cubicBezTo>
                <a:cubicBezTo>
                  <a:pt x="368" y="626"/>
                  <a:pt x="368" y="626"/>
                  <a:pt x="368" y="626"/>
                </a:cubicBezTo>
                <a:cubicBezTo>
                  <a:pt x="368" y="680"/>
                  <a:pt x="341" y="758"/>
                  <a:pt x="341" y="816"/>
                </a:cubicBezTo>
                <a:cubicBezTo>
                  <a:pt x="411" y="816"/>
                  <a:pt x="411" y="816"/>
                  <a:pt x="411" y="816"/>
                </a:cubicBezTo>
                <a:cubicBezTo>
                  <a:pt x="481" y="816"/>
                  <a:pt x="481" y="816"/>
                  <a:pt x="481" y="816"/>
                </a:cubicBezTo>
                <a:cubicBezTo>
                  <a:pt x="481" y="758"/>
                  <a:pt x="454" y="680"/>
                  <a:pt x="453" y="626"/>
                </a:cubicBezTo>
                <a:close/>
                <a:moveTo>
                  <a:pt x="891" y="521"/>
                </a:moveTo>
                <a:cubicBezTo>
                  <a:pt x="891" y="511"/>
                  <a:pt x="891" y="511"/>
                  <a:pt x="891" y="511"/>
                </a:cubicBezTo>
                <a:cubicBezTo>
                  <a:pt x="891" y="484"/>
                  <a:pt x="872" y="468"/>
                  <a:pt x="848" y="468"/>
                </a:cubicBezTo>
                <a:cubicBezTo>
                  <a:pt x="824" y="468"/>
                  <a:pt x="804" y="484"/>
                  <a:pt x="804" y="511"/>
                </a:cubicBezTo>
                <a:cubicBezTo>
                  <a:pt x="804" y="521"/>
                  <a:pt x="804" y="521"/>
                  <a:pt x="804" y="521"/>
                </a:cubicBezTo>
                <a:lnTo>
                  <a:pt x="891" y="521"/>
                </a:lnTo>
                <a:close/>
                <a:moveTo>
                  <a:pt x="890" y="626"/>
                </a:moveTo>
                <a:cubicBezTo>
                  <a:pt x="901" y="626"/>
                  <a:pt x="901" y="626"/>
                  <a:pt x="901" y="626"/>
                </a:cubicBezTo>
                <a:cubicBezTo>
                  <a:pt x="901" y="610"/>
                  <a:pt x="901" y="610"/>
                  <a:pt x="901" y="610"/>
                </a:cubicBezTo>
                <a:cubicBezTo>
                  <a:pt x="901" y="610"/>
                  <a:pt x="887" y="607"/>
                  <a:pt x="887" y="593"/>
                </a:cubicBezTo>
                <a:cubicBezTo>
                  <a:pt x="887" y="593"/>
                  <a:pt x="887" y="593"/>
                  <a:pt x="887" y="593"/>
                </a:cubicBezTo>
                <a:cubicBezTo>
                  <a:pt x="886" y="579"/>
                  <a:pt x="886" y="579"/>
                  <a:pt x="886" y="579"/>
                </a:cubicBezTo>
                <a:cubicBezTo>
                  <a:pt x="900" y="568"/>
                  <a:pt x="900" y="568"/>
                  <a:pt x="900" y="568"/>
                </a:cubicBezTo>
                <a:cubicBezTo>
                  <a:pt x="902" y="539"/>
                  <a:pt x="902" y="539"/>
                  <a:pt x="902" y="539"/>
                </a:cubicBezTo>
                <a:cubicBezTo>
                  <a:pt x="883" y="539"/>
                  <a:pt x="883" y="539"/>
                  <a:pt x="883" y="539"/>
                </a:cubicBezTo>
                <a:cubicBezTo>
                  <a:pt x="880" y="560"/>
                  <a:pt x="880" y="560"/>
                  <a:pt x="880" y="560"/>
                </a:cubicBezTo>
                <a:cubicBezTo>
                  <a:pt x="861" y="560"/>
                  <a:pt x="861" y="560"/>
                  <a:pt x="861" y="560"/>
                </a:cubicBezTo>
                <a:cubicBezTo>
                  <a:pt x="859" y="539"/>
                  <a:pt x="859" y="539"/>
                  <a:pt x="859" y="539"/>
                </a:cubicBezTo>
                <a:cubicBezTo>
                  <a:pt x="848" y="539"/>
                  <a:pt x="848" y="539"/>
                  <a:pt x="848" y="539"/>
                </a:cubicBezTo>
                <a:cubicBezTo>
                  <a:pt x="837" y="539"/>
                  <a:pt x="837" y="539"/>
                  <a:pt x="837" y="539"/>
                </a:cubicBezTo>
                <a:cubicBezTo>
                  <a:pt x="834" y="560"/>
                  <a:pt x="834" y="560"/>
                  <a:pt x="834" y="560"/>
                </a:cubicBezTo>
                <a:cubicBezTo>
                  <a:pt x="815" y="560"/>
                  <a:pt x="815" y="560"/>
                  <a:pt x="815" y="560"/>
                </a:cubicBezTo>
                <a:cubicBezTo>
                  <a:pt x="813" y="539"/>
                  <a:pt x="813" y="539"/>
                  <a:pt x="813" y="539"/>
                </a:cubicBezTo>
                <a:cubicBezTo>
                  <a:pt x="793" y="539"/>
                  <a:pt x="793" y="539"/>
                  <a:pt x="793" y="539"/>
                </a:cubicBezTo>
                <a:cubicBezTo>
                  <a:pt x="796" y="568"/>
                  <a:pt x="796" y="568"/>
                  <a:pt x="796" y="568"/>
                </a:cubicBezTo>
                <a:cubicBezTo>
                  <a:pt x="809" y="579"/>
                  <a:pt x="809" y="579"/>
                  <a:pt x="809" y="579"/>
                </a:cubicBezTo>
                <a:cubicBezTo>
                  <a:pt x="808" y="593"/>
                  <a:pt x="808" y="593"/>
                  <a:pt x="808" y="593"/>
                </a:cubicBezTo>
                <a:cubicBezTo>
                  <a:pt x="808" y="593"/>
                  <a:pt x="808" y="593"/>
                  <a:pt x="808" y="593"/>
                </a:cubicBezTo>
                <a:cubicBezTo>
                  <a:pt x="808" y="607"/>
                  <a:pt x="794" y="610"/>
                  <a:pt x="794" y="610"/>
                </a:cubicBezTo>
                <a:cubicBezTo>
                  <a:pt x="794" y="626"/>
                  <a:pt x="794" y="626"/>
                  <a:pt x="794" y="626"/>
                </a:cubicBezTo>
                <a:cubicBezTo>
                  <a:pt x="805" y="626"/>
                  <a:pt x="805" y="626"/>
                  <a:pt x="805" y="626"/>
                </a:cubicBezTo>
                <a:cubicBezTo>
                  <a:pt x="805" y="680"/>
                  <a:pt x="778" y="758"/>
                  <a:pt x="778" y="816"/>
                </a:cubicBezTo>
                <a:cubicBezTo>
                  <a:pt x="848" y="816"/>
                  <a:pt x="848" y="816"/>
                  <a:pt x="848" y="816"/>
                </a:cubicBezTo>
                <a:cubicBezTo>
                  <a:pt x="918" y="816"/>
                  <a:pt x="918" y="816"/>
                  <a:pt x="918" y="816"/>
                </a:cubicBezTo>
                <a:cubicBezTo>
                  <a:pt x="918" y="758"/>
                  <a:pt x="891" y="680"/>
                  <a:pt x="890" y="626"/>
                </a:cubicBezTo>
                <a:close/>
                <a:moveTo>
                  <a:pt x="457" y="342"/>
                </a:moveTo>
                <a:cubicBezTo>
                  <a:pt x="423" y="334"/>
                  <a:pt x="423" y="334"/>
                  <a:pt x="423" y="334"/>
                </a:cubicBezTo>
                <a:cubicBezTo>
                  <a:pt x="446" y="360"/>
                  <a:pt x="446" y="360"/>
                  <a:pt x="446" y="360"/>
                </a:cubicBezTo>
                <a:cubicBezTo>
                  <a:pt x="423" y="385"/>
                  <a:pt x="423" y="385"/>
                  <a:pt x="423" y="385"/>
                </a:cubicBezTo>
                <a:cubicBezTo>
                  <a:pt x="457" y="378"/>
                  <a:pt x="457" y="378"/>
                  <a:pt x="457" y="378"/>
                </a:cubicBezTo>
                <a:cubicBezTo>
                  <a:pt x="467" y="411"/>
                  <a:pt x="467" y="411"/>
                  <a:pt x="467" y="411"/>
                </a:cubicBezTo>
                <a:cubicBezTo>
                  <a:pt x="478" y="378"/>
                  <a:pt x="478" y="378"/>
                  <a:pt x="478" y="378"/>
                </a:cubicBezTo>
                <a:cubicBezTo>
                  <a:pt x="512" y="385"/>
                  <a:pt x="512" y="385"/>
                  <a:pt x="512" y="385"/>
                </a:cubicBezTo>
                <a:cubicBezTo>
                  <a:pt x="488" y="360"/>
                  <a:pt x="488" y="360"/>
                  <a:pt x="488" y="360"/>
                </a:cubicBezTo>
                <a:cubicBezTo>
                  <a:pt x="512" y="334"/>
                  <a:pt x="512" y="334"/>
                  <a:pt x="512" y="334"/>
                </a:cubicBezTo>
                <a:cubicBezTo>
                  <a:pt x="478" y="342"/>
                  <a:pt x="478" y="342"/>
                  <a:pt x="478" y="342"/>
                </a:cubicBezTo>
                <a:cubicBezTo>
                  <a:pt x="467" y="308"/>
                  <a:pt x="467" y="308"/>
                  <a:pt x="467" y="308"/>
                </a:cubicBezTo>
                <a:lnTo>
                  <a:pt x="457" y="342"/>
                </a:lnTo>
                <a:close/>
                <a:moveTo>
                  <a:pt x="929" y="843"/>
                </a:moveTo>
                <a:cubicBezTo>
                  <a:pt x="886" y="843"/>
                  <a:pt x="863" y="860"/>
                  <a:pt x="843" y="871"/>
                </a:cubicBezTo>
                <a:cubicBezTo>
                  <a:pt x="826" y="880"/>
                  <a:pt x="811" y="890"/>
                  <a:pt x="779" y="890"/>
                </a:cubicBezTo>
                <a:cubicBezTo>
                  <a:pt x="747" y="890"/>
                  <a:pt x="731" y="880"/>
                  <a:pt x="714" y="871"/>
                </a:cubicBezTo>
                <a:cubicBezTo>
                  <a:pt x="694" y="860"/>
                  <a:pt x="672" y="847"/>
                  <a:pt x="629" y="847"/>
                </a:cubicBezTo>
                <a:cubicBezTo>
                  <a:pt x="587" y="847"/>
                  <a:pt x="564" y="860"/>
                  <a:pt x="545" y="871"/>
                </a:cubicBezTo>
                <a:cubicBezTo>
                  <a:pt x="527" y="880"/>
                  <a:pt x="512" y="890"/>
                  <a:pt x="480" y="890"/>
                </a:cubicBezTo>
                <a:cubicBezTo>
                  <a:pt x="448" y="890"/>
                  <a:pt x="433" y="880"/>
                  <a:pt x="415" y="871"/>
                </a:cubicBezTo>
                <a:cubicBezTo>
                  <a:pt x="395" y="860"/>
                  <a:pt x="373" y="843"/>
                  <a:pt x="330" y="843"/>
                </a:cubicBezTo>
                <a:cubicBezTo>
                  <a:pt x="303" y="843"/>
                  <a:pt x="271" y="852"/>
                  <a:pt x="271" y="852"/>
                </a:cubicBezTo>
                <a:cubicBezTo>
                  <a:pt x="294" y="892"/>
                  <a:pt x="294" y="892"/>
                  <a:pt x="294" y="892"/>
                </a:cubicBezTo>
                <a:cubicBezTo>
                  <a:pt x="294" y="892"/>
                  <a:pt x="313" y="889"/>
                  <a:pt x="330" y="889"/>
                </a:cubicBezTo>
                <a:cubicBezTo>
                  <a:pt x="362" y="889"/>
                  <a:pt x="379" y="898"/>
                  <a:pt x="397" y="908"/>
                </a:cubicBezTo>
                <a:cubicBezTo>
                  <a:pt x="417" y="919"/>
                  <a:pt x="433" y="934"/>
                  <a:pt x="476" y="934"/>
                </a:cubicBezTo>
                <a:cubicBezTo>
                  <a:pt x="519" y="934"/>
                  <a:pt x="542" y="920"/>
                  <a:pt x="562" y="909"/>
                </a:cubicBezTo>
                <a:cubicBezTo>
                  <a:pt x="580" y="899"/>
                  <a:pt x="598" y="891"/>
                  <a:pt x="629" y="891"/>
                </a:cubicBezTo>
                <a:cubicBezTo>
                  <a:pt x="661" y="891"/>
                  <a:pt x="679" y="899"/>
                  <a:pt x="696" y="909"/>
                </a:cubicBezTo>
                <a:cubicBezTo>
                  <a:pt x="716" y="920"/>
                  <a:pt x="740" y="934"/>
                  <a:pt x="782" y="934"/>
                </a:cubicBezTo>
                <a:cubicBezTo>
                  <a:pt x="825" y="934"/>
                  <a:pt x="842" y="919"/>
                  <a:pt x="862" y="908"/>
                </a:cubicBezTo>
                <a:cubicBezTo>
                  <a:pt x="879" y="898"/>
                  <a:pt x="897" y="889"/>
                  <a:pt x="929" y="889"/>
                </a:cubicBezTo>
                <a:cubicBezTo>
                  <a:pt x="945" y="889"/>
                  <a:pt x="965" y="892"/>
                  <a:pt x="965" y="892"/>
                </a:cubicBezTo>
                <a:cubicBezTo>
                  <a:pt x="988" y="852"/>
                  <a:pt x="988" y="852"/>
                  <a:pt x="988" y="852"/>
                </a:cubicBezTo>
                <a:cubicBezTo>
                  <a:pt x="988" y="852"/>
                  <a:pt x="956" y="843"/>
                  <a:pt x="929" y="843"/>
                </a:cubicBezTo>
                <a:close/>
                <a:moveTo>
                  <a:pt x="842" y="962"/>
                </a:moveTo>
                <a:cubicBezTo>
                  <a:pt x="825" y="972"/>
                  <a:pt x="808" y="978"/>
                  <a:pt x="777" y="978"/>
                </a:cubicBezTo>
                <a:cubicBezTo>
                  <a:pt x="745" y="978"/>
                  <a:pt x="728" y="971"/>
                  <a:pt x="711" y="961"/>
                </a:cubicBezTo>
                <a:cubicBezTo>
                  <a:pt x="692" y="951"/>
                  <a:pt x="670" y="937"/>
                  <a:pt x="629" y="937"/>
                </a:cubicBezTo>
                <a:cubicBezTo>
                  <a:pt x="588" y="937"/>
                  <a:pt x="566" y="951"/>
                  <a:pt x="547" y="961"/>
                </a:cubicBezTo>
                <a:cubicBezTo>
                  <a:pt x="530" y="971"/>
                  <a:pt x="513" y="978"/>
                  <a:pt x="482" y="978"/>
                </a:cubicBezTo>
                <a:cubicBezTo>
                  <a:pt x="451" y="978"/>
                  <a:pt x="433" y="972"/>
                  <a:pt x="416" y="962"/>
                </a:cubicBezTo>
                <a:cubicBezTo>
                  <a:pt x="397" y="952"/>
                  <a:pt x="371" y="934"/>
                  <a:pt x="328" y="939"/>
                </a:cubicBezTo>
                <a:cubicBezTo>
                  <a:pt x="393" y="1023"/>
                  <a:pt x="483" y="1022"/>
                  <a:pt x="483" y="1022"/>
                </a:cubicBezTo>
                <a:cubicBezTo>
                  <a:pt x="523" y="1022"/>
                  <a:pt x="545" y="1013"/>
                  <a:pt x="564" y="1003"/>
                </a:cubicBezTo>
                <a:cubicBezTo>
                  <a:pt x="581" y="993"/>
                  <a:pt x="599" y="982"/>
                  <a:pt x="629" y="982"/>
                </a:cubicBezTo>
                <a:cubicBezTo>
                  <a:pt x="660" y="982"/>
                  <a:pt x="677" y="993"/>
                  <a:pt x="694" y="1003"/>
                </a:cubicBezTo>
                <a:cubicBezTo>
                  <a:pt x="714" y="1013"/>
                  <a:pt x="736" y="1022"/>
                  <a:pt x="776" y="1022"/>
                </a:cubicBezTo>
                <a:cubicBezTo>
                  <a:pt x="776" y="1022"/>
                  <a:pt x="865" y="1023"/>
                  <a:pt x="931" y="939"/>
                </a:cubicBezTo>
                <a:cubicBezTo>
                  <a:pt x="887" y="934"/>
                  <a:pt x="862" y="952"/>
                  <a:pt x="842" y="962"/>
                </a:cubicBezTo>
                <a:close/>
                <a:moveTo>
                  <a:pt x="629" y="1029"/>
                </a:moveTo>
                <a:cubicBezTo>
                  <a:pt x="588" y="1029"/>
                  <a:pt x="570" y="1060"/>
                  <a:pt x="516" y="1060"/>
                </a:cubicBezTo>
                <a:cubicBezTo>
                  <a:pt x="537" y="1067"/>
                  <a:pt x="582" y="1077"/>
                  <a:pt x="629" y="1077"/>
                </a:cubicBezTo>
                <a:cubicBezTo>
                  <a:pt x="676" y="1077"/>
                  <a:pt x="722" y="1067"/>
                  <a:pt x="743" y="1060"/>
                </a:cubicBezTo>
                <a:cubicBezTo>
                  <a:pt x="688" y="1060"/>
                  <a:pt x="671" y="1029"/>
                  <a:pt x="629" y="1029"/>
                </a:cubicBezTo>
                <a:close/>
                <a:moveTo>
                  <a:pt x="172" y="1012"/>
                </a:moveTo>
                <a:cubicBezTo>
                  <a:pt x="189" y="1033"/>
                  <a:pt x="189" y="1033"/>
                  <a:pt x="189" y="1033"/>
                </a:cubicBezTo>
                <a:cubicBezTo>
                  <a:pt x="100" y="1101"/>
                  <a:pt x="100" y="1101"/>
                  <a:pt x="100" y="1101"/>
                </a:cubicBezTo>
                <a:cubicBezTo>
                  <a:pt x="83" y="1080"/>
                  <a:pt x="83" y="1080"/>
                  <a:pt x="83" y="1080"/>
                </a:cubicBezTo>
                <a:lnTo>
                  <a:pt x="172" y="1012"/>
                </a:lnTo>
                <a:close/>
                <a:moveTo>
                  <a:pt x="238" y="1117"/>
                </a:moveTo>
                <a:cubicBezTo>
                  <a:pt x="212" y="1095"/>
                  <a:pt x="212" y="1095"/>
                  <a:pt x="212" y="1095"/>
                </a:cubicBezTo>
                <a:cubicBezTo>
                  <a:pt x="227" y="1078"/>
                  <a:pt x="227" y="1078"/>
                  <a:pt x="227" y="1078"/>
                </a:cubicBezTo>
                <a:cubicBezTo>
                  <a:pt x="298" y="1139"/>
                  <a:pt x="298" y="1139"/>
                  <a:pt x="298" y="1139"/>
                </a:cubicBezTo>
                <a:cubicBezTo>
                  <a:pt x="283" y="1156"/>
                  <a:pt x="283" y="1156"/>
                  <a:pt x="283" y="1156"/>
                </a:cubicBezTo>
                <a:cubicBezTo>
                  <a:pt x="258" y="1134"/>
                  <a:pt x="258" y="1134"/>
                  <a:pt x="258" y="1134"/>
                </a:cubicBezTo>
                <a:cubicBezTo>
                  <a:pt x="200" y="1203"/>
                  <a:pt x="200" y="1203"/>
                  <a:pt x="200" y="1203"/>
                </a:cubicBezTo>
                <a:cubicBezTo>
                  <a:pt x="179" y="1185"/>
                  <a:pt x="179" y="1185"/>
                  <a:pt x="179" y="1185"/>
                </a:cubicBezTo>
                <a:lnTo>
                  <a:pt x="238" y="1117"/>
                </a:lnTo>
                <a:close/>
                <a:moveTo>
                  <a:pt x="345" y="1243"/>
                </a:moveTo>
                <a:cubicBezTo>
                  <a:pt x="332" y="1162"/>
                  <a:pt x="332" y="1162"/>
                  <a:pt x="332" y="1162"/>
                </a:cubicBezTo>
                <a:cubicBezTo>
                  <a:pt x="360" y="1178"/>
                  <a:pt x="360" y="1178"/>
                  <a:pt x="360" y="1178"/>
                </a:cubicBezTo>
                <a:cubicBezTo>
                  <a:pt x="367" y="1228"/>
                  <a:pt x="367" y="1228"/>
                  <a:pt x="367" y="1228"/>
                </a:cubicBezTo>
                <a:cubicBezTo>
                  <a:pt x="411" y="1202"/>
                  <a:pt x="411" y="1202"/>
                  <a:pt x="411" y="1202"/>
                </a:cubicBezTo>
                <a:cubicBezTo>
                  <a:pt x="441" y="1213"/>
                  <a:pt x="441" y="1213"/>
                  <a:pt x="441" y="1213"/>
                </a:cubicBezTo>
                <a:cubicBezTo>
                  <a:pt x="370" y="1254"/>
                  <a:pt x="370" y="1254"/>
                  <a:pt x="370" y="1254"/>
                </a:cubicBezTo>
                <a:cubicBezTo>
                  <a:pt x="350" y="1296"/>
                  <a:pt x="350" y="1296"/>
                  <a:pt x="350" y="1296"/>
                </a:cubicBezTo>
                <a:cubicBezTo>
                  <a:pt x="326" y="1285"/>
                  <a:pt x="326" y="1285"/>
                  <a:pt x="326" y="1285"/>
                </a:cubicBezTo>
                <a:lnTo>
                  <a:pt x="345" y="1243"/>
                </a:lnTo>
                <a:close/>
                <a:moveTo>
                  <a:pt x="756" y="1230"/>
                </a:moveTo>
                <a:cubicBezTo>
                  <a:pt x="838" y="1206"/>
                  <a:pt x="838" y="1206"/>
                  <a:pt x="838" y="1206"/>
                </a:cubicBezTo>
                <a:cubicBezTo>
                  <a:pt x="844" y="1227"/>
                  <a:pt x="844" y="1227"/>
                  <a:pt x="844" y="1227"/>
                </a:cubicBezTo>
                <a:cubicBezTo>
                  <a:pt x="788" y="1244"/>
                  <a:pt x="788" y="1244"/>
                  <a:pt x="788" y="1244"/>
                </a:cubicBezTo>
                <a:cubicBezTo>
                  <a:pt x="795" y="1265"/>
                  <a:pt x="795" y="1265"/>
                  <a:pt x="795" y="1265"/>
                </a:cubicBezTo>
                <a:cubicBezTo>
                  <a:pt x="841" y="1251"/>
                  <a:pt x="841" y="1251"/>
                  <a:pt x="841" y="1251"/>
                </a:cubicBezTo>
                <a:cubicBezTo>
                  <a:pt x="847" y="1273"/>
                  <a:pt x="847" y="1273"/>
                  <a:pt x="847" y="1273"/>
                </a:cubicBezTo>
                <a:cubicBezTo>
                  <a:pt x="801" y="1286"/>
                  <a:pt x="801" y="1286"/>
                  <a:pt x="801" y="1286"/>
                </a:cubicBezTo>
                <a:cubicBezTo>
                  <a:pt x="814" y="1330"/>
                  <a:pt x="814" y="1330"/>
                  <a:pt x="814" y="1330"/>
                </a:cubicBezTo>
                <a:cubicBezTo>
                  <a:pt x="788" y="1338"/>
                  <a:pt x="788" y="1338"/>
                  <a:pt x="788" y="1338"/>
                </a:cubicBezTo>
                <a:lnTo>
                  <a:pt x="756" y="1230"/>
                </a:lnTo>
                <a:close/>
                <a:moveTo>
                  <a:pt x="1167" y="856"/>
                </a:moveTo>
                <a:cubicBezTo>
                  <a:pt x="1179" y="807"/>
                  <a:pt x="1179" y="807"/>
                  <a:pt x="1179" y="807"/>
                </a:cubicBezTo>
                <a:cubicBezTo>
                  <a:pt x="1187" y="778"/>
                  <a:pt x="1205" y="768"/>
                  <a:pt x="1226" y="773"/>
                </a:cubicBezTo>
                <a:cubicBezTo>
                  <a:pt x="1250" y="779"/>
                  <a:pt x="1262" y="799"/>
                  <a:pt x="1255" y="830"/>
                </a:cubicBezTo>
                <a:cubicBezTo>
                  <a:pt x="1253" y="836"/>
                  <a:pt x="1250" y="843"/>
                  <a:pt x="1247" y="848"/>
                </a:cubicBezTo>
                <a:cubicBezTo>
                  <a:pt x="1283" y="857"/>
                  <a:pt x="1283" y="857"/>
                  <a:pt x="1283" y="857"/>
                </a:cubicBezTo>
                <a:cubicBezTo>
                  <a:pt x="1276" y="883"/>
                  <a:pt x="1276" y="883"/>
                  <a:pt x="1276" y="883"/>
                </a:cubicBezTo>
                <a:lnTo>
                  <a:pt x="1167" y="856"/>
                </a:lnTo>
                <a:close/>
                <a:moveTo>
                  <a:pt x="1221" y="800"/>
                </a:moveTo>
                <a:cubicBezTo>
                  <a:pt x="1212" y="798"/>
                  <a:pt x="1204" y="802"/>
                  <a:pt x="1201" y="814"/>
                </a:cubicBezTo>
                <a:cubicBezTo>
                  <a:pt x="1196" y="835"/>
                  <a:pt x="1196" y="835"/>
                  <a:pt x="1196" y="835"/>
                </a:cubicBezTo>
                <a:cubicBezTo>
                  <a:pt x="1226" y="843"/>
                  <a:pt x="1226" y="843"/>
                  <a:pt x="1226" y="843"/>
                </a:cubicBezTo>
                <a:cubicBezTo>
                  <a:pt x="1229" y="838"/>
                  <a:pt x="1232" y="831"/>
                  <a:pt x="1233" y="826"/>
                </a:cubicBezTo>
                <a:cubicBezTo>
                  <a:pt x="1237" y="812"/>
                  <a:pt x="1232" y="803"/>
                  <a:pt x="1221" y="800"/>
                </a:cubicBezTo>
                <a:close/>
                <a:moveTo>
                  <a:pt x="852" y="89"/>
                </a:moveTo>
                <a:cubicBezTo>
                  <a:pt x="845" y="124"/>
                  <a:pt x="813" y="144"/>
                  <a:pt x="778" y="137"/>
                </a:cubicBezTo>
                <a:cubicBezTo>
                  <a:pt x="759" y="134"/>
                  <a:pt x="743" y="124"/>
                  <a:pt x="735" y="108"/>
                </a:cubicBezTo>
                <a:cubicBezTo>
                  <a:pt x="757" y="96"/>
                  <a:pt x="757" y="96"/>
                  <a:pt x="757" y="96"/>
                </a:cubicBezTo>
                <a:cubicBezTo>
                  <a:pt x="761" y="104"/>
                  <a:pt x="771" y="112"/>
                  <a:pt x="782" y="114"/>
                </a:cubicBezTo>
                <a:cubicBezTo>
                  <a:pt x="804" y="119"/>
                  <a:pt x="822" y="106"/>
                  <a:pt x="826" y="85"/>
                </a:cubicBezTo>
                <a:cubicBezTo>
                  <a:pt x="830" y="61"/>
                  <a:pt x="818" y="44"/>
                  <a:pt x="797" y="40"/>
                </a:cubicBezTo>
                <a:cubicBezTo>
                  <a:pt x="785" y="38"/>
                  <a:pt x="773" y="42"/>
                  <a:pt x="766" y="46"/>
                </a:cubicBezTo>
                <a:cubicBezTo>
                  <a:pt x="763" y="60"/>
                  <a:pt x="763" y="60"/>
                  <a:pt x="763" y="60"/>
                </a:cubicBezTo>
                <a:cubicBezTo>
                  <a:pt x="790" y="65"/>
                  <a:pt x="790" y="65"/>
                  <a:pt x="790" y="65"/>
                </a:cubicBezTo>
                <a:cubicBezTo>
                  <a:pt x="786" y="86"/>
                  <a:pt x="786" y="86"/>
                  <a:pt x="786" y="86"/>
                </a:cubicBezTo>
                <a:cubicBezTo>
                  <a:pt x="734" y="76"/>
                  <a:pt x="734" y="76"/>
                  <a:pt x="734" y="76"/>
                </a:cubicBezTo>
                <a:cubicBezTo>
                  <a:pt x="747" y="9"/>
                  <a:pt x="747" y="9"/>
                  <a:pt x="747" y="9"/>
                </a:cubicBezTo>
                <a:cubicBezTo>
                  <a:pt x="769" y="13"/>
                  <a:pt x="769" y="13"/>
                  <a:pt x="769" y="13"/>
                </a:cubicBezTo>
                <a:cubicBezTo>
                  <a:pt x="767" y="24"/>
                  <a:pt x="767" y="24"/>
                  <a:pt x="767" y="24"/>
                </a:cubicBezTo>
                <a:cubicBezTo>
                  <a:pt x="777" y="18"/>
                  <a:pt x="792" y="16"/>
                  <a:pt x="805" y="19"/>
                </a:cubicBezTo>
                <a:cubicBezTo>
                  <a:pt x="837" y="25"/>
                  <a:pt x="858" y="55"/>
                  <a:pt x="852" y="89"/>
                </a:cubicBezTo>
                <a:close/>
                <a:moveTo>
                  <a:pt x="1137" y="228"/>
                </a:moveTo>
                <a:cubicBezTo>
                  <a:pt x="1119" y="207"/>
                  <a:pt x="1119" y="207"/>
                  <a:pt x="1119" y="207"/>
                </a:cubicBezTo>
                <a:cubicBezTo>
                  <a:pt x="1034" y="280"/>
                  <a:pt x="1034" y="280"/>
                  <a:pt x="1034" y="280"/>
                </a:cubicBezTo>
                <a:cubicBezTo>
                  <a:pt x="1050" y="301"/>
                  <a:pt x="1050" y="301"/>
                  <a:pt x="1050" y="301"/>
                </a:cubicBezTo>
                <a:cubicBezTo>
                  <a:pt x="1084" y="273"/>
                  <a:pt x="1084" y="273"/>
                  <a:pt x="1084" y="273"/>
                </a:cubicBezTo>
                <a:cubicBezTo>
                  <a:pt x="1116" y="312"/>
                  <a:pt x="1116" y="312"/>
                  <a:pt x="1116" y="312"/>
                </a:cubicBezTo>
                <a:cubicBezTo>
                  <a:pt x="1082" y="339"/>
                  <a:pt x="1082" y="339"/>
                  <a:pt x="1082" y="339"/>
                </a:cubicBezTo>
                <a:cubicBezTo>
                  <a:pt x="1099" y="360"/>
                  <a:pt x="1099" y="360"/>
                  <a:pt x="1099" y="360"/>
                </a:cubicBezTo>
                <a:cubicBezTo>
                  <a:pt x="1187" y="290"/>
                  <a:pt x="1187" y="290"/>
                  <a:pt x="1187" y="290"/>
                </a:cubicBezTo>
                <a:cubicBezTo>
                  <a:pt x="1170" y="269"/>
                  <a:pt x="1170" y="269"/>
                  <a:pt x="1170" y="269"/>
                </a:cubicBezTo>
                <a:cubicBezTo>
                  <a:pt x="1133" y="298"/>
                  <a:pt x="1133" y="298"/>
                  <a:pt x="1133" y="298"/>
                </a:cubicBezTo>
                <a:cubicBezTo>
                  <a:pt x="1101" y="258"/>
                  <a:pt x="1101" y="258"/>
                  <a:pt x="1101" y="258"/>
                </a:cubicBezTo>
                <a:lnTo>
                  <a:pt x="1137" y="228"/>
                </a:lnTo>
                <a:close/>
                <a:moveTo>
                  <a:pt x="629" y="1360"/>
                </a:moveTo>
                <a:cubicBezTo>
                  <a:pt x="663" y="1360"/>
                  <a:pt x="692" y="1335"/>
                  <a:pt x="692" y="1299"/>
                </a:cubicBezTo>
                <a:cubicBezTo>
                  <a:pt x="692" y="1264"/>
                  <a:pt x="663" y="1239"/>
                  <a:pt x="629" y="1239"/>
                </a:cubicBezTo>
                <a:cubicBezTo>
                  <a:pt x="595" y="1239"/>
                  <a:pt x="567" y="1264"/>
                  <a:pt x="567" y="1299"/>
                </a:cubicBezTo>
                <a:cubicBezTo>
                  <a:pt x="567" y="1335"/>
                  <a:pt x="595" y="1360"/>
                  <a:pt x="629" y="1360"/>
                </a:cubicBezTo>
                <a:close/>
                <a:moveTo>
                  <a:pt x="593" y="1299"/>
                </a:moveTo>
                <a:cubicBezTo>
                  <a:pt x="593" y="1279"/>
                  <a:pt x="610" y="1263"/>
                  <a:pt x="629" y="1263"/>
                </a:cubicBezTo>
                <a:cubicBezTo>
                  <a:pt x="649" y="1263"/>
                  <a:pt x="665" y="1279"/>
                  <a:pt x="665" y="1299"/>
                </a:cubicBezTo>
                <a:cubicBezTo>
                  <a:pt x="665" y="1320"/>
                  <a:pt x="649" y="1336"/>
                  <a:pt x="629" y="1336"/>
                </a:cubicBezTo>
                <a:cubicBezTo>
                  <a:pt x="610" y="1336"/>
                  <a:pt x="593" y="1320"/>
                  <a:pt x="593" y="1299"/>
                </a:cubicBezTo>
                <a:close/>
                <a:moveTo>
                  <a:pt x="1177" y="531"/>
                </a:moveTo>
                <a:cubicBezTo>
                  <a:pt x="1169" y="508"/>
                  <a:pt x="1169" y="508"/>
                  <a:pt x="1169" y="508"/>
                </a:cubicBezTo>
                <a:cubicBezTo>
                  <a:pt x="1213" y="430"/>
                  <a:pt x="1213" y="430"/>
                  <a:pt x="1213" y="430"/>
                </a:cubicBezTo>
                <a:cubicBezTo>
                  <a:pt x="1149" y="455"/>
                  <a:pt x="1149" y="455"/>
                  <a:pt x="1149" y="455"/>
                </a:cubicBezTo>
                <a:cubicBezTo>
                  <a:pt x="1140" y="431"/>
                  <a:pt x="1140" y="431"/>
                  <a:pt x="1140" y="431"/>
                </a:cubicBezTo>
                <a:cubicBezTo>
                  <a:pt x="1245" y="390"/>
                  <a:pt x="1245" y="390"/>
                  <a:pt x="1245" y="390"/>
                </a:cubicBezTo>
                <a:cubicBezTo>
                  <a:pt x="1254" y="414"/>
                  <a:pt x="1254" y="414"/>
                  <a:pt x="1254" y="414"/>
                </a:cubicBezTo>
                <a:cubicBezTo>
                  <a:pt x="1251" y="415"/>
                  <a:pt x="1251" y="415"/>
                  <a:pt x="1251" y="415"/>
                </a:cubicBezTo>
                <a:cubicBezTo>
                  <a:pt x="1248" y="417"/>
                  <a:pt x="1243" y="421"/>
                  <a:pt x="1241" y="426"/>
                </a:cubicBezTo>
                <a:cubicBezTo>
                  <a:pt x="1202" y="495"/>
                  <a:pt x="1202" y="495"/>
                  <a:pt x="1202" y="495"/>
                </a:cubicBezTo>
                <a:cubicBezTo>
                  <a:pt x="1274" y="469"/>
                  <a:pt x="1274" y="469"/>
                  <a:pt x="1274" y="469"/>
                </a:cubicBezTo>
                <a:cubicBezTo>
                  <a:pt x="1283" y="493"/>
                  <a:pt x="1283" y="493"/>
                  <a:pt x="1283" y="493"/>
                </a:cubicBezTo>
                <a:lnTo>
                  <a:pt x="1177" y="531"/>
                </a:lnTo>
                <a:close/>
                <a:moveTo>
                  <a:pt x="1195" y="692"/>
                </a:moveTo>
                <a:cubicBezTo>
                  <a:pt x="1191" y="607"/>
                  <a:pt x="1191" y="607"/>
                  <a:pt x="1191" y="607"/>
                </a:cubicBezTo>
                <a:cubicBezTo>
                  <a:pt x="1214" y="606"/>
                  <a:pt x="1214" y="606"/>
                  <a:pt x="1214" y="606"/>
                </a:cubicBezTo>
                <a:cubicBezTo>
                  <a:pt x="1216" y="664"/>
                  <a:pt x="1216" y="664"/>
                  <a:pt x="1216" y="664"/>
                </a:cubicBezTo>
                <a:cubicBezTo>
                  <a:pt x="1238" y="663"/>
                  <a:pt x="1238" y="663"/>
                  <a:pt x="1238" y="663"/>
                </a:cubicBezTo>
                <a:cubicBezTo>
                  <a:pt x="1236" y="615"/>
                  <a:pt x="1236" y="615"/>
                  <a:pt x="1236" y="615"/>
                </a:cubicBezTo>
                <a:cubicBezTo>
                  <a:pt x="1258" y="614"/>
                  <a:pt x="1258" y="614"/>
                  <a:pt x="1258" y="614"/>
                </a:cubicBezTo>
                <a:cubicBezTo>
                  <a:pt x="1261" y="662"/>
                  <a:pt x="1261" y="662"/>
                  <a:pt x="1261" y="662"/>
                </a:cubicBezTo>
                <a:cubicBezTo>
                  <a:pt x="1284" y="661"/>
                  <a:pt x="1284" y="661"/>
                  <a:pt x="1284" y="661"/>
                </a:cubicBezTo>
                <a:cubicBezTo>
                  <a:pt x="1281" y="603"/>
                  <a:pt x="1281" y="603"/>
                  <a:pt x="1281" y="603"/>
                </a:cubicBezTo>
                <a:cubicBezTo>
                  <a:pt x="1304" y="602"/>
                  <a:pt x="1304" y="602"/>
                  <a:pt x="1304" y="602"/>
                </a:cubicBezTo>
                <a:cubicBezTo>
                  <a:pt x="1308" y="687"/>
                  <a:pt x="1308" y="687"/>
                  <a:pt x="1308" y="687"/>
                </a:cubicBezTo>
                <a:lnTo>
                  <a:pt x="1195" y="692"/>
                </a:lnTo>
                <a:close/>
                <a:moveTo>
                  <a:pt x="963" y="86"/>
                </a:moveTo>
                <a:cubicBezTo>
                  <a:pt x="938" y="73"/>
                  <a:pt x="938" y="73"/>
                  <a:pt x="938" y="73"/>
                </a:cubicBezTo>
                <a:cubicBezTo>
                  <a:pt x="922" y="194"/>
                  <a:pt x="922" y="194"/>
                  <a:pt x="922" y="194"/>
                </a:cubicBezTo>
                <a:cubicBezTo>
                  <a:pt x="946" y="209"/>
                  <a:pt x="946" y="209"/>
                  <a:pt x="946" y="209"/>
                </a:cubicBezTo>
                <a:cubicBezTo>
                  <a:pt x="1049" y="144"/>
                  <a:pt x="1049" y="144"/>
                  <a:pt x="1049" y="144"/>
                </a:cubicBezTo>
                <a:cubicBezTo>
                  <a:pt x="1027" y="127"/>
                  <a:pt x="1027" y="127"/>
                  <a:pt x="1027" y="127"/>
                </a:cubicBezTo>
                <a:cubicBezTo>
                  <a:pt x="1006" y="141"/>
                  <a:pt x="1006" y="141"/>
                  <a:pt x="1006" y="141"/>
                </a:cubicBezTo>
                <a:cubicBezTo>
                  <a:pt x="959" y="111"/>
                  <a:pt x="959" y="111"/>
                  <a:pt x="959" y="111"/>
                </a:cubicBezTo>
                <a:lnTo>
                  <a:pt x="963" y="86"/>
                </a:lnTo>
                <a:close/>
                <a:moveTo>
                  <a:pt x="986" y="155"/>
                </a:moveTo>
                <a:cubicBezTo>
                  <a:pt x="948" y="180"/>
                  <a:pt x="948" y="180"/>
                  <a:pt x="948" y="180"/>
                </a:cubicBezTo>
                <a:cubicBezTo>
                  <a:pt x="955" y="135"/>
                  <a:pt x="955" y="135"/>
                  <a:pt x="955" y="135"/>
                </a:cubicBezTo>
                <a:lnTo>
                  <a:pt x="986" y="155"/>
                </a:lnTo>
                <a:close/>
                <a:moveTo>
                  <a:pt x="1211" y="1035"/>
                </a:moveTo>
                <a:cubicBezTo>
                  <a:pt x="1229" y="1005"/>
                  <a:pt x="1222" y="968"/>
                  <a:pt x="1192" y="950"/>
                </a:cubicBezTo>
                <a:cubicBezTo>
                  <a:pt x="1161" y="931"/>
                  <a:pt x="1125" y="942"/>
                  <a:pt x="1107" y="971"/>
                </a:cubicBezTo>
                <a:cubicBezTo>
                  <a:pt x="1089" y="1000"/>
                  <a:pt x="1096" y="1037"/>
                  <a:pt x="1126" y="1056"/>
                </a:cubicBezTo>
                <a:cubicBezTo>
                  <a:pt x="1157" y="1074"/>
                  <a:pt x="1193" y="1064"/>
                  <a:pt x="1211" y="1035"/>
                </a:cubicBezTo>
                <a:close/>
                <a:moveTo>
                  <a:pt x="1140" y="1033"/>
                </a:moveTo>
                <a:cubicBezTo>
                  <a:pt x="1123" y="1023"/>
                  <a:pt x="1118" y="1001"/>
                  <a:pt x="1128" y="984"/>
                </a:cubicBezTo>
                <a:cubicBezTo>
                  <a:pt x="1138" y="967"/>
                  <a:pt x="1160" y="961"/>
                  <a:pt x="1178" y="972"/>
                </a:cubicBezTo>
                <a:cubicBezTo>
                  <a:pt x="1195" y="983"/>
                  <a:pt x="1200" y="1005"/>
                  <a:pt x="1190" y="1022"/>
                </a:cubicBezTo>
                <a:cubicBezTo>
                  <a:pt x="1180" y="1038"/>
                  <a:pt x="1158" y="1044"/>
                  <a:pt x="1140" y="1033"/>
                </a:cubicBezTo>
                <a:close/>
                <a:moveTo>
                  <a:pt x="1074" y="1144"/>
                </a:moveTo>
                <a:cubicBezTo>
                  <a:pt x="1075" y="1155"/>
                  <a:pt x="1070" y="1166"/>
                  <a:pt x="1062" y="1174"/>
                </a:cubicBezTo>
                <a:cubicBezTo>
                  <a:pt x="1047" y="1186"/>
                  <a:pt x="1024" y="1185"/>
                  <a:pt x="1011" y="1169"/>
                </a:cubicBezTo>
                <a:cubicBezTo>
                  <a:pt x="997" y="1153"/>
                  <a:pt x="1000" y="1131"/>
                  <a:pt x="1015" y="1118"/>
                </a:cubicBezTo>
                <a:cubicBezTo>
                  <a:pt x="1024" y="1111"/>
                  <a:pt x="1035" y="1108"/>
                  <a:pt x="1046" y="1110"/>
                </a:cubicBezTo>
                <a:cubicBezTo>
                  <a:pt x="1051" y="1085"/>
                  <a:pt x="1051" y="1085"/>
                  <a:pt x="1051" y="1085"/>
                </a:cubicBezTo>
                <a:cubicBezTo>
                  <a:pt x="1033" y="1082"/>
                  <a:pt x="1014" y="1087"/>
                  <a:pt x="999" y="1099"/>
                </a:cubicBezTo>
                <a:cubicBezTo>
                  <a:pt x="973" y="1121"/>
                  <a:pt x="968" y="1159"/>
                  <a:pt x="990" y="1186"/>
                </a:cubicBezTo>
                <a:cubicBezTo>
                  <a:pt x="1013" y="1213"/>
                  <a:pt x="1051" y="1214"/>
                  <a:pt x="1077" y="1192"/>
                </a:cubicBezTo>
                <a:cubicBezTo>
                  <a:pt x="1093" y="1179"/>
                  <a:pt x="1101" y="1160"/>
                  <a:pt x="1100" y="1141"/>
                </a:cubicBezTo>
                <a:lnTo>
                  <a:pt x="1074" y="1144"/>
                </a:lnTo>
                <a:close/>
                <a:moveTo>
                  <a:pt x="61" y="983"/>
                </a:moveTo>
                <a:cubicBezTo>
                  <a:pt x="50" y="980"/>
                  <a:pt x="41" y="973"/>
                  <a:pt x="36" y="962"/>
                </a:cubicBezTo>
                <a:cubicBezTo>
                  <a:pt x="28" y="945"/>
                  <a:pt x="36" y="923"/>
                  <a:pt x="54" y="915"/>
                </a:cubicBezTo>
                <a:cubicBezTo>
                  <a:pt x="73" y="906"/>
                  <a:pt x="94" y="914"/>
                  <a:pt x="102" y="932"/>
                </a:cubicBezTo>
                <a:cubicBezTo>
                  <a:pt x="107" y="943"/>
                  <a:pt x="107" y="954"/>
                  <a:pt x="101" y="964"/>
                </a:cubicBezTo>
                <a:cubicBezTo>
                  <a:pt x="125" y="976"/>
                  <a:pt x="125" y="976"/>
                  <a:pt x="125" y="976"/>
                </a:cubicBezTo>
                <a:cubicBezTo>
                  <a:pt x="133" y="959"/>
                  <a:pt x="133" y="940"/>
                  <a:pt x="125" y="922"/>
                </a:cubicBezTo>
                <a:cubicBezTo>
                  <a:pt x="110" y="891"/>
                  <a:pt x="76" y="876"/>
                  <a:pt x="43" y="891"/>
                </a:cubicBezTo>
                <a:cubicBezTo>
                  <a:pt x="11" y="906"/>
                  <a:pt x="0" y="942"/>
                  <a:pt x="14" y="973"/>
                </a:cubicBezTo>
                <a:cubicBezTo>
                  <a:pt x="23" y="992"/>
                  <a:pt x="39" y="1004"/>
                  <a:pt x="58" y="1008"/>
                </a:cubicBezTo>
                <a:lnTo>
                  <a:pt x="61" y="983"/>
                </a:lnTo>
                <a:close/>
                <a:moveTo>
                  <a:pt x="481" y="130"/>
                </a:moveTo>
                <a:cubicBezTo>
                  <a:pt x="459" y="139"/>
                  <a:pt x="459" y="139"/>
                  <a:pt x="459" y="139"/>
                </a:cubicBezTo>
                <a:cubicBezTo>
                  <a:pt x="380" y="95"/>
                  <a:pt x="380" y="95"/>
                  <a:pt x="380" y="95"/>
                </a:cubicBezTo>
                <a:cubicBezTo>
                  <a:pt x="406" y="159"/>
                  <a:pt x="406" y="159"/>
                  <a:pt x="406" y="159"/>
                </a:cubicBezTo>
                <a:cubicBezTo>
                  <a:pt x="381" y="168"/>
                  <a:pt x="381" y="168"/>
                  <a:pt x="381" y="168"/>
                </a:cubicBezTo>
                <a:cubicBezTo>
                  <a:pt x="340" y="63"/>
                  <a:pt x="340" y="63"/>
                  <a:pt x="340" y="63"/>
                </a:cubicBezTo>
                <a:cubicBezTo>
                  <a:pt x="364" y="54"/>
                  <a:pt x="364" y="54"/>
                  <a:pt x="364" y="54"/>
                </a:cubicBezTo>
                <a:cubicBezTo>
                  <a:pt x="365" y="57"/>
                  <a:pt x="365" y="57"/>
                  <a:pt x="365" y="57"/>
                </a:cubicBezTo>
                <a:cubicBezTo>
                  <a:pt x="367" y="60"/>
                  <a:pt x="371" y="64"/>
                  <a:pt x="376" y="67"/>
                </a:cubicBezTo>
                <a:cubicBezTo>
                  <a:pt x="445" y="106"/>
                  <a:pt x="445" y="106"/>
                  <a:pt x="445" y="106"/>
                </a:cubicBezTo>
                <a:cubicBezTo>
                  <a:pt x="419" y="34"/>
                  <a:pt x="419" y="34"/>
                  <a:pt x="419" y="34"/>
                </a:cubicBezTo>
                <a:cubicBezTo>
                  <a:pt x="444" y="24"/>
                  <a:pt x="444" y="24"/>
                  <a:pt x="444" y="24"/>
                </a:cubicBezTo>
                <a:lnTo>
                  <a:pt x="481" y="130"/>
                </a:lnTo>
                <a:close/>
                <a:moveTo>
                  <a:pt x="642" y="112"/>
                </a:moveTo>
                <a:cubicBezTo>
                  <a:pt x="557" y="116"/>
                  <a:pt x="557" y="116"/>
                  <a:pt x="557" y="116"/>
                </a:cubicBezTo>
                <a:cubicBezTo>
                  <a:pt x="556" y="94"/>
                  <a:pt x="556" y="94"/>
                  <a:pt x="556" y="94"/>
                </a:cubicBezTo>
                <a:cubicBezTo>
                  <a:pt x="614" y="91"/>
                  <a:pt x="614" y="91"/>
                  <a:pt x="614" y="91"/>
                </a:cubicBezTo>
                <a:cubicBezTo>
                  <a:pt x="613" y="69"/>
                  <a:pt x="613" y="69"/>
                  <a:pt x="613" y="69"/>
                </a:cubicBezTo>
                <a:cubicBezTo>
                  <a:pt x="565" y="71"/>
                  <a:pt x="565" y="71"/>
                  <a:pt x="565" y="71"/>
                </a:cubicBezTo>
                <a:cubicBezTo>
                  <a:pt x="564" y="49"/>
                  <a:pt x="564" y="49"/>
                  <a:pt x="564" y="49"/>
                </a:cubicBezTo>
                <a:cubicBezTo>
                  <a:pt x="612" y="47"/>
                  <a:pt x="612" y="47"/>
                  <a:pt x="612" y="47"/>
                </a:cubicBezTo>
                <a:cubicBezTo>
                  <a:pt x="611" y="23"/>
                  <a:pt x="611" y="23"/>
                  <a:pt x="611" y="23"/>
                </a:cubicBezTo>
                <a:cubicBezTo>
                  <a:pt x="553" y="26"/>
                  <a:pt x="553" y="26"/>
                  <a:pt x="553" y="26"/>
                </a:cubicBezTo>
                <a:cubicBezTo>
                  <a:pt x="552" y="4"/>
                  <a:pt x="552" y="4"/>
                  <a:pt x="552" y="4"/>
                </a:cubicBezTo>
                <a:cubicBezTo>
                  <a:pt x="637" y="0"/>
                  <a:pt x="637" y="0"/>
                  <a:pt x="637" y="0"/>
                </a:cubicBezTo>
                <a:lnTo>
                  <a:pt x="642" y="112"/>
                </a:lnTo>
                <a:close/>
              </a:path>
            </a:pathLst>
          </a:custGeom>
          <a:solidFill>
            <a:schemeClr val="bg1"/>
          </a:solidFill>
          <a:ln>
            <a:noFill/>
          </a:ln>
        </p:spPr>
        <p:txBody>
          <a:bodyPr vert="horz" wrap="square" lIns="28932" tIns="14466" rIns="28932" bIns="14466" numCol="1" anchor="t" anchorCtr="0" compatLnSpc="1">
            <a:prstTxWarp prst="textNoShape">
              <a:avLst/>
            </a:prstTxWarp>
          </a:bodyPr>
          <a:lstStyle/>
          <a:p>
            <a:endParaRPr lang="da-DK" sz="570"/>
          </a:p>
        </p:txBody>
      </p:sp>
    </p:spTree>
    <p:extLst>
      <p:ext uri="{BB962C8B-B14F-4D97-AF65-F5344CB8AC3E}">
        <p14:creationId xmlns:p14="http://schemas.microsoft.com/office/powerpoint/2010/main" val="31345883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UK_Forside mørk/ly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0CBCA9-7183-4B91-A84F-18C0F7795F42}"/>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solidFill>
                <a:schemeClr val="bg2"/>
              </a:solidFill>
            </a:endParaRPr>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bg2"/>
                </a:solidFill>
              </a:defRPr>
            </a:lvl1pPr>
          </a:lstStyle>
          <a:p>
            <a:r>
              <a:rPr lang="da-DK" dirty="0"/>
              <a:t>Indsæt titel</a:t>
            </a:r>
          </a:p>
        </p:txBody>
      </p:sp>
      <p:sp>
        <p:nvSpPr>
          <p:cNvPr id="17" name="Subtitle 2">
            <a:extLst>
              <a:ext uri="{FF2B5EF4-FFF2-40B4-BE49-F238E27FC236}">
                <a16:creationId xmlns:a16="http://schemas.microsoft.com/office/drawing/2014/main" id="{920A2E9F-A570-4C30-B6F7-A8E2727CF6E6}"/>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bg2"/>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22" name="Text Placeholder 7">
            <a:extLst>
              <a:ext uri="{FF2B5EF4-FFF2-40B4-BE49-F238E27FC236}">
                <a16:creationId xmlns:a16="http://schemas.microsoft.com/office/drawing/2014/main" id="{484A3C88-2876-4F34-98F7-299B17A8C2D4}"/>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2667C43F-58F4-43CC-86BE-580C713B8815}"/>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0F5851E0-A91D-4F64-8680-E5A25AAD33BA}"/>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bg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Date_GeneralDate">
            <a:extLst>
              <a:ext uri="{FF2B5EF4-FFF2-40B4-BE49-F238E27FC236}">
                <a16:creationId xmlns:a16="http://schemas.microsoft.com/office/drawing/2014/main" id="{9F675B9B-6B60-40BB-A625-D8A4968CE8BB}"/>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B4395921-6CE7-4AEF-AD74-151370579AF9}"/>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0265C43A-BA01-438A-9586-5E7993AD1CD6}"/>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6" name="Freeform 5">
            <a:extLst>
              <a:ext uri="{FF2B5EF4-FFF2-40B4-BE49-F238E27FC236}">
                <a16:creationId xmlns:a16="http://schemas.microsoft.com/office/drawing/2014/main" id="{21B4D8FC-6D8B-4361-9986-C27F230345B7}"/>
              </a:ext>
            </a:extLst>
          </p:cNvPr>
          <p:cNvSpPr>
            <a:spLocks noChangeAspect="1" noEditPoints="1"/>
          </p:cNvSpPr>
          <p:nvPr userDrawn="1"/>
        </p:nvSpPr>
        <p:spPr bwMode="auto">
          <a:xfrm>
            <a:off x="10441656" y="5068798"/>
            <a:ext cx="1027806" cy="1069200"/>
          </a:xfrm>
          <a:custGeom>
            <a:avLst/>
            <a:gdLst>
              <a:gd name="T0" fmla="*/ 629 w 1308"/>
              <a:gd name="T1" fmla="*/ 309 h 1360"/>
              <a:gd name="T2" fmla="*/ 799 w 1308"/>
              <a:gd name="T3" fmla="*/ 354 h 1360"/>
              <a:gd name="T4" fmla="*/ 789 w 1308"/>
              <a:gd name="T5" fmla="*/ 317 h 1360"/>
              <a:gd name="T6" fmla="*/ 678 w 1308"/>
              <a:gd name="T7" fmla="*/ 475 h 1360"/>
              <a:gd name="T8" fmla="*/ 577 w 1308"/>
              <a:gd name="T9" fmla="*/ 453 h 1360"/>
              <a:gd name="T10" fmla="*/ 454 w 1308"/>
              <a:gd name="T11" fmla="*/ 521 h 1360"/>
              <a:gd name="T12" fmla="*/ 719 w 1308"/>
              <a:gd name="T13" fmla="*/ 577 h 1360"/>
              <a:gd name="T14" fmla="*/ 602 w 1308"/>
              <a:gd name="T15" fmla="*/ 749 h 1360"/>
              <a:gd name="T16" fmla="*/ 719 w 1308"/>
              <a:gd name="T17" fmla="*/ 604 h 1360"/>
              <a:gd name="T18" fmla="*/ 651 w 1308"/>
              <a:gd name="T19" fmla="*/ 274 h 1360"/>
              <a:gd name="T20" fmla="*/ 449 w 1308"/>
              <a:gd name="T21" fmla="*/ 579 h 1360"/>
              <a:gd name="T22" fmla="*/ 422 w 1308"/>
              <a:gd name="T23" fmla="*/ 539 h 1360"/>
              <a:gd name="T24" fmla="*/ 356 w 1308"/>
              <a:gd name="T25" fmla="*/ 539 h 1360"/>
              <a:gd name="T26" fmla="*/ 358 w 1308"/>
              <a:gd name="T27" fmla="*/ 626 h 1360"/>
              <a:gd name="T28" fmla="*/ 891 w 1308"/>
              <a:gd name="T29" fmla="*/ 521 h 1360"/>
              <a:gd name="T30" fmla="*/ 890 w 1308"/>
              <a:gd name="T31" fmla="*/ 626 h 1360"/>
              <a:gd name="T32" fmla="*/ 900 w 1308"/>
              <a:gd name="T33" fmla="*/ 568 h 1360"/>
              <a:gd name="T34" fmla="*/ 848 w 1308"/>
              <a:gd name="T35" fmla="*/ 539 h 1360"/>
              <a:gd name="T36" fmla="*/ 796 w 1308"/>
              <a:gd name="T37" fmla="*/ 568 h 1360"/>
              <a:gd name="T38" fmla="*/ 805 w 1308"/>
              <a:gd name="T39" fmla="*/ 626 h 1360"/>
              <a:gd name="T40" fmla="*/ 423 w 1308"/>
              <a:gd name="T41" fmla="*/ 334 h 1360"/>
              <a:gd name="T42" fmla="*/ 512 w 1308"/>
              <a:gd name="T43" fmla="*/ 385 h 1360"/>
              <a:gd name="T44" fmla="*/ 929 w 1308"/>
              <a:gd name="T45" fmla="*/ 843 h 1360"/>
              <a:gd name="T46" fmla="*/ 480 w 1308"/>
              <a:gd name="T47" fmla="*/ 890 h 1360"/>
              <a:gd name="T48" fmla="*/ 397 w 1308"/>
              <a:gd name="T49" fmla="*/ 908 h 1360"/>
              <a:gd name="T50" fmla="*/ 862 w 1308"/>
              <a:gd name="T51" fmla="*/ 908 h 1360"/>
              <a:gd name="T52" fmla="*/ 777 w 1308"/>
              <a:gd name="T53" fmla="*/ 978 h 1360"/>
              <a:gd name="T54" fmla="*/ 328 w 1308"/>
              <a:gd name="T55" fmla="*/ 939 h 1360"/>
              <a:gd name="T56" fmla="*/ 931 w 1308"/>
              <a:gd name="T57" fmla="*/ 939 h 1360"/>
              <a:gd name="T58" fmla="*/ 629 w 1308"/>
              <a:gd name="T59" fmla="*/ 1029 h 1360"/>
              <a:gd name="T60" fmla="*/ 238 w 1308"/>
              <a:gd name="T61" fmla="*/ 1117 h 1360"/>
              <a:gd name="T62" fmla="*/ 200 w 1308"/>
              <a:gd name="T63" fmla="*/ 1203 h 1360"/>
              <a:gd name="T64" fmla="*/ 367 w 1308"/>
              <a:gd name="T65" fmla="*/ 1228 h 1360"/>
              <a:gd name="T66" fmla="*/ 345 w 1308"/>
              <a:gd name="T67" fmla="*/ 1243 h 1360"/>
              <a:gd name="T68" fmla="*/ 841 w 1308"/>
              <a:gd name="T69" fmla="*/ 1251 h 1360"/>
              <a:gd name="T70" fmla="*/ 1167 w 1308"/>
              <a:gd name="T71" fmla="*/ 856 h 1360"/>
              <a:gd name="T72" fmla="*/ 1276 w 1308"/>
              <a:gd name="T73" fmla="*/ 883 h 1360"/>
              <a:gd name="T74" fmla="*/ 1233 w 1308"/>
              <a:gd name="T75" fmla="*/ 826 h 1360"/>
              <a:gd name="T76" fmla="*/ 782 w 1308"/>
              <a:gd name="T77" fmla="*/ 114 h 1360"/>
              <a:gd name="T78" fmla="*/ 786 w 1308"/>
              <a:gd name="T79" fmla="*/ 86 h 1360"/>
              <a:gd name="T80" fmla="*/ 852 w 1308"/>
              <a:gd name="T81" fmla="*/ 89 h 1360"/>
              <a:gd name="T82" fmla="*/ 1116 w 1308"/>
              <a:gd name="T83" fmla="*/ 312 h 1360"/>
              <a:gd name="T84" fmla="*/ 1101 w 1308"/>
              <a:gd name="T85" fmla="*/ 258 h 1360"/>
              <a:gd name="T86" fmla="*/ 629 w 1308"/>
              <a:gd name="T87" fmla="*/ 1360 h 1360"/>
              <a:gd name="T88" fmla="*/ 1177 w 1308"/>
              <a:gd name="T89" fmla="*/ 531 h 1360"/>
              <a:gd name="T90" fmla="*/ 1254 w 1308"/>
              <a:gd name="T91" fmla="*/ 414 h 1360"/>
              <a:gd name="T92" fmla="*/ 1177 w 1308"/>
              <a:gd name="T93" fmla="*/ 531 h 1360"/>
              <a:gd name="T94" fmla="*/ 1236 w 1308"/>
              <a:gd name="T95" fmla="*/ 615 h 1360"/>
              <a:gd name="T96" fmla="*/ 1308 w 1308"/>
              <a:gd name="T97" fmla="*/ 687 h 1360"/>
              <a:gd name="T98" fmla="*/ 1049 w 1308"/>
              <a:gd name="T99" fmla="*/ 144 h 1360"/>
              <a:gd name="T100" fmla="*/ 948 w 1308"/>
              <a:gd name="T101" fmla="*/ 180 h 1360"/>
              <a:gd name="T102" fmla="*/ 1126 w 1308"/>
              <a:gd name="T103" fmla="*/ 1056 h 1360"/>
              <a:gd name="T104" fmla="*/ 1140 w 1308"/>
              <a:gd name="T105" fmla="*/ 1033 h 1360"/>
              <a:gd name="T106" fmla="*/ 1051 w 1308"/>
              <a:gd name="T107" fmla="*/ 1085 h 1360"/>
              <a:gd name="T108" fmla="*/ 61 w 1308"/>
              <a:gd name="T109" fmla="*/ 983 h 1360"/>
              <a:gd name="T110" fmla="*/ 125 w 1308"/>
              <a:gd name="T111" fmla="*/ 922 h 1360"/>
              <a:gd name="T112" fmla="*/ 459 w 1308"/>
              <a:gd name="T113" fmla="*/ 139 h 1360"/>
              <a:gd name="T114" fmla="*/ 365 w 1308"/>
              <a:gd name="T115" fmla="*/ 57 h 1360"/>
              <a:gd name="T116" fmla="*/ 642 w 1308"/>
              <a:gd name="T117" fmla="*/ 112 h 1360"/>
              <a:gd name="T118" fmla="*/ 564 w 1308"/>
              <a:gd name="T119" fmla="*/ 49 h 1360"/>
              <a:gd name="T120" fmla="*/ 642 w 1308"/>
              <a:gd name="T121" fmla="*/ 112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8" h="1360">
                <a:moveTo>
                  <a:pt x="695" y="425"/>
                </a:moveTo>
                <a:cubicBezTo>
                  <a:pt x="695" y="432"/>
                  <a:pt x="695" y="432"/>
                  <a:pt x="695" y="432"/>
                </a:cubicBezTo>
                <a:cubicBezTo>
                  <a:pt x="563" y="432"/>
                  <a:pt x="563" y="432"/>
                  <a:pt x="563" y="432"/>
                </a:cubicBezTo>
                <a:cubicBezTo>
                  <a:pt x="563" y="425"/>
                  <a:pt x="563" y="425"/>
                  <a:pt x="563" y="425"/>
                </a:cubicBezTo>
                <a:cubicBezTo>
                  <a:pt x="563" y="425"/>
                  <a:pt x="563" y="425"/>
                  <a:pt x="563" y="425"/>
                </a:cubicBezTo>
                <a:cubicBezTo>
                  <a:pt x="563" y="410"/>
                  <a:pt x="629" y="309"/>
                  <a:pt x="629" y="309"/>
                </a:cubicBezTo>
                <a:cubicBezTo>
                  <a:pt x="629" y="309"/>
                  <a:pt x="695" y="410"/>
                  <a:pt x="695" y="425"/>
                </a:cubicBezTo>
                <a:close/>
                <a:moveTo>
                  <a:pt x="789" y="317"/>
                </a:moveTo>
                <a:cubicBezTo>
                  <a:pt x="777" y="316"/>
                  <a:pt x="766" y="320"/>
                  <a:pt x="758" y="328"/>
                </a:cubicBezTo>
                <a:cubicBezTo>
                  <a:pt x="757" y="328"/>
                  <a:pt x="758" y="329"/>
                  <a:pt x="758" y="329"/>
                </a:cubicBezTo>
                <a:cubicBezTo>
                  <a:pt x="763" y="327"/>
                  <a:pt x="769" y="327"/>
                  <a:pt x="775" y="329"/>
                </a:cubicBezTo>
                <a:cubicBezTo>
                  <a:pt x="787" y="332"/>
                  <a:pt x="797" y="342"/>
                  <a:pt x="799" y="354"/>
                </a:cubicBezTo>
                <a:cubicBezTo>
                  <a:pt x="802" y="375"/>
                  <a:pt x="787" y="392"/>
                  <a:pt x="767" y="392"/>
                </a:cubicBezTo>
                <a:cubicBezTo>
                  <a:pt x="764" y="392"/>
                  <a:pt x="761" y="391"/>
                  <a:pt x="758" y="391"/>
                </a:cubicBezTo>
                <a:cubicBezTo>
                  <a:pt x="758" y="390"/>
                  <a:pt x="757" y="391"/>
                  <a:pt x="758" y="392"/>
                </a:cubicBezTo>
                <a:cubicBezTo>
                  <a:pt x="765" y="399"/>
                  <a:pt x="775" y="403"/>
                  <a:pt x="786" y="403"/>
                </a:cubicBezTo>
                <a:cubicBezTo>
                  <a:pt x="811" y="403"/>
                  <a:pt x="830" y="382"/>
                  <a:pt x="829" y="358"/>
                </a:cubicBezTo>
                <a:cubicBezTo>
                  <a:pt x="828" y="336"/>
                  <a:pt x="810" y="318"/>
                  <a:pt x="789" y="317"/>
                </a:cubicBezTo>
                <a:moveTo>
                  <a:pt x="698" y="556"/>
                </a:moveTo>
                <a:cubicBezTo>
                  <a:pt x="698" y="556"/>
                  <a:pt x="693" y="522"/>
                  <a:pt x="693" y="511"/>
                </a:cubicBezTo>
                <a:cubicBezTo>
                  <a:pt x="693" y="495"/>
                  <a:pt x="709" y="489"/>
                  <a:pt x="709" y="489"/>
                </a:cubicBezTo>
                <a:cubicBezTo>
                  <a:pt x="711" y="453"/>
                  <a:pt x="711" y="453"/>
                  <a:pt x="711" y="453"/>
                </a:cubicBezTo>
                <a:cubicBezTo>
                  <a:pt x="681" y="453"/>
                  <a:pt x="681" y="453"/>
                  <a:pt x="681" y="453"/>
                </a:cubicBezTo>
                <a:cubicBezTo>
                  <a:pt x="678" y="475"/>
                  <a:pt x="678" y="475"/>
                  <a:pt x="678" y="475"/>
                </a:cubicBezTo>
                <a:cubicBezTo>
                  <a:pt x="652" y="475"/>
                  <a:pt x="652" y="475"/>
                  <a:pt x="652" y="475"/>
                </a:cubicBezTo>
                <a:cubicBezTo>
                  <a:pt x="649" y="453"/>
                  <a:pt x="649" y="453"/>
                  <a:pt x="649" y="453"/>
                </a:cubicBezTo>
                <a:cubicBezTo>
                  <a:pt x="609" y="453"/>
                  <a:pt x="609" y="453"/>
                  <a:pt x="609" y="453"/>
                </a:cubicBezTo>
                <a:cubicBezTo>
                  <a:pt x="606" y="475"/>
                  <a:pt x="606" y="475"/>
                  <a:pt x="606" y="475"/>
                </a:cubicBezTo>
                <a:cubicBezTo>
                  <a:pt x="580" y="475"/>
                  <a:pt x="580" y="475"/>
                  <a:pt x="580" y="475"/>
                </a:cubicBezTo>
                <a:cubicBezTo>
                  <a:pt x="577" y="453"/>
                  <a:pt x="577" y="453"/>
                  <a:pt x="577" y="453"/>
                </a:cubicBezTo>
                <a:cubicBezTo>
                  <a:pt x="548" y="453"/>
                  <a:pt x="548" y="453"/>
                  <a:pt x="548" y="453"/>
                </a:cubicBezTo>
                <a:cubicBezTo>
                  <a:pt x="550" y="489"/>
                  <a:pt x="550" y="489"/>
                  <a:pt x="550" y="489"/>
                </a:cubicBezTo>
                <a:cubicBezTo>
                  <a:pt x="550" y="489"/>
                  <a:pt x="565" y="495"/>
                  <a:pt x="565" y="511"/>
                </a:cubicBezTo>
                <a:cubicBezTo>
                  <a:pt x="565" y="522"/>
                  <a:pt x="561" y="556"/>
                  <a:pt x="561" y="556"/>
                </a:cubicBezTo>
                <a:lnTo>
                  <a:pt x="698" y="556"/>
                </a:lnTo>
                <a:close/>
                <a:moveTo>
                  <a:pt x="454" y="521"/>
                </a:moveTo>
                <a:cubicBezTo>
                  <a:pt x="454" y="511"/>
                  <a:pt x="454" y="511"/>
                  <a:pt x="454" y="511"/>
                </a:cubicBezTo>
                <a:cubicBezTo>
                  <a:pt x="454" y="484"/>
                  <a:pt x="435" y="468"/>
                  <a:pt x="411" y="468"/>
                </a:cubicBezTo>
                <a:cubicBezTo>
                  <a:pt x="387" y="468"/>
                  <a:pt x="367" y="484"/>
                  <a:pt x="367" y="511"/>
                </a:cubicBezTo>
                <a:cubicBezTo>
                  <a:pt x="367" y="521"/>
                  <a:pt x="367" y="521"/>
                  <a:pt x="367" y="521"/>
                </a:cubicBezTo>
                <a:lnTo>
                  <a:pt x="454" y="521"/>
                </a:lnTo>
                <a:close/>
                <a:moveTo>
                  <a:pt x="719" y="577"/>
                </a:moveTo>
                <a:cubicBezTo>
                  <a:pt x="540" y="577"/>
                  <a:pt x="540" y="577"/>
                  <a:pt x="540" y="577"/>
                </a:cubicBezTo>
                <a:cubicBezTo>
                  <a:pt x="540" y="604"/>
                  <a:pt x="540" y="604"/>
                  <a:pt x="540" y="604"/>
                </a:cubicBezTo>
                <a:cubicBezTo>
                  <a:pt x="540" y="604"/>
                  <a:pt x="551" y="609"/>
                  <a:pt x="551" y="622"/>
                </a:cubicBezTo>
                <a:cubicBezTo>
                  <a:pt x="551" y="647"/>
                  <a:pt x="531" y="745"/>
                  <a:pt x="535" y="816"/>
                </a:cubicBezTo>
                <a:cubicBezTo>
                  <a:pt x="598" y="816"/>
                  <a:pt x="598" y="816"/>
                  <a:pt x="598" y="816"/>
                </a:cubicBezTo>
                <a:cubicBezTo>
                  <a:pt x="602" y="749"/>
                  <a:pt x="602" y="749"/>
                  <a:pt x="602" y="749"/>
                </a:cubicBezTo>
                <a:cubicBezTo>
                  <a:pt x="604" y="732"/>
                  <a:pt x="615" y="722"/>
                  <a:pt x="629" y="722"/>
                </a:cubicBezTo>
                <a:cubicBezTo>
                  <a:pt x="643" y="722"/>
                  <a:pt x="654" y="732"/>
                  <a:pt x="656" y="749"/>
                </a:cubicBezTo>
                <a:cubicBezTo>
                  <a:pt x="661" y="816"/>
                  <a:pt x="661" y="816"/>
                  <a:pt x="661" y="816"/>
                </a:cubicBezTo>
                <a:cubicBezTo>
                  <a:pt x="724" y="816"/>
                  <a:pt x="724" y="816"/>
                  <a:pt x="724" y="816"/>
                </a:cubicBezTo>
                <a:cubicBezTo>
                  <a:pt x="727" y="745"/>
                  <a:pt x="708" y="647"/>
                  <a:pt x="708" y="622"/>
                </a:cubicBezTo>
                <a:cubicBezTo>
                  <a:pt x="708" y="609"/>
                  <a:pt x="719" y="604"/>
                  <a:pt x="719" y="604"/>
                </a:cubicBezTo>
                <a:cubicBezTo>
                  <a:pt x="719" y="577"/>
                  <a:pt x="719" y="577"/>
                  <a:pt x="719" y="577"/>
                </a:cubicBezTo>
                <a:moveTo>
                  <a:pt x="651" y="274"/>
                </a:moveTo>
                <a:cubicBezTo>
                  <a:pt x="651" y="262"/>
                  <a:pt x="641" y="252"/>
                  <a:pt x="629" y="252"/>
                </a:cubicBezTo>
                <a:cubicBezTo>
                  <a:pt x="617" y="252"/>
                  <a:pt x="607" y="262"/>
                  <a:pt x="607" y="274"/>
                </a:cubicBezTo>
                <a:cubicBezTo>
                  <a:pt x="607" y="286"/>
                  <a:pt x="617" y="296"/>
                  <a:pt x="629" y="296"/>
                </a:cubicBezTo>
                <a:cubicBezTo>
                  <a:pt x="641" y="296"/>
                  <a:pt x="651" y="286"/>
                  <a:pt x="651" y="274"/>
                </a:cubicBezTo>
                <a:moveTo>
                  <a:pt x="453" y="626"/>
                </a:moveTo>
                <a:cubicBezTo>
                  <a:pt x="464" y="626"/>
                  <a:pt x="464" y="626"/>
                  <a:pt x="464" y="626"/>
                </a:cubicBezTo>
                <a:cubicBezTo>
                  <a:pt x="464" y="610"/>
                  <a:pt x="464" y="610"/>
                  <a:pt x="464" y="610"/>
                </a:cubicBezTo>
                <a:cubicBezTo>
                  <a:pt x="464" y="610"/>
                  <a:pt x="450" y="607"/>
                  <a:pt x="450" y="593"/>
                </a:cubicBezTo>
                <a:cubicBezTo>
                  <a:pt x="450" y="593"/>
                  <a:pt x="450" y="593"/>
                  <a:pt x="450" y="593"/>
                </a:cubicBezTo>
                <a:cubicBezTo>
                  <a:pt x="449" y="579"/>
                  <a:pt x="449" y="579"/>
                  <a:pt x="449" y="579"/>
                </a:cubicBezTo>
                <a:cubicBezTo>
                  <a:pt x="463" y="568"/>
                  <a:pt x="463" y="568"/>
                  <a:pt x="463" y="568"/>
                </a:cubicBezTo>
                <a:cubicBezTo>
                  <a:pt x="465" y="539"/>
                  <a:pt x="465" y="539"/>
                  <a:pt x="465" y="539"/>
                </a:cubicBezTo>
                <a:cubicBezTo>
                  <a:pt x="446" y="539"/>
                  <a:pt x="446" y="539"/>
                  <a:pt x="446" y="539"/>
                </a:cubicBezTo>
                <a:cubicBezTo>
                  <a:pt x="443" y="560"/>
                  <a:pt x="443" y="560"/>
                  <a:pt x="443" y="560"/>
                </a:cubicBezTo>
                <a:cubicBezTo>
                  <a:pt x="424" y="560"/>
                  <a:pt x="424" y="560"/>
                  <a:pt x="424" y="560"/>
                </a:cubicBezTo>
                <a:cubicBezTo>
                  <a:pt x="422" y="539"/>
                  <a:pt x="422" y="539"/>
                  <a:pt x="422" y="539"/>
                </a:cubicBezTo>
                <a:cubicBezTo>
                  <a:pt x="411" y="539"/>
                  <a:pt x="411" y="539"/>
                  <a:pt x="411" y="539"/>
                </a:cubicBezTo>
                <a:cubicBezTo>
                  <a:pt x="400" y="539"/>
                  <a:pt x="400" y="539"/>
                  <a:pt x="400" y="539"/>
                </a:cubicBezTo>
                <a:cubicBezTo>
                  <a:pt x="397" y="560"/>
                  <a:pt x="397" y="560"/>
                  <a:pt x="397" y="560"/>
                </a:cubicBezTo>
                <a:cubicBezTo>
                  <a:pt x="378" y="560"/>
                  <a:pt x="378" y="560"/>
                  <a:pt x="378" y="560"/>
                </a:cubicBezTo>
                <a:cubicBezTo>
                  <a:pt x="376" y="539"/>
                  <a:pt x="376" y="539"/>
                  <a:pt x="376" y="539"/>
                </a:cubicBezTo>
                <a:cubicBezTo>
                  <a:pt x="356" y="539"/>
                  <a:pt x="356" y="539"/>
                  <a:pt x="356" y="539"/>
                </a:cubicBezTo>
                <a:cubicBezTo>
                  <a:pt x="359" y="568"/>
                  <a:pt x="359" y="568"/>
                  <a:pt x="359" y="568"/>
                </a:cubicBezTo>
                <a:cubicBezTo>
                  <a:pt x="372" y="579"/>
                  <a:pt x="372" y="579"/>
                  <a:pt x="372" y="579"/>
                </a:cubicBezTo>
                <a:cubicBezTo>
                  <a:pt x="371" y="593"/>
                  <a:pt x="371" y="593"/>
                  <a:pt x="371" y="593"/>
                </a:cubicBezTo>
                <a:cubicBezTo>
                  <a:pt x="371" y="593"/>
                  <a:pt x="371" y="593"/>
                  <a:pt x="371" y="593"/>
                </a:cubicBezTo>
                <a:cubicBezTo>
                  <a:pt x="371" y="607"/>
                  <a:pt x="358" y="610"/>
                  <a:pt x="358" y="610"/>
                </a:cubicBezTo>
                <a:cubicBezTo>
                  <a:pt x="358" y="626"/>
                  <a:pt x="358" y="626"/>
                  <a:pt x="358" y="626"/>
                </a:cubicBezTo>
                <a:cubicBezTo>
                  <a:pt x="368" y="626"/>
                  <a:pt x="368" y="626"/>
                  <a:pt x="368" y="626"/>
                </a:cubicBezTo>
                <a:cubicBezTo>
                  <a:pt x="368" y="680"/>
                  <a:pt x="341" y="758"/>
                  <a:pt x="341" y="816"/>
                </a:cubicBezTo>
                <a:cubicBezTo>
                  <a:pt x="411" y="816"/>
                  <a:pt x="411" y="816"/>
                  <a:pt x="411" y="816"/>
                </a:cubicBezTo>
                <a:cubicBezTo>
                  <a:pt x="481" y="816"/>
                  <a:pt x="481" y="816"/>
                  <a:pt x="481" y="816"/>
                </a:cubicBezTo>
                <a:cubicBezTo>
                  <a:pt x="481" y="758"/>
                  <a:pt x="454" y="680"/>
                  <a:pt x="453" y="626"/>
                </a:cubicBezTo>
                <a:close/>
                <a:moveTo>
                  <a:pt x="891" y="521"/>
                </a:moveTo>
                <a:cubicBezTo>
                  <a:pt x="891" y="511"/>
                  <a:pt x="891" y="511"/>
                  <a:pt x="891" y="511"/>
                </a:cubicBezTo>
                <a:cubicBezTo>
                  <a:pt x="891" y="484"/>
                  <a:pt x="872" y="468"/>
                  <a:pt x="848" y="468"/>
                </a:cubicBezTo>
                <a:cubicBezTo>
                  <a:pt x="824" y="468"/>
                  <a:pt x="804" y="484"/>
                  <a:pt x="804" y="511"/>
                </a:cubicBezTo>
                <a:cubicBezTo>
                  <a:pt x="804" y="521"/>
                  <a:pt x="804" y="521"/>
                  <a:pt x="804" y="521"/>
                </a:cubicBezTo>
                <a:lnTo>
                  <a:pt x="891" y="521"/>
                </a:lnTo>
                <a:close/>
                <a:moveTo>
                  <a:pt x="890" y="626"/>
                </a:moveTo>
                <a:cubicBezTo>
                  <a:pt x="901" y="626"/>
                  <a:pt x="901" y="626"/>
                  <a:pt x="901" y="626"/>
                </a:cubicBezTo>
                <a:cubicBezTo>
                  <a:pt x="901" y="610"/>
                  <a:pt x="901" y="610"/>
                  <a:pt x="901" y="610"/>
                </a:cubicBezTo>
                <a:cubicBezTo>
                  <a:pt x="901" y="610"/>
                  <a:pt x="887" y="607"/>
                  <a:pt x="887" y="593"/>
                </a:cubicBezTo>
                <a:cubicBezTo>
                  <a:pt x="887" y="593"/>
                  <a:pt x="887" y="593"/>
                  <a:pt x="887" y="593"/>
                </a:cubicBezTo>
                <a:cubicBezTo>
                  <a:pt x="886" y="579"/>
                  <a:pt x="886" y="579"/>
                  <a:pt x="886" y="579"/>
                </a:cubicBezTo>
                <a:cubicBezTo>
                  <a:pt x="900" y="568"/>
                  <a:pt x="900" y="568"/>
                  <a:pt x="900" y="568"/>
                </a:cubicBezTo>
                <a:cubicBezTo>
                  <a:pt x="902" y="539"/>
                  <a:pt x="902" y="539"/>
                  <a:pt x="902" y="539"/>
                </a:cubicBezTo>
                <a:cubicBezTo>
                  <a:pt x="883" y="539"/>
                  <a:pt x="883" y="539"/>
                  <a:pt x="883" y="539"/>
                </a:cubicBezTo>
                <a:cubicBezTo>
                  <a:pt x="880" y="560"/>
                  <a:pt x="880" y="560"/>
                  <a:pt x="880" y="560"/>
                </a:cubicBezTo>
                <a:cubicBezTo>
                  <a:pt x="861" y="560"/>
                  <a:pt x="861" y="560"/>
                  <a:pt x="861" y="560"/>
                </a:cubicBezTo>
                <a:cubicBezTo>
                  <a:pt x="859" y="539"/>
                  <a:pt x="859" y="539"/>
                  <a:pt x="859" y="539"/>
                </a:cubicBezTo>
                <a:cubicBezTo>
                  <a:pt x="848" y="539"/>
                  <a:pt x="848" y="539"/>
                  <a:pt x="848" y="539"/>
                </a:cubicBezTo>
                <a:cubicBezTo>
                  <a:pt x="837" y="539"/>
                  <a:pt x="837" y="539"/>
                  <a:pt x="837" y="539"/>
                </a:cubicBezTo>
                <a:cubicBezTo>
                  <a:pt x="834" y="560"/>
                  <a:pt x="834" y="560"/>
                  <a:pt x="834" y="560"/>
                </a:cubicBezTo>
                <a:cubicBezTo>
                  <a:pt x="815" y="560"/>
                  <a:pt x="815" y="560"/>
                  <a:pt x="815" y="560"/>
                </a:cubicBezTo>
                <a:cubicBezTo>
                  <a:pt x="813" y="539"/>
                  <a:pt x="813" y="539"/>
                  <a:pt x="813" y="539"/>
                </a:cubicBezTo>
                <a:cubicBezTo>
                  <a:pt x="793" y="539"/>
                  <a:pt x="793" y="539"/>
                  <a:pt x="793" y="539"/>
                </a:cubicBezTo>
                <a:cubicBezTo>
                  <a:pt x="796" y="568"/>
                  <a:pt x="796" y="568"/>
                  <a:pt x="796" y="568"/>
                </a:cubicBezTo>
                <a:cubicBezTo>
                  <a:pt x="809" y="579"/>
                  <a:pt x="809" y="579"/>
                  <a:pt x="809" y="579"/>
                </a:cubicBezTo>
                <a:cubicBezTo>
                  <a:pt x="808" y="593"/>
                  <a:pt x="808" y="593"/>
                  <a:pt x="808" y="593"/>
                </a:cubicBezTo>
                <a:cubicBezTo>
                  <a:pt x="808" y="593"/>
                  <a:pt x="808" y="593"/>
                  <a:pt x="808" y="593"/>
                </a:cubicBezTo>
                <a:cubicBezTo>
                  <a:pt x="808" y="607"/>
                  <a:pt x="794" y="610"/>
                  <a:pt x="794" y="610"/>
                </a:cubicBezTo>
                <a:cubicBezTo>
                  <a:pt x="794" y="626"/>
                  <a:pt x="794" y="626"/>
                  <a:pt x="794" y="626"/>
                </a:cubicBezTo>
                <a:cubicBezTo>
                  <a:pt x="805" y="626"/>
                  <a:pt x="805" y="626"/>
                  <a:pt x="805" y="626"/>
                </a:cubicBezTo>
                <a:cubicBezTo>
                  <a:pt x="805" y="680"/>
                  <a:pt x="778" y="758"/>
                  <a:pt x="778" y="816"/>
                </a:cubicBezTo>
                <a:cubicBezTo>
                  <a:pt x="848" y="816"/>
                  <a:pt x="848" y="816"/>
                  <a:pt x="848" y="816"/>
                </a:cubicBezTo>
                <a:cubicBezTo>
                  <a:pt x="918" y="816"/>
                  <a:pt x="918" y="816"/>
                  <a:pt x="918" y="816"/>
                </a:cubicBezTo>
                <a:cubicBezTo>
                  <a:pt x="918" y="758"/>
                  <a:pt x="891" y="680"/>
                  <a:pt x="890" y="626"/>
                </a:cubicBezTo>
                <a:close/>
                <a:moveTo>
                  <a:pt x="457" y="342"/>
                </a:moveTo>
                <a:cubicBezTo>
                  <a:pt x="423" y="334"/>
                  <a:pt x="423" y="334"/>
                  <a:pt x="423" y="334"/>
                </a:cubicBezTo>
                <a:cubicBezTo>
                  <a:pt x="446" y="360"/>
                  <a:pt x="446" y="360"/>
                  <a:pt x="446" y="360"/>
                </a:cubicBezTo>
                <a:cubicBezTo>
                  <a:pt x="423" y="385"/>
                  <a:pt x="423" y="385"/>
                  <a:pt x="423" y="385"/>
                </a:cubicBezTo>
                <a:cubicBezTo>
                  <a:pt x="457" y="378"/>
                  <a:pt x="457" y="378"/>
                  <a:pt x="457" y="378"/>
                </a:cubicBezTo>
                <a:cubicBezTo>
                  <a:pt x="467" y="411"/>
                  <a:pt x="467" y="411"/>
                  <a:pt x="467" y="411"/>
                </a:cubicBezTo>
                <a:cubicBezTo>
                  <a:pt x="478" y="378"/>
                  <a:pt x="478" y="378"/>
                  <a:pt x="478" y="378"/>
                </a:cubicBezTo>
                <a:cubicBezTo>
                  <a:pt x="512" y="385"/>
                  <a:pt x="512" y="385"/>
                  <a:pt x="512" y="385"/>
                </a:cubicBezTo>
                <a:cubicBezTo>
                  <a:pt x="488" y="360"/>
                  <a:pt x="488" y="360"/>
                  <a:pt x="488" y="360"/>
                </a:cubicBezTo>
                <a:cubicBezTo>
                  <a:pt x="512" y="334"/>
                  <a:pt x="512" y="334"/>
                  <a:pt x="512" y="334"/>
                </a:cubicBezTo>
                <a:cubicBezTo>
                  <a:pt x="478" y="342"/>
                  <a:pt x="478" y="342"/>
                  <a:pt x="478" y="342"/>
                </a:cubicBezTo>
                <a:cubicBezTo>
                  <a:pt x="467" y="308"/>
                  <a:pt x="467" y="308"/>
                  <a:pt x="467" y="308"/>
                </a:cubicBezTo>
                <a:lnTo>
                  <a:pt x="457" y="342"/>
                </a:lnTo>
                <a:close/>
                <a:moveTo>
                  <a:pt x="929" y="843"/>
                </a:moveTo>
                <a:cubicBezTo>
                  <a:pt x="886" y="843"/>
                  <a:pt x="863" y="860"/>
                  <a:pt x="843" y="871"/>
                </a:cubicBezTo>
                <a:cubicBezTo>
                  <a:pt x="826" y="880"/>
                  <a:pt x="811" y="890"/>
                  <a:pt x="779" y="890"/>
                </a:cubicBezTo>
                <a:cubicBezTo>
                  <a:pt x="747" y="890"/>
                  <a:pt x="731" y="880"/>
                  <a:pt x="714" y="871"/>
                </a:cubicBezTo>
                <a:cubicBezTo>
                  <a:pt x="694" y="860"/>
                  <a:pt x="672" y="847"/>
                  <a:pt x="629" y="847"/>
                </a:cubicBezTo>
                <a:cubicBezTo>
                  <a:pt x="587" y="847"/>
                  <a:pt x="564" y="860"/>
                  <a:pt x="545" y="871"/>
                </a:cubicBezTo>
                <a:cubicBezTo>
                  <a:pt x="527" y="880"/>
                  <a:pt x="512" y="890"/>
                  <a:pt x="480" y="890"/>
                </a:cubicBezTo>
                <a:cubicBezTo>
                  <a:pt x="448" y="890"/>
                  <a:pt x="433" y="880"/>
                  <a:pt x="415" y="871"/>
                </a:cubicBezTo>
                <a:cubicBezTo>
                  <a:pt x="395" y="860"/>
                  <a:pt x="373" y="843"/>
                  <a:pt x="330" y="843"/>
                </a:cubicBezTo>
                <a:cubicBezTo>
                  <a:pt x="303" y="843"/>
                  <a:pt x="271" y="852"/>
                  <a:pt x="271" y="852"/>
                </a:cubicBezTo>
                <a:cubicBezTo>
                  <a:pt x="294" y="892"/>
                  <a:pt x="294" y="892"/>
                  <a:pt x="294" y="892"/>
                </a:cubicBezTo>
                <a:cubicBezTo>
                  <a:pt x="294" y="892"/>
                  <a:pt x="313" y="889"/>
                  <a:pt x="330" y="889"/>
                </a:cubicBezTo>
                <a:cubicBezTo>
                  <a:pt x="362" y="889"/>
                  <a:pt x="379" y="898"/>
                  <a:pt x="397" y="908"/>
                </a:cubicBezTo>
                <a:cubicBezTo>
                  <a:pt x="417" y="919"/>
                  <a:pt x="433" y="934"/>
                  <a:pt x="476" y="934"/>
                </a:cubicBezTo>
                <a:cubicBezTo>
                  <a:pt x="519" y="934"/>
                  <a:pt x="542" y="920"/>
                  <a:pt x="562" y="909"/>
                </a:cubicBezTo>
                <a:cubicBezTo>
                  <a:pt x="580" y="899"/>
                  <a:pt x="598" y="891"/>
                  <a:pt x="629" y="891"/>
                </a:cubicBezTo>
                <a:cubicBezTo>
                  <a:pt x="661" y="891"/>
                  <a:pt x="679" y="899"/>
                  <a:pt x="696" y="909"/>
                </a:cubicBezTo>
                <a:cubicBezTo>
                  <a:pt x="716" y="920"/>
                  <a:pt x="740" y="934"/>
                  <a:pt x="782" y="934"/>
                </a:cubicBezTo>
                <a:cubicBezTo>
                  <a:pt x="825" y="934"/>
                  <a:pt x="842" y="919"/>
                  <a:pt x="862" y="908"/>
                </a:cubicBezTo>
                <a:cubicBezTo>
                  <a:pt x="879" y="898"/>
                  <a:pt x="897" y="889"/>
                  <a:pt x="929" y="889"/>
                </a:cubicBezTo>
                <a:cubicBezTo>
                  <a:pt x="945" y="889"/>
                  <a:pt x="965" y="892"/>
                  <a:pt x="965" y="892"/>
                </a:cubicBezTo>
                <a:cubicBezTo>
                  <a:pt x="988" y="852"/>
                  <a:pt x="988" y="852"/>
                  <a:pt x="988" y="852"/>
                </a:cubicBezTo>
                <a:cubicBezTo>
                  <a:pt x="988" y="852"/>
                  <a:pt x="956" y="843"/>
                  <a:pt x="929" y="843"/>
                </a:cubicBezTo>
                <a:close/>
                <a:moveTo>
                  <a:pt x="842" y="962"/>
                </a:moveTo>
                <a:cubicBezTo>
                  <a:pt x="825" y="972"/>
                  <a:pt x="808" y="978"/>
                  <a:pt x="777" y="978"/>
                </a:cubicBezTo>
                <a:cubicBezTo>
                  <a:pt x="745" y="978"/>
                  <a:pt x="728" y="971"/>
                  <a:pt x="711" y="961"/>
                </a:cubicBezTo>
                <a:cubicBezTo>
                  <a:pt x="692" y="951"/>
                  <a:pt x="670" y="937"/>
                  <a:pt x="629" y="937"/>
                </a:cubicBezTo>
                <a:cubicBezTo>
                  <a:pt x="588" y="937"/>
                  <a:pt x="566" y="951"/>
                  <a:pt x="547" y="961"/>
                </a:cubicBezTo>
                <a:cubicBezTo>
                  <a:pt x="530" y="971"/>
                  <a:pt x="513" y="978"/>
                  <a:pt x="482" y="978"/>
                </a:cubicBezTo>
                <a:cubicBezTo>
                  <a:pt x="451" y="978"/>
                  <a:pt x="433" y="972"/>
                  <a:pt x="416" y="962"/>
                </a:cubicBezTo>
                <a:cubicBezTo>
                  <a:pt x="397" y="952"/>
                  <a:pt x="371" y="934"/>
                  <a:pt x="328" y="939"/>
                </a:cubicBezTo>
                <a:cubicBezTo>
                  <a:pt x="393" y="1023"/>
                  <a:pt x="483" y="1022"/>
                  <a:pt x="483" y="1022"/>
                </a:cubicBezTo>
                <a:cubicBezTo>
                  <a:pt x="523" y="1022"/>
                  <a:pt x="545" y="1013"/>
                  <a:pt x="564" y="1003"/>
                </a:cubicBezTo>
                <a:cubicBezTo>
                  <a:pt x="581" y="993"/>
                  <a:pt x="599" y="982"/>
                  <a:pt x="629" y="982"/>
                </a:cubicBezTo>
                <a:cubicBezTo>
                  <a:pt x="660" y="982"/>
                  <a:pt x="677" y="993"/>
                  <a:pt x="694" y="1003"/>
                </a:cubicBezTo>
                <a:cubicBezTo>
                  <a:pt x="714" y="1013"/>
                  <a:pt x="736" y="1022"/>
                  <a:pt x="776" y="1022"/>
                </a:cubicBezTo>
                <a:cubicBezTo>
                  <a:pt x="776" y="1022"/>
                  <a:pt x="865" y="1023"/>
                  <a:pt x="931" y="939"/>
                </a:cubicBezTo>
                <a:cubicBezTo>
                  <a:pt x="887" y="934"/>
                  <a:pt x="862" y="952"/>
                  <a:pt x="842" y="962"/>
                </a:cubicBezTo>
                <a:close/>
                <a:moveTo>
                  <a:pt x="629" y="1029"/>
                </a:moveTo>
                <a:cubicBezTo>
                  <a:pt x="588" y="1029"/>
                  <a:pt x="570" y="1060"/>
                  <a:pt x="516" y="1060"/>
                </a:cubicBezTo>
                <a:cubicBezTo>
                  <a:pt x="537" y="1067"/>
                  <a:pt x="582" y="1077"/>
                  <a:pt x="629" y="1077"/>
                </a:cubicBezTo>
                <a:cubicBezTo>
                  <a:pt x="676" y="1077"/>
                  <a:pt x="722" y="1067"/>
                  <a:pt x="743" y="1060"/>
                </a:cubicBezTo>
                <a:cubicBezTo>
                  <a:pt x="688" y="1060"/>
                  <a:pt x="671" y="1029"/>
                  <a:pt x="629" y="1029"/>
                </a:cubicBezTo>
                <a:close/>
                <a:moveTo>
                  <a:pt x="172" y="1012"/>
                </a:moveTo>
                <a:cubicBezTo>
                  <a:pt x="189" y="1033"/>
                  <a:pt x="189" y="1033"/>
                  <a:pt x="189" y="1033"/>
                </a:cubicBezTo>
                <a:cubicBezTo>
                  <a:pt x="100" y="1101"/>
                  <a:pt x="100" y="1101"/>
                  <a:pt x="100" y="1101"/>
                </a:cubicBezTo>
                <a:cubicBezTo>
                  <a:pt x="83" y="1080"/>
                  <a:pt x="83" y="1080"/>
                  <a:pt x="83" y="1080"/>
                </a:cubicBezTo>
                <a:lnTo>
                  <a:pt x="172" y="1012"/>
                </a:lnTo>
                <a:close/>
                <a:moveTo>
                  <a:pt x="238" y="1117"/>
                </a:moveTo>
                <a:cubicBezTo>
                  <a:pt x="212" y="1095"/>
                  <a:pt x="212" y="1095"/>
                  <a:pt x="212" y="1095"/>
                </a:cubicBezTo>
                <a:cubicBezTo>
                  <a:pt x="227" y="1078"/>
                  <a:pt x="227" y="1078"/>
                  <a:pt x="227" y="1078"/>
                </a:cubicBezTo>
                <a:cubicBezTo>
                  <a:pt x="298" y="1139"/>
                  <a:pt x="298" y="1139"/>
                  <a:pt x="298" y="1139"/>
                </a:cubicBezTo>
                <a:cubicBezTo>
                  <a:pt x="283" y="1156"/>
                  <a:pt x="283" y="1156"/>
                  <a:pt x="283" y="1156"/>
                </a:cubicBezTo>
                <a:cubicBezTo>
                  <a:pt x="258" y="1134"/>
                  <a:pt x="258" y="1134"/>
                  <a:pt x="258" y="1134"/>
                </a:cubicBezTo>
                <a:cubicBezTo>
                  <a:pt x="200" y="1203"/>
                  <a:pt x="200" y="1203"/>
                  <a:pt x="200" y="1203"/>
                </a:cubicBezTo>
                <a:cubicBezTo>
                  <a:pt x="179" y="1185"/>
                  <a:pt x="179" y="1185"/>
                  <a:pt x="179" y="1185"/>
                </a:cubicBezTo>
                <a:lnTo>
                  <a:pt x="238" y="1117"/>
                </a:lnTo>
                <a:close/>
                <a:moveTo>
                  <a:pt x="345" y="1243"/>
                </a:moveTo>
                <a:cubicBezTo>
                  <a:pt x="332" y="1162"/>
                  <a:pt x="332" y="1162"/>
                  <a:pt x="332" y="1162"/>
                </a:cubicBezTo>
                <a:cubicBezTo>
                  <a:pt x="360" y="1178"/>
                  <a:pt x="360" y="1178"/>
                  <a:pt x="360" y="1178"/>
                </a:cubicBezTo>
                <a:cubicBezTo>
                  <a:pt x="367" y="1228"/>
                  <a:pt x="367" y="1228"/>
                  <a:pt x="367" y="1228"/>
                </a:cubicBezTo>
                <a:cubicBezTo>
                  <a:pt x="411" y="1202"/>
                  <a:pt x="411" y="1202"/>
                  <a:pt x="411" y="1202"/>
                </a:cubicBezTo>
                <a:cubicBezTo>
                  <a:pt x="441" y="1213"/>
                  <a:pt x="441" y="1213"/>
                  <a:pt x="441" y="1213"/>
                </a:cubicBezTo>
                <a:cubicBezTo>
                  <a:pt x="370" y="1254"/>
                  <a:pt x="370" y="1254"/>
                  <a:pt x="370" y="1254"/>
                </a:cubicBezTo>
                <a:cubicBezTo>
                  <a:pt x="350" y="1296"/>
                  <a:pt x="350" y="1296"/>
                  <a:pt x="350" y="1296"/>
                </a:cubicBezTo>
                <a:cubicBezTo>
                  <a:pt x="326" y="1285"/>
                  <a:pt x="326" y="1285"/>
                  <a:pt x="326" y="1285"/>
                </a:cubicBezTo>
                <a:lnTo>
                  <a:pt x="345" y="1243"/>
                </a:lnTo>
                <a:close/>
                <a:moveTo>
                  <a:pt x="756" y="1230"/>
                </a:moveTo>
                <a:cubicBezTo>
                  <a:pt x="838" y="1206"/>
                  <a:pt x="838" y="1206"/>
                  <a:pt x="838" y="1206"/>
                </a:cubicBezTo>
                <a:cubicBezTo>
                  <a:pt x="844" y="1227"/>
                  <a:pt x="844" y="1227"/>
                  <a:pt x="844" y="1227"/>
                </a:cubicBezTo>
                <a:cubicBezTo>
                  <a:pt x="788" y="1244"/>
                  <a:pt x="788" y="1244"/>
                  <a:pt x="788" y="1244"/>
                </a:cubicBezTo>
                <a:cubicBezTo>
                  <a:pt x="795" y="1265"/>
                  <a:pt x="795" y="1265"/>
                  <a:pt x="795" y="1265"/>
                </a:cubicBezTo>
                <a:cubicBezTo>
                  <a:pt x="841" y="1251"/>
                  <a:pt x="841" y="1251"/>
                  <a:pt x="841" y="1251"/>
                </a:cubicBezTo>
                <a:cubicBezTo>
                  <a:pt x="847" y="1273"/>
                  <a:pt x="847" y="1273"/>
                  <a:pt x="847" y="1273"/>
                </a:cubicBezTo>
                <a:cubicBezTo>
                  <a:pt x="801" y="1286"/>
                  <a:pt x="801" y="1286"/>
                  <a:pt x="801" y="1286"/>
                </a:cubicBezTo>
                <a:cubicBezTo>
                  <a:pt x="814" y="1330"/>
                  <a:pt x="814" y="1330"/>
                  <a:pt x="814" y="1330"/>
                </a:cubicBezTo>
                <a:cubicBezTo>
                  <a:pt x="788" y="1338"/>
                  <a:pt x="788" y="1338"/>
                  <a:pt x="788" y="1338"/>
                </a:cubicBezTo>
                <a:lnTo>
                  <a:pt x="756" y="1230"/>
                </a:lnTo>
                <a:close/>
                <a:moveTo>
                  <a:pt x="1167" y="856"/>
                </a:moveTo>
                <a:cubicBezTo>
                  <a:pt x="1179" y="807"/>
                  <a:pt x="1179" y="807"/>
                  <a:pt x="1179" y="807"/>
                </a:cubicBezTo>
                <a:cubicBezTo>
                  <a:pt x="1187" y="778"/>
                  <a:pt x="1205" y="768"/>
                  <a:pt x="1226" y="773"/>
                </a:cubicBezTo>
                <a:cubicBezTo>
                  <a:pt x="1250" y="779"/>
                  <a:pt x="1262" y="799"/>
                  <a:pt x="1255" y="830"/>
                </a:cubicBezTo>
                <a:cubicBezTo>
                  <a:pt x="1253" y="836"/>
                  <a:pt x="1250" y="843"/>
                  <a:pt x="1247" y="848"/>
                </a:cubicBezTo>
                <a:cubicBezTo>
                  <a:pt x="1283" y="857"/>
                  <a:pt x="1283" y="857"/>
                  <a:pt x="1283" y="857"/>
                </a:cubicBezTo>
                <a:cubicBezTo>
                  <a:pt x="1276" y="883"/>
                  <a:pt x="1276" y="883"/>
                  <a:pt x="1276" y="883"/>
                </a:cubicBezTo>
                <a:lnTo>
                  <a:pt x="1167" y="856"/>
                </a:lnTo>
                <a:close/>
                <a:moveTo>
                  <a:pt x="1221" y="800"/>
                </a:moveTo>
                <a:cubicBezTo>
                  <a:pt x="1212" y="798"/>
                  <a:pt x="1204" y="802"/>
                  <a:pt x="1201" y="814"/>
                </a:cubicBezTo>
                <a:cubicBezTo>
                  <a:pt x="1196" y="835"/>
                  <a:pt x="1196" y="835"/>
                  <a:pt x="1196" y="835"/>
                </a:cubicBezTo>
                <a:cubicBezTo>
                  <a:pt x="1226" y="843"/>
                  <a:pt x="1226" y="843"/>
                  <a:pt x="1226" y="843"/>
                </a:cubicBezTo>
                <a:cubicBezTo>
                  <a:pt x="1229" y="838"/>
                  <a:pt x="1232" y="831"/>
                  <a:pt x="1233" y="826"/>
                </a:cubicBezTo>
                <a:cubicBezTo>
                  <a:pt x="1237" y="812"/>
                  <a:pt x="1232" y="803"/>
                  <a:pt x="1221" y="800"/>
                </a:cubicBezTo>
                <a:close/>
                <a:moveTo>
                  <a:pt x="852" y="89"/>
                </a:moveTo>
                <a:cubicBezTo>
                  <a:pt x="845" y="124"/>
                  <a:pt x="813" y="144"/>
                  <a:pt x="778" y="137"/>
                </a:cubicBezTo>
                <a:cubicBezTo>
                  <a:pt x="759" y="134"/>
                  <a:pt x="743" y="124"/>
                  <a:pt x="735" y="108"/>
                </a:cubicBezTo>
                <a:cubicBezTo>
                  <a:pt x="757" y="96"/>
                  <a:pt x="757" y="96"/>
                  <a:pt x="757" y="96"/>
                </a:cubicBezTo>
                <a:cubicBezTo>
                  <a:pt x="761" y="104"/>
                  <a:pt x="771" y="112"/>
                  <a:pt x="782" y="114"/>
                </a:cubicBezTo>
                <a:cubicBezTo>
                  <a:pt x="804" y="119"/>
                  <a:pt x="822" y="106"/>
                  <a:pt x="826" y="85"/>
                </a:cubicBezTo>
                <a:cubicBezTo>
                  <a:pt x="830" y="61"/>
                  <a:pt x="818" y="44"/>
                  <a:pt x="797" y="40"/>
                </a:cubicBezTo>
                <a:cubicBezTo>
                  <a:pt x="785" y="38"/>
                  <a:pt x="773" y="42"/>
                  <a:pt x="766" y="46"/>
                </a:cubicBezTo>
                <a:cubicBezTo>
                  <a:pt x="763" y="60"/>
                  <a:pt x="763" y="60"/>
                  <a:pt x="763" y="60"/>
                </a:cubicBezTo>
                <a:cubicBezTo>
                  <a:pt x="790" y="65"/>
                  <a:pt x="790" y="65"/>
                  <a:pt x="790" y="65"/>
                </a:cubicBezTo>
                <a:cubicBezTo>
                  <a:pt x="786" y="86"/>
                  <a:pt x="786" y="86"/>
                  <a:pt x="786" y="86"/>
                </a:cubicBezTo>
                <a:cubicBezTo>
                  <a:pt x="734" y="76"/>
                  <a:pt x="734" y="76"/>
                  <a:pt x="734" y="76"/>
                </a:cubicBezTo>
                <a:cubicBezTo>
                  <a:pt x="747" y="9"/>
                  <a:pt x="747" y="9"/>
                  <a:pt x="747" y="9"/>
                </a:cubicBezTo>
                <a:cubicBezTo>
                  <a:pt x="769" y="13"/>
                  <a:pt x="769" y="13"/>
                  <a:pt x="769" y="13"/>
                </a:cubicBezTo>
                <a:cubicBezTo>
                  <a:pt x="767" y="24"/>
                  <a:pt x="767" y="24"/>
                  <a:pt x="767" y="24"/>
                </a:cubicBezTo>
                <a:cubicBezTo>
                  <a:pt x="777" y="18"/>
                  <a:pt x="792" y="16"/>
                  <a:pt x="805" y="19"/>
                </a:cubicBezTo>
                <a:cubicBezTo>
                  <a:pt x="837" y="25"/>
                  <a:pt x="858" y="55"/>
                  <a:pt x="852" y="89"/>
                </a:cubicBezTo>
                <a:close/>
                <a:moveTo>
                  <a:pt x="1137" y="228"/>
                </a:moveTo>
                <a:cubicBezTo>
                  <a:pt x="1119" y="207"/>
                  <a:pt x="1119" y="207"/>
                  <a:pt x="1119" y="207"/>
                </a:cubicBezTo>
                <a:cubicBezTo>
                  <a:pt x="1034" y="280"/>
                  <a:pt x="1034" y="280"/>
                  <a:pt x="1034" y="280"/>
                </a:cubicBezTo>
                <a:cubicBezTo>
                  <a:pt x="1050" y="301"/>
                  <a:pt x="1050" y="301"/>
                  <a:pt x="1050" y="301"/>
                </a:cubicBezTo>
                <a:cubicBezTo>
                  <a:pt x="1084" y="273"/>
                  <a:pt x="1084" y="273"/>
                  <a:pt x="1084" y="273"/>
                </a:cubicBezTo>
                <a:cubicBezTo>
                  <a:pt x="1116" y="312"/>
                  <a:pt x="1116" y="312"/>
                  <a:pt x="1116" y="312"/>
                </a:cubicBezTo>
                <a:cubicBezTo>
                  <a:pt x="1082" y="339"/>
                  <a:pt x="1082" y="339"/>
                  <a:pt x="1082" y="339"/>
                </a:cubicBezTo>
                <a:cubicBezTo>
                  <a:pt x="1099" y="360"/>
                  <a:pt x="1099" y="360"/>
                  <a:pt x="1099" y="360"/>
                </a:cubicBezTo>
                <a:cubicBezTo>
                  <a:pt x="1187" y="290"/>
                  <a:pt x="1187" y="290"/>
                  <a:pt x="1187" y="290"/>
                </a:cubicBezTo>
                <a:cubicBezTo>
                  <a:pt x="1170" y="269"/>
                  <a:pt x="1170" y="269"/>
                  <a:pt x="1170" y="269"/>
                </a:cubicBezTo>
                <a:cubicBezTo>
                  <a:pt x="1133" y="298"/>
                  <a:pt x="1133" y="298"/>
                  <a:pt x="1133" y="298"/>
                </a:cubicBezTo>
                <a:cubicBezTo>
                  <a:pt x="1101" y="258"/>
                  <a:pt x="1101" y="258"/>
                  <a:pt x="1101" y="258"/>
                </a:cubicBezTo>
                <a:lnTo>
                  <a:pt x="1137" y="228"/>
                </a:lnTo>
                <a:close/>
                <a:moveTo>
                  <a:pt x="629" y="1360"/>
                </a:moveTo>
                <a:cubicBezTo>
                  <a:pt x="663" y="1360"/>
                  <a:pt x="692" y="1335"/>
                  <a:pt x="692" y="1299"/>
                </a:cubicBezTo>
                <a:cubicBezTo>
                  <a:pt x="692" y="1264"/>
                  <a:pt x="663" y="1239"/>
                  <a:pt x="629" y="1239"/>
                </a:cubicBezTo>
                <a:cubicBezTo>
                  <a:pt x="595" y="1239"/>
                  <a:pt x="567" y="1264"/>
                  <a:pt x="567" y="1299"/>
                </a:cubicBezTo>
                <a:cubicBezTo>
                  <a:pt x="567" y="1335"/>
                  <a:pt x="595" y="1360"/>
                  <a:pt x="629" y="1360"/>
                </a:cubicBezTo>
                <a:close/>
                <a:moveTo>
                  <a:pt x="593" y="1299"/>
                </a:moveTo>
                <a:cubicBezTo>
                  <a:pt x="593" y="1279"/>
                  <a:pt x="610" y="1263"/>
                  <a:pt x="629" y="1263"/>
                </a:cubicBezTo>
                <a:cubicBezTo>
                  <a:pt x="649" y="1263"/>
                  <a:pt x="665" y="1279"/>
                  <a:pt x="665" y="1299"/>
                </a:cubicBezTo>
                <a:cubicBezTo>
                  <a:pt x="665" y="1320"/>
                  <a:pt x="649" y="1336"/>
                  <a:pt x="629" y="1336"/>
                </a:cubicBezTo>
                <a:cubicBezTo>
                  <a:pt x="610" y="1336"/>
                  <a:pt x="593" y="1320"/>
                  <a:pt x="593" y="1299"/>
                </a:cubicBezTo>
                <a:close/>
                <a:moveTo>
                  <a:pt x="1177" y="531"/>
                </a:moveTo>
                <a:cubicBezTo>
                  <a:pt x="1169" y="508"/>
                  <a:pt x="1169" y="508"/>
                  <a:pt x="1169" y="508"/>
                </a:cubicBezTo>
                <a:cubicBezTo>
                  <a:pt x="1213" y="430"/>
                  <a:pt x="1213" y="430"/>
                  <a:pt x="1213" y="430"/>
                </a:cubicBezTo>
                <a:cubicBezTo>
                  <a:pt x="1149" y="455"/>
                  <a:pt x="1149" y="455"/>
                  <a:pt x="1149" y="455"/>
                </a:cubicBezTo>
                <a:cubicBezTo>
                  <a:pt x="1140" y="431"/>
                  <a:pt x="1140" y="431"/>
                  <a:pt x="1140" y="431"/>
                </a:cubicBezTo>
                <a:cubicBezTo>
                  <a:pt x="1245" y="390"/>
                  <a:pt x="1245" y="390"/>
                  <a:pt x="1245" y="390"/>
                </a:cubicBezTo>
                <a:cubicBezTo>
                  <a:pt x="1254" y="414"/>
                  <a:pt x="1254" y="414"/>
                  <a:pt x="1254" y="414"/>
                </a:cubicBezTo>
                <a:cubicBezTo>
                  <a:pt x="1251" y="415"/>
                  <a:pt x="1251" y="415"/>
                  <a:pt x="1251" y="415"/>
                </a:cubicBezTo>
                <a:cubicBezTo>
                  <a:pt x="1248" y="417"/>
                  <a:pt x="1243" y="421"/>
                  <a:pt x="1241" y="426"/>
                </a:cubicBezTo>
                <a:cubicBezTo>
                  <a:pt x="1202" y="495"/>
                  <a:pt x="1202" y="495"/>
                  <a:pt x="1202" y="495"/>
                </a:cubicBezTo>
                <a:cubicBezTo>
                  <a:pt x="1274" y="469"/>
                  <a:pt x="1274" y="469"/>
                  <a:pt x="1274" y="469"/>
                </a:cubicBezTo>
                <a:cubicBezTo>
                  <a:pt x="1283" y="493"/>
                  <a:pt x="1283" y="493"/>
                  <a:pt x="1283" y="493"/>
                </a:cubicBezTo>
                <a:lnTo>
                  <a:pt x="1177" y="531"/>
                </a:lnTo>
                <a:close/>
                <a:moveTo>
                  <a:pt x="1195" y="692"/>
                </a:moveTo>
                <a:cubicBezTo>
                  <a:pt x="1191" y="607"/>
                  <a:pt x="1191" y="607"/>
                  <a:pt x="1191" y="607"/>
                </a:cubicBezTo>
                <a:cubicBezTo>
                  <a:pt x="1214" y="606"/>
                  <a:pt x="1214" y="606"/>
                  <a:pt x="1214" y="606"/>
                </a:cubicBezTo>
                <a:cubicBezTo>
                  <a:pt x="1216" y="664"/>
                  <a:pt x="1216" y="664"/>
                  <a:pt x="1216" y="664"/>
                </a:cubicBezTo>
                <a:cubicBezTo>
                  <a:pt x="1238" y="663"/>
                  <a:pt x="1238" y="663"/>
                  <a:pt x="1238" y="663"/>
                </a:cubicBezTo>
                <a:cubicBezTo>
                  <a:pt x="1236" y="615"/>
                  <a:pt x="1236" y="615"/>
                  <a:pt x="1236" y="615"/>
                </a:cubicBezTo>
                <a:cubicBezTo>
                  <a:pt x="1258" y="614"/>
                  <a:pt x="1258" y="614"/>
                  <a:pt x="1258" y="614"/>
                </a:cubicBezTo>
                <a:cubicBezTo>
                  <a:pt x="1261" y="662"/>
                  <a:pt x="1261" y="662"/>
                  <a:pt x="1261" y="662"/>
                </a:cubicBezTo>
                <a:cubicBezTo>
                  <a:pt x="1284" y="661"/>
                  <a:pt x="1284" y="661"/>
                  <a:pt x="1284" y="661"/>
                </a:cubicBezTo>
                <a:cubicBezTo>
                  <a:pt x="1281" y="603"/>
                  <a:pt x="1281" y="603"/>
                  <a:pt x="1281" y="603"/>
                </a:cubicBezTo>
                <a:cubicBezTo>
                  <a:pt x="1304" y="602"/>
                  <a:pt x="1304" y="602"/>
                  <a:pt x="1304" y="602"/>
                </a:cubicBezTo>
                <a:cubicBezTo>
                  <a:pt x="1308" y="687"/>
                  <a:pt x="1308" y="687"/>
                  <a:pt x="1308" y="687"/>
                </a:cubicBezTo>
                <a:lnTo>
                  <a:pt x="1195" y="692"/>
                </a:lnTo>
                <a:close/>
                <a:moveTo>
                  <a:pt x="963" y="86"/>
                </a:moveTo>
                <a:cubicBezTo>
                  <a:pt x="938" y="73"/>
                  <a:pt x="938" y="73"/>
                  <a:pt x="938" y="73"/>
                </a:cubicBezTo>
                <a:cubicBezTo>
                  <a:pt x="922" y="194"/>
                  <a:pt x="922" y="194"/>
                  <a:pt x="922" y="194"/>
                </a:cubicBezTo>
                <a:cubicBezTo>
                  <a:pt x="946" y="209"/>
                  <a:pt x="946" y="209"/>
                  <a:pt x="946" y="209"/>
                </a:cubicBezTo>
                <a:cubicBezTo>
                  <a:pt x="1049" y="144"/>
                  <a:pt x="1049" y="144"/>
                  <a:pt x="1049" y="144"/>
                </a:cubicBezTo>
                <a:cubicBezTo>
                  <a:pt x="1027" y="127"/>
                  <a:pt x="1027" y="127"/>
                  <a:pt x="1027" y="127"/>
                </a:cubicBezTo>
                <a:cubicBezTo>
                  <a:pt x="1006" y="141"/>
                  <a:pt x="1006" y="141"/>
                  <a:pt x="1006" y="141"/>
                </a:cubicBezTo>
                <a:cubicBezTo>
                  <a:pt x="959" y="111"/>
                  <a:pt x="959" y="111"/>
                  <a:pt x="959" y="111"/>
                </a:cubicBezTo>
                <a:lnTo>
                  <a:pt x="963" y="86"/>
                </a:lnTo>
                <a:close/>
                <a:moveTo>
                  <a:pt x="986" y="155"/>
                </a:moveTo>
                <a:cubicBezTo>
                  <a:pt x="948" y="180"/>
                  <a:pt x="948" y="180"/>
                  <a:pt x="948" y="180"/>
                </a:cubicBezTo>
                <a:cubicBezTo>
                  <a:pt x="955" y="135"/>
                  <a:pt x="955" y="135"/>
                  <a:pt x="955" y="135"/>
                </a:cubicBezTo>
                <a:lnTo>
                  <a:pt x="986" y="155"/>
                </a:lnTo>
                <a:close/>
                <a:moveTo>
                  <a:pt x="1211" y="1035"/>
                </a:moveTo>
                <a:cubicBezTo>
                  <a:pt x="1229" y="1005"/>
                  <a:pt x="1222" y="968"/>
                  <a:pt x="1192" y="950"/>
                </a:cubicBezTo>
                <a:cubicBezTo>
                  <a:pt x="1161" y="931"/>
                  <a:pt x="1125" y="942"/>
                  <a:pt x="1107" y="971"/>
                </a:cubicBezTo>
                <a:cubicBezTo>
                  <a:pt x="1089" y="1000"/>
                  <a:pt x="1096" y="1037"/>
                  <a:pt x="1126" y="1056"/>
                </a:cubicBezTo>
                <a:cubicBezTo>
                  <a:pt x="1157" y="1074"/>
                  <a:pt x="1193" y="1064"/>
                  <a:pt x="1211" y="1035"/>
                </a:cubicBezTo>
                <a:close/>
                <a:moveTo>
                  <a:pt x="1140" y="1033"/>
                </a:moveTo>
                <a:cubicBezTo>
                  <a:pt x="1123" y="1023"/>
                  <a:pt x="1118" y="1001"/>
                  <a:pt x="1128" y="984"/>
                </a:cubicBezTo>
                <a:cubicBezTo>
                  <a:pt x="1138" y="967"/>
                  <a:pt x="1160" y="961"/>
                  <a:pt x="1178" y="972"/>
                </a:cubicBezTo>
                <a:cubicBezTo>
                  <a:pt x="1195" y="983"/>
                  <a:pt x="1200" y="1005"/>
                  <a:pt x="1190" y="1022"/>
                </a:cubicBezTo>
                <a:cubicBezTo>
                  <a:pt x="1180" y="1038"/>
                  <a:pt x="1158" y="1044"/>
                  <a:pt x="1140" y="1033"/>
                </a:cubicBezTo>
                <a:close/>
                <a:moveTo>
                  <a:pt x="1074" y="1144"/>
                </a:moveTo>
                <a:cubicBezTo>
                  <a:pt x="1075" y="1155"/>
                  <a:pt x="1070" y="1166"/>
                  <a:pt x="1062" y="1174"/>
                </a:cubicBezTo>
                <a:cubicBezTo>
                  <a:pt x="1047" y="1186"/>
                  <a:pt x="1024" y="1185"/>
                  <a:pt x="1011" y="1169"/>
                </a:cubicBezTo>
                <a:cubicBezTo>
                  <a:pt x="997" y="1153"/>
                  <a:pt x="1000" y="1131"/>
                  <a:pt x="1015" y="1118"/>
                </a:cubicBezTo>
                <a:cubicBezTo>
                  <a:pt x="1024" y="1111"/>
                  <a:pt x="1035" y="1108"/>
                  <a:pt x="1046" y="1110"/>
                </a:cubicBezTo>
                <a:cubicBezTo>
                  <a:pt x="1051" y="1085"/>
                  <a:pt x="1051" y="1085"/>
                  <a:pt x="1051" y="1085"/>
                </a:cubicBezTo>
                <a:cubicBezTo>
                  <a:pt x="1033" y="1082"/>
                  <a:pt x="1014" y="1087"/>
                  <a:pt x="999" y="1099"/>
                </a:cubicBezTo>
                <a:cubicBezTo>
                  <a:pt x="973" y="1121"/>
                  <a:pt x="968" y="1159"/>
                  <a:pt x="990" y="1186"/>
                </a:cubicBezTo>
                <a:cubicBezTo>
                  <a:pt x="1013" y="1213"/>
                  <a:pt x="1051" y="1214"/>
                  <a:pt x="1077" y="1192"/>
                </a:cubicBezTo>
                <a:cubicBezTo>
                  <a:pt x="1093" y="1179"/>
                  <a:pt x="1101" y="1160"/>
                  <a:pt x="1100" y="1141"/>
                </a:cubicBezTo>
                <a:lnTo>
                  <a:pt x="1074" y="1144"/>
                </a:lnTo>
                <a:close/>
                <a:moveTo>
                  <a:pt x="61" y="983"/>
                </a:moveTo>
                <a:cubicBezTo>
                  <a:pt x="50" y="980"/>
                  <a:pt x="41" y="973"/>
                  <a:pt x="36" y="962"/>
                </a:cubicBezTo>
                <a:cubicBezTo>
                  <a:pt x="28" y="945"/>
                  <a:pt x="36" y="923"/>
                  <a:pt x="54" y="915"/>
                </a:cubicBezTo>
                <a:cubicBezTo>
                  <a:pt x="73" y="906"/>
                  <a:pt x="94" y="914"/>
                  <a:pt x="102" y="932"/>
                </a:cubicBezTo>
                <a:cubicBezTo>
                  <a:pt x="107" y="943"/>
                  <a:pt x="107" y="954"/>
                  <a:pt x="101" y="964"/>
                </a:cubicBezTo>
                <a:cubicBezTo>
                  <a:pt x="125" y="976"/>
                  <a:pt x="125" y="976"/>
                  <a:pt x="125" y="976"/>
                </a:cubicBezTo>
                <a:cubicBezTo>
                  <a:pt x="133" y="959"/>
                  <a:pt x="133" y="940"/>
                  <a:pt x="125" y="922"/>
                </a:cubicBezTo>
                <a:cubicBezTo>
                  <a:pt x="110" y="891"/>
                  <a:pt x="76" y="876"/>
                  <a:pt x="43" y="891"/>
                </a:cubicBezTo>
                <a:cubicBezTo>
                  <a:pt x="11" y="906"/>
                  <a:pt x="0" y="942"/>
                  <a:pt x="14" y="973"/>
                </a:cubicBezTo>
                <a:cubicBezTo>
                  <a:pt x="23" y="992"/>
                  <a:pt x="39" y="1004"/>
                  <a:pt x="58" y="1008"/>
                </a:cubicBezTo>
                <a:lnTo>
                  <a:pt x="61" y="983"/>
                </a:lnTo>
                <a:close/>
                <a:moveTo>
                  <a:pt x="481" y="130"/>
                </a:moveTo>
                <a:cubicBezTo>
                  <a:pt x="459" y="139"/>
                  <a:pt x="459" y="139"/>
                  <a:pt x="459" y="139"/>
                </a:cubicBezTo>
                <a:cubicBezTo>
                  <a:pt x="380" y="95"/>
                  <a:pt x="380" y="95"/>
                  <a:pt x="380" y="95"/>
                </a:cubicBezTo>
                <a:cubicBezTo>
                  <a:pt x="406" y="159"/>
                  <a:pt x="406" y="159"/>
                  <a:pt x="406" y="159"/>
                </a:cubicBezTo>
                <a:cubicBezTo>
                  <a:pt x="381" y="168"/>
                  <a:pt x="381" y="168"/>
                  <a:pt x="381" y="168"/>
                </a:cubicBezTo>
                <a:cubicBezTo>
                  <a:pt x="340" y="63"/>
                  <a:pt x="340" y="63"/>
                  <a:pt x="340" y="63"/>
                </a:cubicBezTo>
                <a:cubicBezTo>
                  <a:pt x="364" y="54"/>
                  <a:pt x="364" y="54"/>
                  <a:pt x="364" y="54"/>
                </a:cubicBezTo>
                <a:cubicBezTo>
                  <a:pt x="365" y="57"/>
                  <a:pt x="365" y="57"/>
                  <a:pt x="365" y="57"/>
                </a:cubicBezTo>
                <a:cubicBezTo>
                  <a:pt x="367" y="60"/>
                  <a:pt x="371" y="64"/>
                  <a:pt x="376" y="67"/>
                </a:cubicBezTo>
                <a:cubicBezTo>
                  <a:pt x="445" y="106"/>
                  <a:pt x="445" y="106"/>
                  <a:pt x="445" y="106"/>
                </a:cubicBezTo>
                <a:cubicBezTo>
                  <a:pt x="419" y="34"/>
                  <a:pt x="419" y="34"/>
                  <a:pt x="419" y="34"/>
                </a:cubicBezTo>
                <a:cubicBezTo>
                  <a:pt x="444" y="24"/>
                  <a:pt x="444" y="24"/>
                  <a:pt x="444" y="24"/>
                </a:cubicBezTo>
                <a:lnTo>
                  <a:pt x="481" y="130"/>
                </a:lnTo>
                <a:close/>
                <a:moveTo>
                  <a:pt x="642" y="112"/>
                </a:moveTo>
                <a:cubicBezTo>
                  <a:pt x="557" y="116"/>
                  <a:pt x="557" y="116"/>
                  <a:pt x="557" y="116"/>
                </a:cubicBezTo>
                <a:cubicBezTo>
                  <a:pt x="556" y="94"/>
                  <a:pt x="556" y="94"/>
                  <a:pt x="556" y="94"/>
                </a:cubicBezTo>
                <a:cubicBezTo>
                  <a:pt x="614" y="91"/>
                  <a:pt x="614" y="91"/>
                  <a:pt x="614" y="91"/>
                </a:cubicBezTo>
                <a:cubicBezTo>
                  <a:pt x="613" y="69"/>
                  <a:pt x="613" y="69"/>
                  <a:pt x="613" y="69"/>
                </a:cubicBezTo>
                <a:cubicBezTo>
                  <a:pt x="565" y="71"/>
                  <a:pt x="565" y="71"/>
                  <a:pt x="565" y="71"/>
                </a:cubicBezTo>
                <a:cubicBezTo>
                  <a:pt x="564" y="49"/>
                  <a:pt x="564" y="49"/>
                  <a:pt x="564" y="49"/>
                </a:cubicBezTo>
                <a:cubicBezTo>
                  <a:pt x="612" y="47"/>
                  <a:pt x="612" y="47"/>
                  <a:pt x="612" y="47"/>
                </a:cubicBezTo>
                <a:cubicBezTo>
                  <a:pt x="611" y="23"/>
                  <a:pt x="611" y="23"/>
                  <a:pt x="611" y="23"/>
                </a:cubicBezTo>
                <a:cubicBezTo>
                  <a:pt x="553" y="26"/>
                  <a:pt x="553" y="26"/>
                  <a:pt x="553" y="26"/>
                </a:cubicBezTo>
                <a:cubicBezTo>
                  <a:pt x="552" y="4"/>
                  <a:pt x="552" y="4"/>
                  <a:pt x="552" y="4"/>
                </a:cubicBezTo>
                <a:cubicBezTo>
                  <a:pt x="637" y="0"/>
                  <a:pt x="637" y="0"/>
                  <a:pt x="637" y="0"/>
                </a:cubicBezTo>
                <a:lnTo>
                  <a:pt x="642" y="112"/>
                </a:lnTo>
                <a:close/>
              </a:path>
            </a:pathLst>
          </a:custGeom>
          <a:solidFill>
            <a:schemeClr val="bg1"/>
          </a:solidFill>
          <a:ln>
            <a:noFill/>
          </a:ln>
        </p:spPr>
        <p:txBody>
          <a:bodyPr vert="horz" wrap="square" lIns="28932" tIns="14466" rIns="28932" bIns="14466" numCol="1" anchor="t" anchorCtr="0" compatLnSpc="1">
            <a:prstTxWarp prst="textNoShape">
              <a:avLst/>
            </a:prstTxWarp>
          </a:bodyPr>
          <a:lstStyle/>
          <a:p>
            <a:endParaRPr lang="da-DK" sz="570"/>
          </a:p>
        </p:txBody>
      </p:sp>
    </p:spTree>
    <p:extLst>
      <p:ext uri="{BB962C8B-B14F-4D97-AF65-F5344CB8AC3E}">
        <p14:creationId xmlns:p14="http://schemas.microsoft.com/office/powerpoint/2010/main" val="40171120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UK_Forside lys/blå">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991F9A-7F11-4119-AA5A-7CE875573D4E}"/>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rgbClr val="000C2E"/>
                </a:solidFill>
              </a:defRPr>
            </a:lvl1pPr>
          </a:lstStyle>
          <a:p>
            <a:r>
              <a:rPr lang="da-DK" dirty="0"/>
              <a:t>Indsæt titel</a:t>
            </a:r>
          </a:p>
        </p:txBody>
      </p:sp>
      <p:sp>
        <p:nvSpPr>
          <p:cNvPr id="17" name="Subtitle 2">
            <a:extLst>
              <a:ext uri="{FF2B5EF4-FFF2-40B4-BE49-F238E27FC236}">
                <a16:creationId xmlns:a16="http://schemas.microsoft.com/office/drawing/2014/main" id="{90F374D4-48CD-43E3-AA3B-8D32C614D9D6}"/>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accent2"/>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22" name="Text Placeholder 7">
            <a:extLst>
              <a:ext uri="{FF2B5EF4-FFF2-40B4-BE49-F238E27FC236}">
                <a16:creationId xmlns:a16="http://schemas.microsoft.com/office/drawing/2014/main" id="{9E3E11BE-989A-4C63-8421-725A43313A49}"/>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C5DC236B-2E87-4C2A-AAE6-A79FFE842712}"/>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7D9E04BB-4195-42F1-BBEA-46C84B7F6FE4}"/>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Date_GeneralDate">
            <a:extLst>
              <a:ext uri="{FF2B5EF4-FFF2-40B4-BE49-F238E27FC236}">
                <a16:creationId xmlns:a16="http://schemas.microsoft.com/office/drawing/2014/main" id="{125CBAF4-E939-4FC7-BFFB-CD49521AFFB4}"/>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E57BF5BC-36D1-44B8-A75B-23FB8A873A38}"/>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DDE8D2D8-C7CF-4116-9800-4642E66B9A60}"/>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6" name="Freeform 5">
            <a:extLst>
              <a:ext uri="{FF2B5EF4-FFF2-40B4-BE49-F238E27FC236}">
                <a16:creationId xmlns:a16="http://schemas.microsoft.com/office/drawing/2014/main" id="{B7029384-3120-46FC-A04A-744BCE57FFE3}"/>
              </a:ext>
            </a:extLst>
          </p:cNvPr>
          <p:cNvSpPr>
            <a:spLocks noChangeAspect="1" noEditPoints="1"/>
          </p:cNvSpPr>
          <p:nvPr userDrawn="1"/>
        </p:nvSpPr>
        <p:spPr bwMode="auto">
          <a:xfrm>
            <a:off x="10441656" y="5068798"/>
            <a:ext cx="1027806" cy="1069200"/>
          </a:xfrm>
          <a:custGeom>
            <a:avLst/>
            <a:gdLst>
              <a:gd name="T0" fmla="*/ 629 w 1308"/>
              <a:gd name="T1" fmla="*/ 309 h 1360"/>
              <a:gd name="T2" fmla="*/ 799 w 1308"/>
              <a:gd name="T3" fmla="*/ 354 h 1360"/>
              <a:gd name="T4" fmla="*/ 789 w 1308"/>
              <a:gd name="T5" fmla="*/ 317 h 1360"/>
              <a:gd name="T6" fmla="*/ 678 w 1308"/>
              <a:gd name="T7" fmla="*/ 475 h 1360"/>
              <a:gd name="T8" fmla="*/ 577 w 1308"/>
              <a:gd name="T9" fmla="*/ 453 h 1360"/>
              <a:gd name="T10" fmla="*/ 454 w 1308"/>
              <a:gd name="T11" fmla="*/ 521 h 1360"/>
              <a:gd name="T12" fmla="*/ 719 w 1308"/>
              <a:gd name="T13" fmla="*/ 577 h 1360"/>
              <a:gd name="T14" fmla="*/ 602 w 1308"/>
              <a:gd name="T15" fmla="*/ 749 h 1360"/>
              <a:gd name="T16" fmla="*/ 719 w 1308"/>
              <a:gd name="T17" fmla="*/ 604 h 1360"/>
              <a:gd name="T18" fmla="*/ 651 w 1308"/>
              <a:gd name="T19" fmla="*/ 274 h 1360"/>
              <a:gd name="T20" fmla="*/ 449 w 1308"/>
              <a:gd name="T21" fmla="*/ 579 h 1360"/>
              <a:gd name="T22" fmla="*/ 422 w 1308"/>
              <a:gd name="T23" fmla="*/ 539 h 1360"/>
              <a:gd name="T24" fmla="*/ 356 w 1308"/>
              <a:gd name="T25" fmla="*/ 539 h 1360"/>
              <a:gd name="T26" fmla="*/ 358 w 1308"/>
              <a:gd name="T27" fmla="*/ 626 h 1360"/>
              <a:gd name="T28" fmla="*/ 891 w 1308"/>
              <a:gd name="T29" fmla="*/ 521 h 1360"/>
              <a:gd name="T30" fmla="*/ 890 w 1308"/>
              <a:gd name="T31" fmla="*/ 626 h 1360"/>
              <a:gd name="T32" fmla="*/ 900 w 1308"/>
              <a:gd name="T33" fmla="*/ 568 h 1360"/>
              <a:gd name="T34" fmla="*/ 848 w 1308"/>
              <a:gd name="T35" fmla="*/ 539 h 1360"/>
              <a:gd name="T36" fmla="*/ 796 w 1308"/>
              <a:gd name="T37" fmla="*/ 568 h 1360"/>
              <a:gd name="T38" fmla="*/ 805 w 1308"/>
              <a:gd name="T39" fmla="*/ 626 h 1360"/>
              <a:gd name="T40" fmla="*/ 423 w 1308"/>
              <a:gd name="T41" fmla="*/ 334 h 1360"/>
              <a:gd name="T42" fmla="*/ 512 w 1308"/>
              <a:gd name="T43" fmla="*/ 385 h 1360"/>
              <a:gd name="T44" fmla="*/ 929 w 1308"/>
              <a:gd name="T45" fmla="*/ 843 h 1360"/>
              <a:gd name="T46" fmla="*/ 480 w 1308"/>
              <a:gd name="T47" fmla="*/ 890 h 1360"/>
              <a:gd name="T48" fmla="*/ 397 w 1308"/>
              <a:gd name="T49" fmla="*/ 908 h 1360"/>
              <a:gd name="T50" fmla="*/ 862 w 1308"/>
              <a:gd name="T51" fmla="*/ 908 h 1360"/>
              <a:gd name="T52" fmla="*/ 777 w 1308"/>
              <a:gd name="T53" fmla="*/ 978 h 1360"/>
              <a:gd name="T54" fmla="*/ 328 w 1308"/>
              <a:gd name="T55" fmla="*/ 939 h 1360"/>
              <a:gd name="T56" fmla="*/ 931 w 1308"/>
              <a:gd name="T57" fmla="*/ 939 h 1360"/>
              <a:gd name="T58" fmla="*/ 629 w 1308"/>
              <a:gd name="T59" fmla="*/ 1029 h 1360"/>
              <a:gd name="T60" fmla="*/ 238 w 1308"/>
              <a:gd name="T61" fmla="*/ 1117 h 1360"/>
              <a:gd name="T62" fmla="*/ 200 w 1308"/>
              <a:gd name="T63" fmla="*/ 1203 h 1360"/>
              <a:gd name="T64" fmla="*/ 367 w 1308"/>
              <a:gd name="T65" fmla="*/ 1228 h 1360"/>
              <a:gd name="T66" fmla="*/ 345 w 1308"/>
              <a:gd name="T67" fmla="*/ 1243 h 1360"/>
              <a:gd name="T68" fmla="*/ 841 w 1308"/>
              <a:gd name="T69" fmla="*/ 1251 h 1360"/>
              <a:gd name="T70" fmla="*/ 1167 w 1308"/>
              <a:gd name="T71" fmla="*/ 856 h 1360"/>
              <a:gd name="T72" fmla="*/ 1276 w 1308"/>
              <a:gd name="T73" fmla="*/ 883 h 1360"/>
              <a:gd name="T74" fmla="*/ 1233 w 1308"/>
              <a:gd name="T75" fmla="*/ 826 h 1360"/>
              <a:gd name="T76" fmla="*/ 782 w 1308"/>
              <a:gd name="T77" fmla="*/ 114 h 1360"/>
              <a:gd name="T78" fmla="*/ 786 w 1308"/>
              <a:gd name="T79" fmla="*/ 86 h 1360"/>
              <a:gd name="T80" fmla="*/ 852 w 1308"/>
              <a:gd name="T81" fmla="*/ 89 h 1360"/>
              <a:gd name="T82" fmla="*/ 1116 w 1308"/>
              <a:gd name="T83" fmla="*/ 312 h 1360"/>
              <a:gd name="T84" fmla="*/ 1101 w 1308"/>
              <a:gd name="T85" fmla="*/ 258 h 1360"/>
              <a:gd name="T86" fmla="*/ 629 w 1308"/>
              <a:gd name="T87" fmla="*/ 1360 h 1360"/>
              <a:gd name="T88" fmla="*/ 1177 w 1308"/>
              <a:gd name="T89" fmla="*/ 531 h 1360"/>
              <a:gd name="T90" fmla="*/ 1254 w 1308"/>
              <a:gd name="T91" fmla="*/ 414 h 1360"/>
              <a:gd name="T92" fmla="*/ 1177 w 1308"/>
              <a:gd name="T93" fmla="*/ 531 h 1360"/>
              <a:gd name="T94" fmla="*/ 1236 w 1308"/>
              <a:gd name="T95" fmla="*/ 615 h 1360"/>
              <a:gd name="T96" fmla="*/ 1308 w 1308"/>
              <a:gd name="T97" fmla="*/ 687 h 1360"/>
              <a:gd name="T98" fmla="*/ 1049 w 1308"/>
              <a:gd name="T99" fmla="*/ 144 h 1360"/>
              <a:gd name="T100" fmla="*/ 948 w 1308"/>
              <a:gd name="T101" fmla="*/ 180 h 1360"/>
              <a:gd name="T102" fmla="*/ 1126 w 1308"/>
              <a:gd name="T103" fmla="*/ 1056 h 1360"/>
              <a:gd name="T104" fmla="*/ 1140 w 1308"/>
              <a:gd name="T105" fmla="*/ 1033 h 1360"/>
              <a:gd name="T106" fmla="*/ 1051 w 1308"/>
              <a:gd name="T107" fmla="*/ 1085 h 1360"/>
              <a:gd name="T108" fmla="*/ 61 w 1308"/>
              <a:gd name="T109" fmla="*/ 983 h 1360"/>
              <a:gd name="T110" fmla="*/ 125 w 1308"/>
              <a:gd name="T111" fmla="*/ 922 h 1360"/>
              <a:gd name="T112" fmla="*/ 459 w 1308"/>
              <a:gd name="T113" fmla="*/ 139 h 1360"/>
              <a:gd name="T114" fmla="*/ 365 w 1308"/>
              <a:gd name="T115" fmla="*/ 57 h 1360"/>
              <a:gd name="T116" fmla="*/ 642 w 1308"/>
              <a:gd name="T117" fmla="*/ 112 h 1360"/>
              <a:gd name="T118" fmla="*/ 564 w 1308"/>
              <a:gd name="T119" fmla="*/ 49 h 1360"/>
              <a:gd name="T120" fmla="*/ 642 w 1308"/>
              <a:gd name="T121" fmla="*/ 112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8" h="1360">
                <a:moveTo>
                  <a:pt x="695" y="425"/>
                </a:moveTo>
                <a:cubicBezTo>
                  <a:pt x="695" y="432"/>
                  <a:pt x="695" y="432"/>
                  <a:pt x="695" y="432"/>
                </a:cubicBezTo>
                <a:cubicBezTo>
                  <a:pt x="563" y="432"/>
                  <a:pt x="563" y="432"/>
                  <a:pt x="563" y="432"/>
                </a:cubicBezTo>
                <a:cubicBezTo>
                  <a:pt x="563" y="425"/>
                  <a:pt x="563" y="425"/>
                  <a:pt x="563" y="425"/>
                </a:cubicBezTo>
                <a:cubicBezTo>
                  <a:pt x="563" y="425"/>
                  <a:pt x="563" y="425"/>
                  <a:pt x="563" y="425"/>
                </a:cubicBezTo>
                <a:cubicBezTo>
                  <a:pt x="563" y="410"/>
                  <a:pt x="629" y="309"/>
                  <a:pt x="629" y="309"/>
                </a:cubicBezTo>
                <a:cubicBezTo>
                  <a:pt x="629" y="309"/>
                  <a:pt x="695" y="410"/>
                  <a:pt x="695" y="425"/>
                </a:cubicBezTo>
                <a:close/>
                <a:moveTo>
                  <a:pt x="789" y="317"/>
                </a:moveTo>
                <a:cubicBezTo>
                  <a:pt x="777" y="316"/>
                  <a:pt x="766" y="320"/>
                  <a:pt x="758" y="328"/>
                </a:cubicBezTo>
                <a:cubicBezTo>
                  <a:pt x="757" y="328"/>
                  <a:pt x="758" y="329"/>
                  <a:pt x="758" y="329"/>
                </a:cubicBezTo>
                <a:cubicBezTo>
                  <a:pt x="763" y="327"/>
                  <a:pt x="769" y="327"/>
                  <a:pt x="775" y="329"/>
                </a:cubicBezTo>
                <a:cubicBezTo>
                  <a:pt x="787" y="332"/>
                  <a:pt x="797" y="342"/>
                  <a:pt x="799" y="354"/>
                </a:cubicBezTo>
                <a:cubicBezTo>
                  <a:pt x="802" y="375"/>
                  <a:pt x="787" y="392"/>
                  <a:pt x="767" y="392"/>
                </a:cubicBezTo>
                <a:cubicBezTo>
                  <a:pt x="764" y="392"/>
                  <a:pt x="761" y="391"/>
                  <a:pt x="758" y="391"/>
                </a:cubicBezTo>
                <a:cubicBezTo>
                  <a:pt x="758" y="390"/>
                  <a:pt x="757" y="391"/>
                  <a:pt x="758" y="392"/>
                </a:cubicBezTo>
                <a:cubicBezTo>
                  <a:pt x="765" y="399"/>
                  <a:pt x="775" y="403"/>
                  <a:pt x="786" y="403"/>
                </a:cubicBezTo>
                <a:cubicBezTo>
                  <a:pt x="811" y="403"/>
                  <a:pt x="830" y="382"/>
                  <a:pt x="829" y="358"/>
                </a:cubicBezTo>
                <a:cubicBezTo>
                  <a:pt x="828" y="336"/>
                  <a:pt x="810" y="318"/>
                  <a:pt x="789" y="317"/>
                </a:cubicBezTo>
                <a:moveTo>
                  <a:pt x="698" y="556"/>
                </a:moveTo>
                <a:cubicBezTo>
                  <a:pt x="698" y="556"/>
                  <a:pt x="693" y="522"/>
                  <a:pt x="693" y="511"/>
                </a:cubicBezTo>
                <a:cubicBezTo>
                  <a:pt x="693" y="495"/>
                  <a:pt x="709" y="489"/>
                  <a:pt x="709" y="489"/>
                </a:cubicBezTo>
                <a:cubicBezTo>
                  <a:pt x="711" y="453"/>
                  <a:pt x="711" y="453"/>
                  <a:pt x="711" y="453"/>
                </a:cubicBezTo>
                <a:cubicBezTo>
                  <a:pt x="681" y="453"/>
                  <a:pt x="681" y="453"/>
                  <a:pt x="681" y="453"/>
                </a:cubicBezTo>
                <a:cubicBezTo>
                  <a:pt x="678" y="475"/>
                  <a:pt x="678" y="475"/>
                  <a:pt x="678" y="475"/>
                </a:cubicBezTo>
                <a:cubicBezTo>
                  <a:pt x="652" y="475"/>
                  <a:pt x="652" y="475"/>
                  <a:pt x="652" y="475"/>
                </a:cubicBezTo>
                <a:cubicBezTo>
                  <a:pt x="649" y="453"/>
                  <a:pt x="649" y="453"/>
                  <a:pt x="649" y="453"/>
                </a:cubicBezTo>
                <a:cubicBezTo>
                  <a:pt x="609" y="453"/>
                  <a:pt x="609" y="453"/>
                  <a:pt x="609" y="453"/>
                </a:cubicBezTo>
                <a:cubicBezTo>
                  <a:pt x="606" y="475"/>
                  <a:pt x="606" y="475"/>
                  <a:pt x="606" y="475"/>
                </a:cubicBezTo>
                <a:cubicBezTo>
                  <a:pt x="580" y="475"/>
                  <a:pt x="580" y="475"/>
                  <a:pt x="580" y="475"/>
                </a:cubicBezTo>
                <a:cubicBezTo>
                  <a:pt x="577" y="453"/>
                  <a:pt x="577" y="453"/>
                  <a:pt x="577" y="453"/>
                </a:cubicBezTo>
                <a:cubicBezTo>
                  <a:pt x="548" y="453"/>
                  <a:pt x="548" y="453"/>
                  <a:pt x="548" y="453"/>
                </a:cubicBezTo>
                <a:cubicBezTo>
                  <a:pt x="550" y="489"/>
                  <a:pt x="550" y="489"/>
                  <a:pt x="550" y="489"/>
                </a:cubicBezTo>
                <a:cubicBezTo>
                  <a:pt x="550" y="489"/>
                  <a:pt x="565" y="495"/>
                  <a:pt x="565" y="511"/>
                </a:cubicBezTo>
                <a:cubicBezTo>
                  <a:pt x="565" y="522"/>
                  <a:pt x="561" y="556"/>
                  <a:pt x="561" y="556"/>
                </a:cubicBezTo>
                <a:lnTo>
                  <a:pt x="698" y="556"/>
                </a:lnTo>
                <a:close/>
                <a:moveTo>
                  <a:pt x="454" y="521"/>
                </a:moveTo>
                <a:cubicBezTo>
                  <a:pt x="454" y="511"/>
                  <a:pt x="454" y="511"/>
                  <a:pt x="454" y="511"/>
                </a:cubicBezTo>
                <a:cubicBezTo>
                  <a:pt x="454" y="484"/>
                  <a:pt x="435" y="468"/>
                  <a:pt x="411" y="468"/>
                </a:cubicBezTo>
                <a:cubicBezTo>
                  <a:pt x="387" y="468"/>
                  <a:pt x="367" y="484"/>
                  <a:pt x="367" y="511"/>
                </a:cubicBezTo>
                <a:cubicBezTo>
                  <a:pt x="367" y="521"/>
                  <a:pt x="367" y="521"/>
                  <a:pt x="367" y="521"/>
                </a:cubicBezTo>
                <a:lnTo>
                  <a:pt x="454" y="521"/>
                </a:lnTo>
                <a:close/>
                <a:moveTo>
                  <a:pt x="719" y="577"/>
                </a:moveTo>
                <a:cubicBezTo>
                  <a:pt x="540" y="577"/>
                  <a:pt x="540" y="577"/>
                  <a:pt x="540" y="577"/>
                </a:cubicBezTo>
                <a:cubicBezTo>
                  <a:pt x="540" y="604"/>
                  <a:pt x="540" y="604"/>
                  <a:pt x="540" y="604"/>
                </a:cubicBezTo>
                <a:cubicBezTo>
                  <a:pt x="540" y="604"/>
                  <a:pt x="551" y="609"/>
                  <a:pt x="551" y="622"/>
                </a:cubicBezTo>
                <a:cubicBezTo>
                  <a:pt x="551" y="647"/>
                  <a:pt x="531" y="745"/>
                  <a:pt x="535" y="816"/>
                </a:cubicBezTo>
                <a:cubicBezTo>
                  <a:pt x="598" y="816"/>
                  <a:pt x="598" y="816"/>
                  <a:pt x="598" y="816"/>
                </a:cubicBezTo>
                <a:cubicBezTo>
                  <a:pt x="602" y="749"/>
                  <a:pt x="602" y="749"/>
                  <a:pt x="602" y="749"/>
                </a:cubicBezTo>
                <a:cubicBezTo>
                  <a:pt x="604" y="732"/>
                  <a:pt x="615" y="722"/>
                  <a:pt x="629" y="722"/>
                </a:cubicBezTo>
                <a:cubicBezTo>
                  <a:pt x="643" y="722"/>
                  <a:pt x="654" y="732"/>
                  <a:pt x="656" y="749"/>
                </a:cubicBezTo>
                <a:cubicBezTo>
                  <a:pt x="661" y="816"/>
                  <a:pt x="661" y="816"/>
                  <a:pt x="661" y="816"/>
                </a:cubicBezTo>
                <a:cubicBezTo>
                  <a:pt x="724" y="816"/>
                  <a:pt x="724" y="816"/>
                  <a:pt x="724" y="816"/>
                </a:cubicBezTo>
                <a:cubicBezTo>
                  <a:pt x="727" y="745"/>
                  <a:pt x="708" y="647"/>
                  <a:pt x="708" y="622"/>
                </a:cubicBezTo>
                <a:cubicBezTo>
                  <a:pt x="708" y="609"/>
                  <a:pt x="719" y="604"/>
                  <a:pt x="719" y="604"/>
                </a:cubicBezTo>
                <a:cubicBezTo>
                  <a:pt x="719" y="577"/>
                  <a:pt x="719" y="577"/>
                  <a:pt x="719" y="577"/>
                </a:cubicBezTo>
                <a:moveTo>
                  <a:pt x="651" y="274"/>
                </a:moveTo>
                <a:cubicBezTo>
                  <a:pt x="651" y="262"/>
                  <a:pt x="641" y="252"/>
                  <a:pt x="629" y="252"/>
                </a:cubicBezTo>
                <a:cubicBezTo>
                  <a:pt x="617" y="252"/>
                  <a:pt x="607" y="262"/>
                  <a:pt x="607" y="274"/>
                </a:cubicBezTo>
                <a:cubicBezTo>
                  <a:pt x="607" y="286"/>
                  <a:pt x="617" y="296"/>
                  <a:pt x="629" y="296"/>
                </a:cubicBezTo>
                <a:cubicBezTo>
                  <a:pt x="641" y="296"/>
                  <a:pt x="651" y="286"/>
                  <a:pt x="651" y="274"/>
                </a:cubicBezTo>
                <a:moveTo>
                  <a:pt x="453" y="626"/>
                </a:moveTo>
                <a:cubicBezTo>
                  <a:pt x="464" y="626"/>
                  <a:pt x="464" y="626"/>
                  <a:pt x="464" y="626"/>
                </a:cubicBezTo>
                <a:cubicBezTo>
                  <a:pt x="464" y="610"/>
                  <a:pt x="464" y="610"/>
                  <a:pt x="464" y="610"/>
                </a:cubicBezTo>
                <a:cubicBezTo>
                  <a:pt x="464" y="610"/>
                  <a:pt x="450" y="607"/>
                  <a:pt x="450" y="593"/>
                </a:cubicBezTo>
                <a:cubicBezTo>
                  <a:pt x="450" y="593"/>
                  <a:pt x="450" y="593"/>
                  <a:pt x="450" y="593"/>
                </a:cubicBezTo>
                <a:cubicBezTo>
                  <a:pt x="449" y="579"/>
                  <a:pt x="449" y="579"/>
                  <a:pt x="449" y="579"/>
                </a:cubicBezTo>
                <a:cubicBezTo>
                  <a:pt x="463" y="568"/>
                  <a:pt x="463" y="568"/>
                  <a:pt x="463" y="568"/>
                </a:cubicBezTo>
                <a:cubicBezTo>
                  <a:pt x="465" y="539"/>
                  <a:pt x="465" y="539"/>
                  <a:pt x="465" y="539"/>
                </a:cubicBezTo>
                <a:cubicBezTo>
                  <a:pt x="446" y="539"/>
                  <a:pt x="446" y="539"/>
                  <a:pt x="446" y="539"/>
                </a:cubicBezTo>
                <a:cubicBezTo>
                  <a:pt x="443" y="560"/>
                  <a:pt x="443" y="560"/>
                  <a:pt x="443" y="560"/>
                </a:cubicBezTo>
                <a:cubicBezTo>
                  <a:pt x="424" y="560"/>
                  <a:pt x="424" y="560"/>
                  <a:pt x="424" y="560"/>
                </a:cubicBezTo>
                <a:cubicBezTo>
                  <a:pt x="422" y="539"/>
                  <a:pt x="422" y="539"/>
                  <a:pt x="422" y="539"/>
                </a:cubicBezTo>
                <a:cubicBezTo>
                  <a:pt x="411" y="539"/>
                  <a:pt x="411" y="539"/>
                  <a:pt x="411" y="539"/>
                </a:cubicBezTo>
                <a:cubicBezTo>
                  <a:pt x="400" y="539"/>
                  <a:pt x="400" y="539"/>
                  <a:pt x="400" y="539"/>
                </a:cubicBezTo>
                <a:cubicBezTo>
                  <a:pt x="397" y="560"/>
                  <a:pt x="397" y="560"/>
                  <a:pt x="397" y="560"/>
                </a:cubicBezTo>
                <a:cubicBezTo>
                  <a:pt x="378" y="560"/>
                  <a:pt x="378" y="560"/>
                  <a:pt x="378" y="560"/>
                </a:cubicBezTo>
                <a:cubicBezTo>
                  <a:pt x="376" y="539"/>
                  <a:pt x="376" y="539"/>
                  <a:pt x="376" y="539"/>
                </a:cubicBezTo>
                <a:cubicBezTo>
                  <a:pt x="356" y="539"/>
                  <a:pt x="356" y="539"/>
                  <a:pt x="356" y="539"/>
                </a:cubicBezTo>
                <a:cubicBezTo>
                  <a:pt x="359" y="568"/>
                  <a:pt x="359" y="568"/>
                  <a:pt x="359" y="568"/>
                </a:cubicBezTo>
                <a:cubicBezTo>
                  <a:pt x="372" y="579"/>
                  <a:pt x="372" y="579"/>
                  <a:pt x="372" y="579"/>
                </a:cubicBezTo>
                <a:cubicBezTo>
                  <a:pt x="371" y="593"/>
                  <a:pt x="371" y="593"/>
                  <a:pt x="371" y="593"/>
                </a:cubicBezTo>
                <a:cubicBezTo>
                  <a:pt x="371" y="593"/>
                  <a:pt x="371" y="593"/>
                  <a:pt x="371" y="593"/>
                </a:cubicBezTo>
                <a:cubicBezTo>
                  <a:pt x="371" y="607"/>
                  <a:pt x="358" y="610"/>
                  <a:pt x="358" y="610"/>
                </a:cubicBezTo>
                <a:cubicBezTo>
                  <a:pt x="358" y="626"/>
                  <a:pt x="358" y="626"/>
                  <a:pt x="358" y="626"/>
                </a:cubicBezTo>
                <a:cubicBezTo>
                  <a:pt x="368" y="626"/>
                  <a:pt x="368" y="626"/>
                  <a:pt x="368" y="626"/>
                </a:cubicBezTo>
                <a:cubicBezTo>
                  <a:pt x="368" y="680"/>
                  <a:pt x="341" y="758"/>
                  <a:pt x="341" y="816"/>
                </a:cubicBezTo>
                <a:cubicBezTo>
                  <a:pt x="411" y="816"/>
                  <a:pt x="411" y="816"/>
                  <a:pt x="411" y="816"/>
                </a:cubicBezTo>
                <a:cubicBezTo>
                  <a:pt x="481" y="816"/>
                  <a:pt x="481" y="816"/>
                  <a:pt x="481" y="816"/>
                </a:cubicBezTo>
                <a:cubicBezTo>
                  <a:pt x="481" y="758"/>
                  <a:pt x="454" y="680"/>
                  <a:pt x="453" y="626"/>
                </a:cubicBezTo>
                <a:close/>
                <a:moveTo>
                  <a:pt x="891" y="521"/>
                </a:moveTo>
                <a:cubicBezTo>
                  <a:pt x="891" y="511"/>
                  <a:pt x="891" y="511"/>
                  <a:pt x="891" y="511"/>
                </a:cubicBezTo>
                <a:cubicBezTo>
                  <a:pt x="891" y="484"/>
                  <a:pt x="872" y="468"/>
                  <a:pt x="848" y="468"/>
                </a:cubicBezTo>
                <a:cubicBezTo>
                  <a:pt x="824" y="468"/>
                  <a:pt x="804" y="484"/>
                  <a:pt x="804" y="511"/>
                </a:cubicBezTo>
                <a:cubicBezTo>
                  <a:pt x="804" y="521"/>
                  <a:pt x="804" y="521"/>
                  <a:pt x="804" y="521"/>
                </a:cubicBezTo>
                <a:lnTo>
                  <a:pt x="891" y="521"/>
                </a:lnTo>
                <a:close/>
                <a:moveTo>
                  <a:pt x="890" y="626"/>
                </a:moveTo>
                <a:cubicBezTo>
                  <a:pt x="901" y="626"/>
                  <a:pt x="901" y="626"/>
                  <a:pt x="901" y="626"/>
                </a:cubicBezTo>
                <a:cubicBezTo>
                  <a:pt x="901" y="610"/>
                  <a:pt x="901" y="610"/>
                  <a:pt x="901" y="610"/>
                </a:cubicBezTo>
                <a:cubicBezTo>
                  <a:pt x="901" y="610"/>
                  <a:pt x="887" y="607"/>
                  <a:pt x="887" y="593"/>
                </a:cubicBezTo>
                <a:cubicBezTo>
                  <a:pt x="887" y="593"/>
                  <a:pt x="887" y="593"/>
                  <a:pt x="887" y="593"/>
                </a:cubicBezTo>
                <a:cubicBezTo>
                  <a:pt x="886" y="579"/>
                  <a:pt x="886" y="579"/>
                  <a:pt x="886" y="579"/>
                </a:cubicBezTo>
                <a:cubicBezTo>
                  <a:pt x="900" y="568"/>
                  <a:pt x="900" y="568"/>
                  <a:pt x="900" y="568"/>
                </a:cubicBezTo>
                <a:cubicBezTo>
                  <a:pt x="902" y="539"/>
                  <a:pt x="902" y="539"/>
                  <a:pt x="902" y="539"/>
                </a:cubicBezTo>
                <a:cubicBezTo>
                  <a:pt x="883" y="539"/>
                  <a:pt x="883" y="539"/>
                  <a:pt x="883" y="539"/>
                </a:cubicBezTo>
                <a:cubicBezTo>
                  <a:pt x="880" y="560"/>
                  <a:pt x="880" y="560"/>
                  <a:pt x="880" y="560"/>
                </a:cubicBezTo>
                <a:cubicBezTo>
                  <a:pt x="861" y="560"/>
                  <a:pt x="861" y="560"/>
                  <a:pt x="861" y="560"/>
                </a:cubicBezTo>
                <a:cubicBezTo>
                  <a:pt x="859" y="539"/>
                  <a:pt x="859" y="539"/>
                  <a:pt x="859" y="539"/>
                </a:cubicBezTo>
                <a:cubicBezTo>
                  <a:pt x="848" y="539"/>
                  <a:pt x="848" y="539"/>
                  <a:pt x="848" y="539"/>
                </a:cubicBezTo>
                <a:cubicBezTo>
                  <a:pt x="837" y="539"/>
                  <a:pt x="837" y="539"/>
                  <a:pt x="837" y="539"/>
                </a:cubicBezTo>
                <a:cubicBezTo>
                  <a:pt x="834" y="560"/>
                  <a:pt x="834" y="560"/>
                  <a:pt x="834" y="560"/>
                </a:cubicBezTo>
                <a:cubicBezTo>
                  <a:pt x="815" y="560"/>
                  <a:pt x="815" y="560"/>
                  <a:pt x="815" y="560"/>
                </a:cubicBezTo>
                <a:cubicBezTo>
                  <a:pt x="813" y="539"/>
                  <a:pt x="813" y="539"/>
                  <a:pt x="813" y="539"/>
                </a:cubicBezTo>
                <a:cubicBezTo>
                  <a:pt x="793" y="539"/>
                  <a:pt x="793" y="539"/>
                  <a:pt x="793" y="539"/>
                </a:cubicBezTo>
                <a:cubicBezTo>
                  <a:pt x="796" y="568"/>
                  <a:pt x="796" y="568"/>
                  <a:pt x="796" y="568"/>
                </a:cubicBezTo>
                <a:cubicBezTo>
                  <a:pt x="809" y="579"/>
                  <a:pt x="809" y="579"/>
                  <a:pt x="809" y="579"/>
                </a:cubicBezTo>
                <a:cubicBezTo>
                  <a:pt x="808" y="593"/>
                  <a:pt x="808" y="593"/>
                  <a:pt x="808" y="593"/>
                </a:cubicBezTo>
                <a:cubicBezTo>
                  <a:pt x="808" y="593"/>
                  <a:pt x="808" y="593"/>
                  <a:pt x="808" y="593"/>
                </a:cubicBezTo>
                <a:cubicBezTo>
                  <a:pt x="808" y="607"/>
                  <a:pt x="794" y="610"/>
                  <a:pt x="794" y="610"/>
                </a:cubicBezTo>
                <a:cubicBezTo>
                  <a:pt x="794" y="626"/>
                  <a:pt x="794" y="626"/>
                  <a:pt x="794" y="626"/>
                </a:cubicBezTo>
                <a:cubicBezTo>
                  <a:pt x="805" y="626"/>
                  <a:pt x="805" y="626"/>
                  <a:pt x="805" y="626"/>
                </a:cubicBezTo>
                <a:cubicBezTo>
                  <a:pt x="805" y="680"/>
                  <a:pt x="778" y="758"/>
                  <a:pt x="778" y="816"/>
                </a:cubicBezTo>
                <a:cubicBezTo>
                  <a:pt x="848" y="816"/>
                  <a:pt x="848" y="816"/>
                  <a:pt x="848" y="816"/>
                </a:cubicBezTo>
                <a:cubicBezTo>
                  <a:pt x="918" y="816"/>
                  <a:pt x="918" y="816"/>
                  <a:pt x="918" y="816"/>
                </a:cubicBezTo>
                <a:cubicBezTo>
                  <a:pt x="918" y="758"/>
                  <a:pt x="891" y="680"/>
                  <a:pt x="890" y="626"/>
                </a:cubicBezTo>
                <a:close/>
                <a:moveTo>
                  <a:pt x="457" y="342"/>
                </a:moveTo>
                <a:cubicBezTo>
                  <a:pt x="423" y="334"/>
                  <a:pt x="423" y="334"/>
                  <a:pt x="423" y="334"/>
                </a:cubicBezTo>
                <a:cubicBezTo>
                  <a:pt x="446" y="360"/>
                  <a:pt x="446" y="360"/>
                  <a:pt x="446" y="360"/>
                </a:cubicBezTo>
                <a:cubicBezTo>
                  <a:pt x="423" y="385"/>
                  <a:pt x="423" y="385"/>
                  <a:pt x="423" y="385"/>
                </a:cubicBezTo>
                <a:cubicBezTo>
                  <a:pt x="457" y="378"/>
                  <a:pt x="457" y="378"/>
                  <a:pt x="457" y="378"/>
                </a:cubicBezTo>
                <a:cubicBezTo>
                  <a:pt x="467" y="411"/>
                  <a:pt x="467" y="411"/>
                  <a:pt x="467" y="411"/>
                </a:cubicBezTo>
                <a:cubicBezTo>
                  <a:pt x="478" y="378"/>
                  <a:pt x="478" y="378"/>
                  <a:pt x="478" y="378"/>
                </a:cubicBezTo>
                <a:cubicBezTo>
                  <a:pt x="512" y="385"/>
                  <a:pt x="512" y="385"/>
                  <a:pt x="512" y="385"/>
                </a:cubicBezTo>
                <a:cubicBezTo>
                  <a:pt x="488" y="360"/>
                  <a:pt x="488" y="360"/>
                  <a:pt x="488" y="360"/>
                </a:cubicBezTo>
                <a:cubicBezTo>
                  <a:pt x="512" y="334"/>
                  <a:pt x="512" y="334"/>
                  <a:pt x="512" y="334"/>
                </a:cubicBezTo>
                <a:cubicBezTo>
                  <a:pt x="478" y="342"/>
                  <a:pt x="478" y="342"/>
                  <a:pt x="478" y="342"/>
                </a:cubicBezTo>
                <a:cubicBezTo>
                  <a:pt x="467" y="308"/>
                  <a:pt x="467" y="308"/>
                  <a:pt x="467" y="308"/>
                </a:cubicBezTo>
                <a:lnTo>
                  <a:pt x="457" y="342"/>
                </a:lnTo>
                <a:close/>
                <a:moveTo>
                  <a:pt x="929" y="843"/>
                </a:moveTo>
                <a:cubicBezTo>
                  <a:pt x="886" y="843"/>
                  <a:pt x="863" y="860"/>
                  <a:pt x="843" y="871"/>
                </a:cubicBezTo>
                <a:cubicBezTo>
                  <a:pt x="826" y="880"/>
                  <a:pt x="811" y="890"/>
                  <a:pt x="779" y="890"/>
                </a:cubicBezTo>
                <a:cubicBezTo>
                  <a:pt x="747" y="890"/>
                  <a:pt x="731" y="880"/>
                  <a:pt x="714" y="871"/>
                </a:cubicBezTo>
                <a:cubicBezTo>
                  <a:pt x="694" y="860"/>
                  <a:pt x="672" y="847"/>
                  <a:pt x="629" y="847"/>
                </a:cubicBezTo>
                <a:cubicBezTo>
                  <a:pt x="587" y="847"/>
                  <a:pt x="564" y="860"/>
                  <a:pt x="545" y="871"/>
                </a:cubicBezTo>
                <a:cubicBezTo>
                  <a:pt x="527" y="880"/>
                  <a:pt x="512" y="890"/>
                  <a:pt x="480" y="890"/>
                </a:cubicBezTo>
                <a:cubicBezTo>
                  <a:pt x="448" y="890"/>
                  <a:pt x="433" y="880"/>
                  <a:pt x="415" y="871"/>
                </a:cubicBezTo>
                <a:cubicBezTo>
                  <a:pt x="395" y="860"/>
                  <a:pt x="373" y="843"/>
                  <a:pt x="330" y="843"/>
                </a:cubicBezTo>
                <a:cubicBezTo>
                  <a:pt x="303" y="843"/>
                  <a:pt x="271" y="852"/>
                  <a:pt x="271" y="852"/>
                </a:cubicBezTo>
                <a:cubicBezTo>
                  <a:pt x="294" y="892"/>
                  <a:pt x="294" y="892"/>
                  <a:pt x="294" y="892"/>
                </a:cubicBezTo>
                <a:cubicBezTo>
                  <a:pt x="294" y="892"/>
                  <a:pt x="313" y="889"/>
                  <a:pt x="330" y="889"/>
                </a:cubicBezTo>
                <a:cubicBezTo>
                  <a:pt x="362" y="889"/>
                  <a:pt x="379" y="898"/>
                  <a:pt x="397" y="908"/>
                </a:cubicBezTo>
                <a:cubicBezTo>
                  <a:pt x="417" y="919"/>
                  <a:pt x="433" y="934"/>
                  <a:pt x="476" y="934"/>
                </a:cubicBezTo>
                <a:cubicBezTo>
                  <a:pt x="519" y="934"/>
                  <a:pt x="542" y="920"/>
                  <a:pt x="562" y="909"/>
                </a:cubicBezTo>
                <a:cubicBezTo>
                  <a:pt x="580" y="899"/>
                  <a:pt x="598" y="891"/>
                  <a:pt x="629" y="891"/>
                </a:cubicBezTo>
                <a:cubicBezTo>
                  <a:pt x="661" y="891"/>
                  <a:pt x="679" y="899"/>
                  <a:pt x="696" y="909"/>
                </a:cubicBezTo>
                <a:cubicBezTo>
                  <a:pt x="716" y="920"/>
                  <a:pt x="740" y="934"/>
                  <a:pt x="782" y="934"/>
                </a:cubicBezTo>
                <a:cubicBezTo>
                  <a:pt x="825" y="934"/>
                  <a:pt x="842" y="919"/>
                  <a:pt x="862" y="908"/>
                </a:cubicBezTo>
                <a:cubicBezTo>
                  <a:pt x="879" y="898"/>
                  <a:pt x="897" y="889"/>
                  <a:pt x="929" y="889"/>
                </a:cubicBezTo>
                <a:cubicBezTo>
                  <a:pt x="945" y="889"/>
                  <a:pt x="965" y="892"/>
                  <a:pt x="965" y="892"/>
                </a:cubicBezTo>
                <a:cubicBezTo>
                  <a:pt x="988" y="852"/>
                  <a:pt x="988" y="852"/>
                  <a:pt x="988" y="852"/>
                </a:cubicBezTo>
                <a:cubicBezTo>
                  <a:pt x="988" y="852"/>
                  <a:pt x="956" y="843"/>
                  <a:pt x="929" y="843"/>
                </a:cubicBezTo>
                <a:close/>
                <a:moveTo>
                  <a:pt x="842" y="962"/>
                </a:moveTo>
                <a:cubicBezTo>
                  <a:pt x="825" y="972"/>
                  <a:pt x="808" y="978"/>
                  <a:pt x="777" y="978"/>
                </a:cubicBezTo>
                <a:cubicBezTo>
                  <a:pt x="745" y="978"/>
                  <a:pt x="728" y="971"/>
                  <a:pt x="711" y="961"/>
                </a:cubicBezTo>
                <a:cubicBezTo>
                  <a:pt x="692" y="951"/>
                  <a:pt x="670" y="937"/>
                  <a:pt x="629" y="937"/>
                </a:cubicBezTo>
                <a:cubicBezTo>
                  <a:pt x="588" y="937"/>
                  <a:pt x="566" y="951"/>
                  <a:pt x="547" y="961"/>
                </a:cubicBezTo>
                <a:cubicBezTo>
                  <a:pt x="530" y="971"/>
                  <a:pt x="513" y="978"/>
                  <a:pt x="482" y="978"/>
                </a:cubicBezTo>
                <a:cubicBezTo>
                  <a:pt x="451" y="978"/>
                  <a:pt x="433" y="972"/>
                  <a:pt x="416" y="962"/>
                </a:cubicBezTo>
                <a:cubicBezTo>
                  <a:pt x="397" y="952"/>
                  <a:pt x="371" y="934"/>
                  <a:pt x="328" y="939"/>
                </a:cubicBezTo>
                <a:cubicBezTo>
                  <a:pt x="393" y="1023"/>
                  <a:pt x="483" y="1022"/>
                  <a:pt x="483" y="1022"/>
                </a:cubicBezTo>
                <a:cubicBezTo>
                  <a:pt x="523" y="1022"/>
                  <a:pt x="545" y="1013"/>
                  <a:pt x="564" y="1003"/>
                </a:cubicBezTo>
                <a:cubicBezTo>
                  <a:pt x="581" y="993"/>
                  <a:pt x="599" y="982"/>
                  <a:pt x="629" y="982"/>
                </a:cubicBezTo>
                <a:cubicBezTo>
                  <a:pt x="660" y="982"/>
                  <a:pt x="677" y="993"/>
                  <a:pt x="694" y="1003"/>
                </a:cubicBezTo>
                <a:cubicBezTo>
                  <a:pt x="714" y="1013"/>
                  <a:pt x="736" y="1022"/>
                  <a:pt x="776" y="1022"/>
                </a:cubicBezTo>
                <a:cubicBezTo>
                  <a:pt x="776" y="1022"/>
                  <a:pt x="865" y="1023"/>
                  <a:pt x="931" y="939"/>
                </a:cubicBezTo>
                <a:cubicBezTo>
                  <a:pt x="887" y="934"/>
                  <a:pt x="862" y="952"/>
                  <a:pt x="842" y="962"/>
                </a:cubicBezTo>
                <a:close/>
                <a:moveTo>
                  <a:pt x="629" y="1029"/>
                </a:moveTo>
                <a:cubicBezTo>
                  <a:pt x="588" y="1029"/>
                  <a:pt x="570" y="1060"/>
                  <a:pt x="516" y="1060"/>
                </a:cubicBezTo>
                <a:cubicBezTo>
                  <a:pt x="537" y="1067"/>
                  <a:pt x="582" y="1077"/>
                  <a:pt x="629" y="1077"/>
                </a:cubicBezTo>
                <a:cubicBezTo>
                  <a:pt x="676" y="1077"/>
                  <a:pt x="722" y="1067"/>
                  <a:pt x="743" y="1060"/>
                </a:cubicBezTo>
                <a:cubicBezTo>
                  <a:pt x="688" y="1060"/>
                  <a:pt x="671" y="1029"/>
                  <a:pt x="629" y="1029"/>
                </a:cubicBezTo>
                <a:close/>
                <a:moveTo>
                  <a:pt x="172" y="1012"/>
                </a:moveTo>
                <a:cubicBezTo>
                  <a:pt x="189" y="1033"/>
                  <a:pt x="189" y="1033"/>
                  <a:pt x="189" y="1033"/>
                </a:cubicBezTo>
                <a:cubicBezTo>
                  <a:pt x="100" y="1101"/>
                  <a:pt x="100" y="1101"/>
                  <a:pt x="100" y="1101"/>
                </a:cubicBezTo>
                <a:cubicBezTo>
                  <a:pt x="83" y="1080"/>
                  <a:pt x="83" y="1080"/>
                  <a:pt x="83" y="1080"/>
                </a:cubicBezTo>
                <a:lnTo>
                  <a:pt x="172" y="1012"/>
                </a:lnTo>
                <a:close/>
                <a:moveTo>
                  <a:pt x="238" y="1117"/>
                </a:moveTo>
                <a:cubicBezTo>
                  <a:pt x="212" y="1095"/>
                  <a:pt x="212" y="1095"/>
                  <a:pt x="212" y="1095"/>
                </a:cubicBezTo>
                <a:cubicBezTo>
                  <a:pt x="227" y="1078"/>
                  <a:pt x="227" y="1078"/>
                  <a:pt x="227" y="1078"/>
                </a:cubicBezTo>
                <a:cubicBezTo>
                  <a:pt x="298" y="1139"/>
                  <a:pt x="298" y="1139"/>
                  <a:pt x="298" y="1139"/>
                </a:cubicBezTo>
                <a:cubicBezTo>
                  <a:pt x="283" y="1156"/>
                  <a:pt x="283" y="1156"/>
                  <a:pt x="283" y="1156"/>
                </a:cubicBezTo>
                <a:cubicBezTo>
                  <a:pt x="258" y="1134"/>
                  <a:pt x="258" y="1134"/>
                  <a:pt x="258" y="1134"/>
                </a:cubicBezTo>
                <a:cubicBezTo>
                  <a:pt x="200" y="1203"/>
                  <a:pt x="200" y="1203"/>
                  <a:pt x="200" y="1203"/>
                </a:cubicBezTo>
                <a:cubicBezTo>
                  <a:pt x="179" y="1185"/>
                  <a:pt x="179" y="1185"/>
                  <a:pt x="179" y="1185"/>
                </a:cubicBezTo>
                <a:lnTo>
                  <a:pt x="238" y="1117"/>
                </a:lnTo>
                <a:close/>
                <a:moveTo>
                  <a:pt x="345" y="1243"/>
                </a:moveTo>
                <a:cubicBezTo>
                  <a:pt x="332" y="1162"/>
                  <a:pt x="332" y="1162"/>
                  <a:pt x="332" y="1162"/>
                </a:cubicBezTo>
                <a:cubicBezTo>
                  <a:pt x="360" y="1178"/>
                  <a:pt x="360" y="1178"/>
                  <a:pt x="360" y="1178"/>
                </a:cubicBezTo>
                <a:cubicBezTo>
                  <a:pt x="367" y="1228"/>
                  <a:pt x="367" y="1228"/>
                  <a:pt x="367" y="1228"/>
                </a:cubicBezTo>
                <a:cubicBezTo>
                  <a:pt x="411" y="1202"/>
                  <a:pt x="411" y="1202"/>
                  <a:pt x="411" y="1202"/>
                </a:cubicBezTo>
                <a:cubicBezTo>
                  <a:pt x="441" y="1213"/>
                  <a:pt x="441" y="1213"/>
                  <a:pt x="441" y="1213"/>
                </a:cubicBezTo>
                <a:cubicBezTo>
                  <a:pt x="370" y="1254"/>
                  <a:pt x="370" y="1254"/>
                  <a:pt x="370" y="1254"/>
                </a:cubicBezTo>
                <a:cubicBezTo>
                  <a:pt x="350" y="1296"/>
                  <a:pt x="350" y="1296"/>
                  <a:pt x="350" y="1296"/>
                </a:cubicBezTo>
                <a:cubicBezTo>
                  <a:pt x="326" y="1285"/>
                  <a:pt x="326" y="1285"/>
                  <a:pt x="326" y="1285"/>
                </a:cubicBezTo>
                <a:lnTo>
                  <a:pt x="345" y="1243"/>
                </a:lnTo>
                <a:close/>
                <a:moveTo>
                  <a:pt x="756" y="1230"/>
                </a:moveTo>
                <a:cubicBezTo>
                  <a:pt x="838" y="1206"/>
                  <a:pt x="838" y="1206"/>
                  <a:pt x="838" y="1206"/>
                </a:cubicBezTo>
                <a:cubicBezTo>
                  <a:pt x="844" y="1227"/>
                  <a:pt x="844" y="1227"/>
                  <a:pt x="844" y="1227"/>
                </a:cubicBezTo>
                <a:cubicBezTo>
                  <a:pt x="788" y="1244"/>
                  <a:pt x="788" y="1244"/>
                  <a:pt x="788" y="1244"/>
                </a:cubicBezTo>
                <a:cubicBezTo>
                  <a:pt x="795" y="1265"/>
                  <a:pt x="795" y="1265"/>
                  <a:pt x="795" y="1265"/>
                </a:cubicBezTo>
                <a:cubicBezTo>
                  <a:pt x="841" y="1251"/>
                  <a:pt x="841" y="1251"/>
                  <a:pt x="841" y="1251"/>
                </a:cubicBezTo>
                <a:cubicBezTo>
                  <a:pt x="847" y="1273"/>
                  <a:pt x="847" y="1273"/>
                  <a:pt x="847" y="1273"/>
                </a:cubicBezTo>
                <a:cubicBezTo>
                  <a:pt x="801" y="1286"/>
                  <a:pt x="801" y="1286"/>
                  <a:pt x="801" y="1286"/>
                </a:cubicBezTo>
                <a:cubicBezTo>
                  <a:pt x="814" y="1330"/>
                  <a:pt x="814" y="1330"/>
                  <a:pt x="814" y="1330"/>
                </a:cubicBezTo>
                <a:cubicBezTo>
                  <a:pt x="788" y="1338"/>
                  <a:pt x="788" y="1338"/>
                  <a:pt x="788" y="1338"/>
                </a:cubicBezTo>
                <a:lnTo>
                  <a:pt x="756" y="1230"/>
                </a:lnTo>
                <a:close/>
                <a:moveTo>
                  <a:pt x="1167" y="856"/>
                </a:moveTo>
                <a:cubicBezTo>
                  <a:pt x="1179" y="807"/>
                  <a:pt x="1179" y="807"/>
                  <a:pt x="1179" y="807"/>
                </a:cubicBezTo>
                <a:cubicBezTo>
                  <a:pt x="1187" y="778"/>
                  <a:pt x="1205" y="768"/>
                  <a:pt x="1226" y="773"/>
                </a:cubicBezTo>
                <a:cubicBezTo>
                  <a:pt x="1250" y="779"/>
                  <a:pt x="1262" y="799"/>
                  <a:pt x="1255" y="830"/>
                </a:cubicBezTo>
                <a:cubicBezTo>
                  <a:pt x="1253" y="836"/>
                  <a:pt x="1250" y="843"/>
                  <a:pt x="1247" y="848"/>
                </a:cubicBezTo>
                <a:cubicBezTo>
                  <a:pt x="1283" y="857"/>
                  <a:pt x="1283" y="857"/>
                  <a:pt x="1283" y="857"/>
                </a:cubicBezTo>
                <a:cubicBezTo>
                  <a:pt x="1276" y="883"/>
                  <a:pt x="1276" y="883"/>
                  <a:pt x="1276" y="883"/>
                </a:cubicBezTo>
                <a:lnTo>
                  <a:pt x="1167" y="856"/>
                </a:lnTo>
                <a:close/>
                <a:moveTo>
                  <a:pt x="1221" y="800"/>
                </a:moveTo>
                <a:cubicBezTo>
                  <a:pt x="1212" y="798"/>
                  <a:pt x="1204" y="802"/>
                  <a:pt x="1201" y="814"/>
                </a:cubicBezTo>
                <a:cubicBezTo>
                  <a:pt x="1196" y="835"/>
                  <a:pt x="1196" y="835"/>
                  <a:pt x="1196" y="835"/>
                </a:cubicBezTo>
                <a:cubicBezTo>
                  <a:pt x="1226" y="843"/>
                  <a:pt x="1226" y="843"/>
                  <a:pt x="1226" y="843"/>
                </a:cubicBezTo>
                <a:cubicBezTo>
                  <a:pt x="1229" y="838"/>
                  <a:pt x="1232" y="831"/>
                  <a:pt x="1233" y="826"/>
                </a:cubicBezTo>
                <a:cubicBezTo>
                  <a:pt x="1237" y="812"/>
                  <a:pt x="1232" y="803"/>
                  <a:pt x="1221" y="800"/>
                </a:cubicBezTo>
                <a:close/>
                <a:moveTo>
                  <a:pt x="852" y="89"/>
                </a:moveTo>
                <a:cubicBezTo>
                  <a:pt x="845" y="124"/>
                  <a:pt x="813" y="144"/>
                  <a:pt x="778" y="137"/>
                </a:cubicBezTo>
                <a:cubicBezTo>
                  <a:pt x="759" y="134"/>
                  <a:pt x="743" y="124"/>
                  <a:pt x="735" y="108"/>
                </a:cubicBezTo>
                <a:cubicBezTo>
                  <a:pt x="757" y="96"/>
                  <a:pt x="757" y="96"/>
                  <a:pt x="757" y="96"/>
                </a:cubicBezTo>
                <a:cubicBezTo>
                  <a:pt x="761" y="104"/>
                  <a:pt x="771" y="112"/>
                  <a:pt x="782" y="114"/>
                </a:cubicBezTo>
                <a:cubicBezTo>
                  <a:pt x="804" y="119"/>
                  <a:pt x="822" y="106"/>
                  <a:pt x="826" y="85"/>
                </a:cubicBezTo>
                <a:cubicBezTo>
                  <a:pt x="830" y="61"/>
                  <a:pt x="818" y="44"/>
                  <a:pt x="797" y="40"/>
                </a:cubicBezTo>
                <a:cubicBezTo>
                  <a:pt x="785" y="38"/>
                  <a:pt x="773" y="42"/>
                  <a:pt x="766" y="46"/>
                </a:cubicBezTo>
                <a:cubicBezTo>
                  <a:pt x="763" y="60"/>
                  <a:pt x="763" y="60"/>
                  <a:pt x="763" y="60"/>
                </a:cubicBezTo>
                <a:cubicBezTo>
                  <a:pt x="790" y="65"/>
                  <a:pt x="790" y="65"/>
                  <a:pt x="790" y="65"/>
                </a:cubicBezTo>
                <a:cubicBezTo>
                  <a:pt x="786" y="86"/>
                  <a:pt x="786" y="86"/>
                  <a:pt x="786" y="86"/>
                </a:cubicBezTo>
                <a:cubicBezTo>
                  <a:pt x="734" y="76"/>
                  <a:pt x="734" y="76"/>
                  <a:pt x="734" y="76"/>
                </a:cubicBezTo>
                <a:cubicBezTo>
                  <a:pt x="747" y="9"/>
                  <a:pt x="747" y="9"/>
                  <a:pt x="747" y="9"/>
                </a:cubicBezTo>
                <a:cubicBezTo>
                  <a:pt x="769" y="13"/>
                  <a:pt x="769" y="13"/>
                  <a:pt x="769" y="13"/>
                </a:cubicBezTo>
                <a:cubicBezTo>
                  <a:pt x="767" y="24"/>
                  <a:pt x="767" y="24"/>
                  <a:pt x="767" y="24"/>
                </a:cubicBezTo>
                <a:cubicBezTo>
                  <a:pt x="777" y="18"/>
                  <a:pt x="792" y="16"/>
                  <a:pt x="805" y="19"/>
                </a:cubicBezTo>
                <a:cubicBezTo>
                  <a:pt x="837" y="25"/>
                  <a:pt x="858" y="55"/>
                  <a:pt x="852" y="89"/>
                </a:cubicBezTo>
                <a:close/>
                <a:moveTo>
                  <a:pt x="1137" y="228"/>
                </a:moveTo>
                <a:cubicBezTo>
                  <a:pt x="1119" y="207"/>
                  <a:pt x="1119" y="207"/>
                  <a:pt x="1119" y="207"/>
                </a:cubicBezTo>
                <a:cubicBezTo>
                  <a:pt x="1034" y="280"/>
                  <a:pt x="1034" y="280"/>
                  <a:pt x="1034" y="280"/>
                </a:cubicBezTo>
                <a:cubicBezTo>
                  <a:pt x="1050" y="301"/>
                  <a:pt x="1050" y="301"/>
                  <a:pt x="1050" y="301"/>
                </a:cubicBezTo>
                <a:cubicBezTo>
                  <a:pt x="1084" y="273"/>
                  <a:pt x="1084" y="273"/>
                  <a:pt x="1084" y="273"/>
                </a:cubicBezTo>
                <a:cubicBezTo>
                  <a:pt x="1116" y="312"/>
                  <a:pt x="1116" y="312"/>
                  <a:pt x="1116" y="312"/>
                </a:cubicBezTo>
                <a:cubicBezTo>
                  <a:pt x="1082" y="339"/>
                  <a:pt x="1082" y="339"/>
                  <a:pt x="1082" y="339"/>
                </a:cubicBezTo>
                <a:cubicBezTo>
                  <a:pt x="1099" y="360"/>
                  <a:pt x="1099" y="360"/>
                  <a:pt x="1099" y="360"/>
                </a:cubicBezTo>
                <a:cubicBezTo>
                  <a:pt x="1187" y="290"/>
                  <a:pt x="1187" y="290"/>
                  <a:pt x="1187" y="290"/>
                </a:cubicBezTo>
                <a:cubicBezTo>
                  <a:pt x="1170" y="269"/>
                  <a:pt x="1170" y="269"/>
                  <a:pt x="1170" y="269"/>
                </a:cubicBezTo>
                <a:cubicBezTo>
                  <a:pt x="1133" y="298"/>
                  <a:pt x="1133" y="298"/>
                  <a:pt x="1133" y="298"/>
                </a:cubicBezTo>
                <a:cubicBezTo>
                  <a:pt x="1101" y="258"/>
                  <a:pt x="1101" y="258"/>
                  <a:pt x="1101" y="258"/>
                </a:cubicBezTo>
                <a:lnTo>
                  <a:pt x="1137" y="228"/>
                </a:lnTo>
                <a:close/>
                <a:moveTo>
                  <a:pt x="629" y="1360"/>
                </a:moveTo>
                <a:cubicBezTo>
                  <a:pt x="663" y="1360"/>
                  <a:pt x="692" y="1335"/>
                  <a:pt x="692" y="1299"/>
                </a:cubicBezTo>
                <a:cubicBezTo>
                  <a:pt x="692" y="1264"/>
                  <a:pt x="663" y="1239"/>
                  <a:pt x="629" y="1239"/>
                </a:cubicBezTo>
                <a:cubicBezTo>
                  <a:pt x="595" y="1239"/>
                  <a:pt x="567" y="1264"/>
                  <a:pt x="567" y="1299"/>
                </a:cubicBezTo>
                <a:cubicBezTo>
                  <a:pt x="567" y="1335"/>
                  <a:pt x="595" y="1360"/>
                  <a:pt x="629" y="1360"/>
                </a:cubicBezTo>
                <a:close/>
                <a:moveTo>
                  <a:pt x="593" y="1299"/>
                </a:moveTo>
                <a:cubicBezTo>
                  <a:pt x="593" y="1279"/>
                  <a:pt x="610" y="1263"/>
                  <a:pt x="629" y="1263"/>
                </a:cubicBezTo>
                <a:cubicBezTo>
                  <a:pt x="649" y="1263"/>
                  <a:pt x="665" y="1279"/>
                  <a:pt x="665" y="1299"/>
                </a:cubicBezTo>
                <a:cubicBezTo>
                  <a:pt x="665" y="1320"/>
                  <a:pt x="649" y="1336"/>
                  <a:pt x="629" y="1336"/>
                </a:cubicBezTo>
                <a:cubicBezTo>
                  <a:pt x="610" y="1336"/>
                  <a:pt x="593" y="1320"/>
                  <a:pt x="593" y="1299"/>
                </a:cubicBezTo>
                <a:close/>
                <a:moveTo>
                  <a:pt x="1177" y="531"/>
                </a:moveTo>
                <a:cubicBezTo>
                  <a:pt x="1169" y="508"/>
                  <a:pt x="1169" y="508"/>
                  <a:pt x="1169" y="508"/>
                </a:cubicBezTo>
                <a:cubicBezTo>
                  <a:pt x="1213" y="430"/>
                  <a:pt x="1213" y="430"/>
                  <a:pt x="1213" y="430"/>
                </a:cubicBezTo>
                <a:cubicBezTo>
                  <a:pt x="1149" y="455"/>
                  <a:pt x="1149" y="455"/>
                  <a:pt x="1149" y="455"/>
                </a:cubicBezTo>
                <a:cubicBezTo>
                  <a:pt x="1140" y="431"/>
                  <a:pt x="1140" y="431"/>
                  <a:pt x="1140" y="431"/>
                </a:cubicBezTo>
                <a:cubicBezTo>
                  <a:pt x="1245" y="390"/>
                  <a:pt x="1245" y="390"/>
                  <a:pt x="1245" y="390"/>
                </a:cubicBezTo>
                <a:cubicBezTo>
                  <a:pt x="1254" y="414"/>
                  <a:pt x="1254" y="414"/>
                  <a:pt x="1254" y="414"/>
                </a:cubicBezTo>
                <a:cubicBezTo>
                  <a:pt x="1251" y="415"/>
                  <a:pt x="1251" y="415"/>
                  <a:pt x="1251" y="415"/>
                </a:cubicBezTo>
                <a:cubicBezTo>
                  <a:pt x="1248" y="417"/>
                  <a:pt x="1243" y="421"/>
                  <a:pt x="1241" y="426"/>
                </a:cubicBezTo>
                <a:cubicBezTo>
                  <a:pt x="1202" y="495"/>
                  <a:pt x="1202" y="495"/>
                  <a:pt x="1202" y="495"/>
                </a:cubicBezTo>
                <a:cubicBezTo>
                  <a:pt x="1274" y="469"/>
                  <a:pt x="1274" y="469"/>
                  <a:pt x="1274" y="469"/>
                </a:cubicBezTo>
                <a:cubicBezTo>
                  <a:pt x="1283" y="493"/>
                  <a:pt x="1283" y="493"/>
                  <a:pt x="1283" y="493"/>
                </a:cubicBezTo>
                <a:lnTo>
                  <a:pt x="1177" y="531"/>
                </a:lnTo>
                <a:close/>
                <a:moveTo>
                  <a:pt x="1195" y="692"/>
                </a:moveTo>
                <a:cubicBezTo>
                  <a:pt x="1191" y="607"/>
                  <a:pt x="1191" y="607"/>
                  <a:pt x="1191" y="607"/>
                </a:cubicBezTo>
                <a:cubicBezTo>
                  <a:pt x="1214" y="606"/>
                  <a:pt x="1214" y="606"/>
                  <a:pt x="1214" y="606"/>
                </a:cubicBezTo>
                <a:cubicBezTo>
                  <a:pt x="1216" y="664"/>
                  <a:pt x="1216" y="664"/>
                  <a:pt x="1216" y="664"/>
                </a:cubicBezTo>
                <a:cubicBezTo>
                  <a:pt x="1238" y="663"/>
                  <a:pt x="1238" y="663"/>
                  <a:pt x="1238" y="663"/>
                </a:cubicBezTo>
                <a:cubicBezTo>
                  <a:pt x="1236" y="615"/>
                  <a:pt x="1236" y="615"/>
                  <a:pt x="1236" y="615"/>
                </a:cubicBezTo>
                <a:cubicBezTo>
                  <a:pt x="1258" y="614"/>
                  <a:pt x="1258" y="614"/>
                  <a:pt x="1258" y="614"/>
                </a:cubicBezTo>
                <a:cubicBezTo>
                  <a:pt x="1261" y="662"/>
                  <a:pt x="1261" y="662"/>
                  <a:pt x="1261" y="662"/>
                </a:cubicBezTo>
                <a:cubicBezTo>
                  <a:pt x="1284" y="661"/>
                  <a:pt x="1284" y="661"/>
                  <a:pt x="1284" y="661"/>
                </a:cubicBezTo>
                <a:cubicBezTo>
                  <a:pt x="1281" y="603"/>
                  <a:pt x="1281" y="603"/>
                  <a:pt x="1281" y="603"/>
                </a:cubicBezTo>
                <a:cubicBezTo>
                  <a:pt x="1304" y="602"/>
                  <a:pt x="1304" y="602"/>
                  <a:pt x="1304" y="602"/>
                </a:cubicBezTo>
                <a:cubicBezTo>
                  <a:pt x="1308" y="687"/>
                  <a:pt x="1308" y="687"/>
                  <a:pt x="1308" y="687"/>
                </a:cubicBezTo>
                <a:lnTo>
                  <a:pt x="1195" y="692"/>
                </a:lnTo>
                <a:close/>
                <a:moveTo>
                  <a:pt x="963" y="86"/>
                </a:moveTo>
                <a:cubicBezTo>
                  <a:pt x="938" y="73"/>
                  <a:pt x="938" y="73"/>
                  <a:pt x="938" y="73"/>
                </a:cubicBezTo>
                <a:cubicBezTo>
                  <a:pt x="922" y="194"/>
                  <a:pt x="922" y="194"/>
                  <a:pt x="922" y="194"/>
                </a:cubicBezTo>
                <a:cubicBezTo>
                  <a:pt x="946" y="209"/>
                  <a:pt x="946" y="209"/>
                  <a:pt x="946" y="209"/>
                </a:cubicBezTo>
                <a:cubicBezTo>
                  <a:pt x="1049" y="144"/>
                  <a:pt x="1049" y="144"/>
                  <a:pt x="1049" y="144"/>
                </a:cubicBezTo>
                <a:cubicBezTo>
                  <a:pt x="1027" y="127"/>
                  <a:pt x="1027" y="127"/>
                  <a:pt x="1027" y="127"/>
                </a:cubicBezTo>
                <a:cubicBezTo>
                  <a:pt x="1006" y="141"/>
                  <a:pt x="1006" y="141"/>
                  <a:pt x="1006" y="141"/>
                </a:cubicBezTo>
                <a:cubicBezTo>
                  <a:pt x="959" y="111"/>
                  <a:pt x="959" y="111"/>
                  <a:pt x="959" y="111"/>
                </a:cubicBezTo>
                <a:lnTo>
                  <a:pt x="963" y="86"/>
                </a:lnTo>
                <a:close/>
                <a:moveTo>
                  <a:pt x="986" y="155"/>
                </a:moveTo>
                <a:cubicBezTo>
                  <a:pt x="948" y="180"/>
                  <a:pt x="948" y="180"/>
                  <a:pt x="948" y="180"/>
                </a:cubicBezTo>
                <a:cubicBezTo>
                  <a:pt x="955" y="135"/>
                  <a:pt x="955" y="135"/>
                  <a:pt x="955" y="135"/>
                </a:cubicBezTo>
                <a:lnTo>
                  <a:pt x="986" y="155"/>
                </a:lnTo>
                <a:close/>
                <a:moveTo>
                  <a:pt x="1211" y="1035"/>
                </a:moveTo>
                <a:cubicBezTo>
                  <a:pt x="1229" y="1005"/>
                  <a:pt x="1222" y="968"/>
                  <a:pt x="1192" y="950"/>
                </a:cubicBezTo>
                <a:cubicBezTo>
                  <a:pt x="1161" y="931"/>
                  <a:pt x="1125" y="942"/>
                  <a:pt x="1107" y="971"/>
                </a:cubicBezTo>
                <a:cubicBezTo>
                  <a:pt x="1089" y="1000"/>
                  <a:pt x="1096" y="1037"/>
                  <a:pt x="1126" y="1056"/>
                </a:cubicBezTo>
                <a:cubicBezTo>
                  <a:pt x="1157" y="1074"/>
                  <a:pt x="1193" y="1064"/>
                  <a:pt x="1211" y="1035"/>
                </a:cubicBezTo>
                <a:close/>
                <a:moveTo>
                  <a:pt x="1140" y="1033"/>
                </a:moveTo>
                <a:cubicBezTo>
                  <a:pt x="1123" y="1023"/>
                  <a:pt x="1118" y="1001"/>
                  <a:pt x="1128" y="984"/>
                </a:cubicBezTo>
                <a:cubicBezTo>
                  <a:pt x="1138" y="967"/>
                  <a:pt x="1160" y="961"/>
                  <a:pt x="1178" y="972"/>
                </a:cubicBezTo>
                <a:cubicBezTo>
                  <a:pt x="1195" y="983"/>
                  <a:pt x="1200" y="1005"/>
                  <a:pt x="1190" y="1022"/>
                </a:cubicBezTo>
                <a:cubicBezTo>
                  <a:pt x="1180" y="1038"/>
                  <a:pt x="1158" y="1044"/>
                  <a:pt x="1140" y="1033"/>
                </a:cubicBezTo>
                <a:close/>
                <a:moveTo>
                  <a:pt x="1074" y="1144"/>
                </a:moveTo>
                <a:cubicBezTo>
                  <a:pt x="1075" y="1155"/>
                  <a:pt x="1070" y="1166"/>
                  <a:pt x="1062" y="1174"/>
                </a:cubicBezTo>
                <a:cubicBezTo>
                  <a:pt x="1047" y="1186"/>
                  <a:pt x="1024" y="1185"/>
                  <a:pt x="1011" y="1169"/>
                </a:cubicBezTo>
                <a:cubicBezTo>
                  <a:pt x="997" y="1153"/>
                  <a:pt x="1000" y="1131"/>
                  <a:pt x="1015" y="1118"/>
                </a:cubicBezTo>
                <a:cubicBezTo>
                  <a:pt x="1024" y="1111"/>
                  <a:pt x="1035" y="1108"/>
                  <a:pt x="1046" y="1110"/>
                </a:cubicBezTo>
                <a:cubicBezTo>
                  <a:pt x="1051" y="1085"/>
                  <a:pt x="1051" y="1085"/>
                  <a:pt x="1051" y="1085"/>
                </a:cubicBezTo>
                <a:cubicBezTo>
                  <a:pt x="1033" y="1082"/>
                  <a:pt x="1014" y="1087"/>
                  <a:pt x="999" y="1099"/>
                </a:cubicBezTo>
                <a:cubicBezTo>
                  <a:pt x="973" y="1121"/>
                  <a:pt x="968" y="1159"/>
                  <a:pt x="990" y="1186"/>
                </a:cubicBezTo>
                <a:cubicBezTo>
                  <a:pt x="1013" y="1213"/>
                  <a:pt x="1051" y="1214"/>
                  <a:pt x="1077" y="1192"/>
                </a:cubicBezTo>
                <a:cubicBezTo>
                  <a:pt x="1093" y="1179"/>
                  <a:pt x="1101" y="1160"/>
                  <a:pt x="1100" y="1141"/>
                </a:cubicBezTo>
                <a:lnTo>
                  <a:pt x="1074" y="1144"/>
                </a:lnTo>
                <a:close/>
                <a:moveTo>
                  <a:pt x="61" y="983"/>
                </a:moveTo>
                <a:cubicBezTo>
                  <a:pt x="50" y="980"/>
                  <a:pt x="41" y="973"/>
                  <a:pt x="36" y="962"/>
                </a:cubicBezTo>
                <a:cubicBezTo>
                  <a:pt x="28" y="945"/>
                  <a:pt x="36" y="923"/>
                  <a:pt x="54" y="915"/>
                </a:cubicBezTo>
                <a:cubicBezTo>
                  <a:pt x="73" y="906"/>
                  <a:pt x="94" y="914"/>
                  <a:pt x="102" y="932"/>
                </a:cubicBezTo>
                <a:cubicBezTo>
                  <a:pt x="107" y="943"/>
                  <a:pt x="107" y="954"/>
                  <a:pt x="101" y="964"/>
                </a:cubicBezTo>
                <a:cubicBezTo>
                  <a:pt x="125" y="976"/>
                  <a:pt x="125" y="976"/>
                  <a:pt x="125" y="976"/>
                </a:cubicBezTo>
                <a:cubicBezTo>
                  <a:pt x="133" y="959"/>
                  <a:pt x="133" y="940"/>
                  <a:pt x="125" y="922"/>
                </a:cubicBezTo>
                <a:cubicBezTo>
                  <a:pt x="110" y="891"/>
                  <a:pt x="76" y="876"/>
                  <a:pt x="43" y="891"/>
                </a:cubicBezTo>
                <a:cubicBezTo>
                  <a:pt x="11" y="906"/>
                  <a:pt x="0" y="942"/>
                  <a:pt x="14" y="973"/>
                </a:cubicBezTo>
                <a:cubicBezTo>
                  <a:pt x="23" y="992"/>
                  <a:pt x="39" y="1004"/>
                  <a:pt x="58" y="1008"/>
                </a:cubicBezTo>
                <a:lnTo>
                  <a:pt x="61" y="983"/>
                </a:lnTo>
                <a:close/>
                <a:moveTo>
                  <a:pt x="481" y="130"/>
                </a:moveTo>
                <a:cubicBezTo>
                  <a:pt x="459" y="139"/>
                  <a:pt x="459" y="139"/>
                  <a:pt x="459" y="139"/>
                </a:cubicBezTo>
                <a:cubicBezTo>
                  <a:pt x="380" y="95"/>
                  <a:pt x="380" y="95"/>
                  <a:pt x="380" y="95"/>
                </a:cubicBezTo>
                <a:cubicBezTo>
                  <a:pt x="406" y="159"/>
                  <a:pt x="406" y="159"/>
                  <a:pt x="406" y="159"/>
                </a:cubicBezTo>
                <a:cubicBezTo>
                  <a:pt x="381" y="168"/>
                  <a:pt x="381" y="168"/>
                  <a:pt x="381" y="168"/>
                </a:cubicBezTo>
                <a:cubicBezTo>
                  <a:pt x="340" y="63"/>
                  <a:pt x="340" y="63"/>
                  <a:pt x="340" y="63"/>
                </a:cubicBezTo>
                <a:cubicBezTo>
                  <a:pt x="364" y="54"/>
                  <a:pt x="364" y="54"/>
                  <a:pt x="364" y="54"/>
                </a:cubicBezTo>
                <a:cubicBezTo>
                  <a:pt x="365" y="57"/>
                  <a:pt x="365" y="57"/>
                  <a:pt x="365" y="57"/>
                </a:cubicBezTo>
                <a:cubicBezTo>
                  <a:pt x="367" y="60"/>
                  <a:pt x="371" y="64"/>
                  <a:pt x="376" y="67"/>
                </a:cubicBezTo>
                <a:cubicBezTo>
                  <a:pt x="445" y="106"/>
                  <a:pt x="445" y="106"/>
                  <a:pt x="445" y="106"/>
                </a:cubicBezTo>
                <a:cubicBezTo>
                  <a:pt x="419" y="34"/>
                  <a:pt x="419" y="34"/>
                  <a:pt x="419" y="34"/>
                </a:cubicBezTo>
                <a:cubicBezTo>
                  <a:pt x="444" y="24"/>
                  <a:pt x="444" y="24"/>
                  <a:pt x="444" y="24"/>
                </a:cubicBezTo>
                <a:lnTo>
                  <a:pt x="481" y="130"/>
                </a:lnTo>
                <a:close/>
                <a:moveTo>
                  <a:pt x="642" y="112"/>
                </a:moveTo>
                <a:cubicBezTo>
                  <a:pt x="557" y="116"/>
                  <a:pt x="557" y="116"/>
                  <a:pt x="557" y="116"/>
                </a:cubicBezTo>
                <a:cubicBezTo>
                  <a:pt x="556" y="94"/>
                  <a:pt x="556" y="94"/>
                  <a:pt x="556" y="94"/>
                </a:cubicBezTo>
                <a:cubicBezTo>
                  <a:pt x="614" y="91"/>
                  <a:pt x="614" y="91"/>
                  <a:pt x="614" y="91"/>
                </a:cubicBezTo>
                <a:cubicBezTo>
                  <a:pt x="613" y="69"/>
                  <a:pt x="613" y="69"/>
                  <a:pt x="613" y="69"/>
                </a:cubicBezTo>
                <a:cubicBezTo>
                  <a:pt x="565" y="71"/>
                  <a:pt x="565" y="71"/>
                  <a:pt x="565" y="71"/>
                </a:cubicBezTo>
                <a:cubicBezTo>
                  <a:pt x="564" y="49"/>
                  <a:pt x="564" y="49"/>
                  <a:pt x="564" y="49"/>
                </a:cubicBezTo>
                <a:cubicBezTo>
                  <a:pt x="612" y="47"/>
                  <a:pt x="612" y="47"/>
                  <a:pt x="612" y="47"/>
                </a:cubicBezTo>
                <a:cubicBezTo>
                  <a:pt x="611" y="23"/>
                  <a:pt x="611" y="23"/>
                  <a:pt x="611" y="23"/>
                </a:cubicBezTo>
                <a:cubicBezTo>
                  <a:pt x="553" y="26"/>
                  <a:pt x="553" y="26"/>
                  <a:pt x="553" y="26"/>
                </a:cubicBezTo>
                <a:cubicBezTo>
                  <a:pt x="552" y="4"/>
                  <a:pt x="552" y="4"/>
                  <a:pt x="552" y="4"/>
                </a:cubicBezTo>
                <a:cubicBezTo>
                  <a:pt x="637" y="0"/>
                  <a:pt x="637" y="0"/>
                  <a:pt x="637" y="0"/>
                </a:cubicBezTo>
                <a:lnTo>
                  <a:pt x="642" y="112"/>
                </a:lnTo>
                <a:close/>
              </a:path>
            </a:pathLst>
          </a:custGeom>
          <a:solidFill>
            <a:srgbClr val="0D1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8932" tIns="14466" rIns="28932" bIns="14466" numCol="1" anchor="t" anchorCtr="0" compatLnSpc="1">
            <a:prstTxWarp prst="textNoShape">
              <a:avLst/>
            </a:prstTxWarp>
          </a:bodyPr>
          <a:lstStyle/>
          <a:p>
            <a:endParaRPr lang="da-DK" sz="570"/>
          </a:p>
        </p:txBody>
      </p:sp>
    </p:spTree>
    <p:extLst>
      <p:ext uri="{BB962C8B-B14F-4D97-AF65-F5344CB8AC3E}">
        <p14:creationId xmlns:p14="http://schemas.microsoft.com/office/powerpoint/2010/main" val="5396358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UK_Forside lys/mø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991F9A-7F11-4119-AA5A-7CE875573D4E}"/>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18" name="Title 1">
            <a:extLst>
              <a:ext uri="{FF2B5EF4-FFF2-40B4-BE49-F238E27FC236}">
                <a16:creationId xmlns:a16="http://schemas.microsoft.com/office/drawing/2014/main" id="{154B70EE-0C00-41A0-80F0-917877BF5A71}"/>
              </a:ext>
            </a:extLst>
          </p:cNvPr>
          <p:cNvSpPr>
            <a:spLocks noGrp="1"/>
          </p:cNvSpPr>
          <p:nvPr>
            <p:ph type="ctrTitle" hasCustomPrompt="1"/>
          </p:nvPr>
        </p:nvSpPr>
        <p:spPr>
          <a:xfrm>
            <a:off x="710843" y="1021080"/>
            <a:ext cx="10752002" cy="3634676"/>
          </a:xfrm>
        </p:spPr>
        <p:txBody>
          <a:bodyPr anchor="b" anchorCtr="0">
            <a:normAutofit/>
          </a:bodyPr>
          <a:lstStyle>
            <a:lvl1pPr algn="l">
              <a:defRPr sz="4114">
                <a:solidFill>
                  <a:schemeClr val="tx2"/>
                </a:solidFill>
              </a:defRPr>
            </a:lvl1pPr>
          </a:lstStyle>
          <a:p>
            <a:r>
              <a:rPr lang="da-DK" dirty="0"/>
              <a:t>Indsæt titel</a:t>
            </a:r>
          </a:p>
        </p:txBody>
      </p:sp>
      <p:sp>
        <p:nvSpPr>
          <p:cNvPr id="17" name="Subtitle 2">
            <a:extLst>
              <a:ext uri="{FF2B5EF4-FFF2-40B4-BE49-F238E27FC236}">
                <a16:creationId xmlns:a16="http://schemas.microsoft.com/office/drawing/2014/main" id="{EA350F9D-5FD2-42BE-82EF-FE0BCE1EAA57}"/>
              </a:ext>
            </a:extLst>
          </p:cNvPr>
          <p:cNvSpPr>
            <a:spLocks noGrp="1"/>
          </p:cNvSpPr>
          <p:nvPr>
            <p:ph type="subTitle" idx="1" hasCustomPrompt="1"/>
          </p:nvPr>
        </p:nvSpPr>
        <p:spPr>
          <a:xfrm>
            <a:off x="4424001" y="5327667"/>
            <a:ext cx="4097591" cy="810331"/>
          </a:xfrm>
        </p:spPr>
        <p:txBody>
          <a:bodyPr>
            <a:normAutofit/>
          </a:bodyPr>
          <a:lstStyle>
            <a:lvl1pPr marL="0" indent="0" algn="l">
              <a:spcBef>
                <a:spcPts val="0"/>
              </a:spcBef>
              <a:spcAft>
                <a:spcPts val="0"/>
              </a:spcAft>
              <a:buFont typeface="Arial" panose="020B0604020202020204" pitchFamily="34" charset="0"/>
              <a:buChar char="​"/>
              <a:defRPr sz="791" b="1">
                <a:solidFill>
                  <a:schemeClr val="tx2"/>
                </a:solidFill>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22" name="Text Placeholder 7">
            <a:extLst>
              <a:ext uri="{FF2B5EF4-FFF2-40B4-BE49-F238E27FC236}">
                <a16:creationId xmlns:a16="http://schemas.microsoft.com/office/drawing/2014/main" id="{3DB74700-CF80-4031-BF2A-339DA71A7093}"/>
              </a:ext>
            </a:extLst>
          </p:cNvPr>
          <p:cNvSpPr>
            <a:spLocks noGrp="1"/>
          </p:cNvSpPr>
          <p:nvPr>
            <p:ph type="body" sz="quarter" idx="17" hasCustomPrompt="1"/>
          </p:nvPr>
        </p:nvSpPr>
        <p:spPr>
          <a:xfrm>
            <a:off x="724879" y="310326"/>
            <a:ext cx="3419554"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3" name="Text Placeholder 9">
            <a:extLst>
              <a:ext uri="{FF2B5EF4-FFF2-40B4-BE49-F238E27FC236}">
                <a16:creationId xmlns:a16="http://schemas.microsoft.com/office/drawing/2014/main" id="{3022554E-FE4D-43D3-B8EA-4D5A9D7432B7}"/>
              </a:ext>
            </a:extLst>
          </p:cNvPr>
          <p:cNvSpPr>
            <a:spLocks noGrp="1"/>
          </p:cNvSpPr>
          <p:nvPr>
            <p:ph type="body" sz="quarter" idx="18" hasCustomPrompt="1"/>
          </p:nvPr>
        </p:nvSpPr>
        <p:spPr>
          <a:xfrm>
            <a:off x="4423998" y="310326"/>
            <a:ext cx="4097593"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4" name="Text Placeholder 17">
            <a:extLst>
              <a:ext uri="{FF2B5EF4-FFF2-40B4-BE49-F238E27FC236}">
                <a16:creationId xmlns:a16="http://schemas.microsoft.com/office/drawing/2014/main" id="{45AF0E4B-085F-42EE-BA87-E6731FA98668}"/>
              </a:ext>
            </a:extLst>
          </p:cNvPr>
          <p:cNvSpPr>
            <a:spLocks noGrp="1"/>
          </p:cNvSpPr>
          <p:nvPr>
            <p:ph type="body" sz="quarter" idx="19" hasCustomPrompt="1"/>
          </p:nvPr>
        </p:nvSpPr>
        <p:spPr>
          <a:xfrm>
            <a:off x="4423998" y="531101"/>
            <a:ext cx="4097593"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Date_GeneralDate">
            <a:extLst>
              <a:ext uri="{FF2B5EF4-FFF2-40B4-BE49-F238E27FC236}">
                <a16:creationId xmlns:a16="http://schemas.microsoft.com/office/drawing/2014/main" id="{125CBAF4-E939-4FC7-BFFB-CD49521AFFB4}"/>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3" name="FLD_PresentationTitle">
            <a:extLst>
              <a:ext uri="{FF2B5EF4-FFF2-40B4-BE49-F238E27FC236}">
                <a16:creationId xmlns:a16="http://schemas.microsoft.com/office/drawing/2014/main" id="{E57BF5BC-36D1-44B8-A75B-23FB8A873A38}"/>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4" name="Slide Number Placeholder 5">
            <a:extLst>
              <a:ext uri="{FF2B5EF4-FFF2-40B4-BE49-F238E27FC236}">
                <a16:creationId xmlns:a16="http://schemas.microsoft.com/office/drawing/2014/main" id="{DDE8D2D8-C7CF-4116-9800-4642E66B9A60}"/>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6" name="Freeform 5">
            <a:extLst>
              <a:ext uri="{FF2B5EF4-FFF2-40B4-BE49-F238E27FC236}">
                <a16:creationId xmlns:a16="http://schemas.microsoft.com/office/drawing/2014/main" id="{ABB461E5-C616-4E1A-99C5-487CC6F3016D}"/>
              </a:ext>
            </a:extLst>
          </p:cNvPr>
          <p:cNvSpPr>
            <a:spLocks noChangeAspect="1" noEditPoints="1"/>
          </p:cNvSpPr>
          <p:nvPr userDrawn="1"/>
        </p:nvSpPr>
        <p:spPr bwMode="auto">
          <a:xfrm>
            <a:off x="10441656" y="5068798"/>
            <a:ext cx="1027806" cy="1069200"/>
          </a:xfrm>
          <a:custGeom>
            <a:avLst/>
            <a:gdLst>
              <a:gd name="T0" fmla="*/ 629 w 1308"/>
              <a:gd name="T1" fmla="*/ 309 h 1360"/>
              <a:gd name="T2" fmla="*/ 799 w 1308"/>
              <a:gd name="T3" fmla="*/ 354 h 1360"/>
              <a:gd name="T4" fmla="*/ 789 w 1308"/>
              <a:gd name="T5" fmla="*/ 317 h 1360"/>
              <a:gd name="T6" fmla="*/ 678 w 1308"/>
              <a:gd name="T7" fmla="*/ 475 h 1360"/>
              <a:gd name="T8" fmla="*/ 577 w 1308"/>
              <a:gd name="T9" fmla="*/ 453 h 1360"/>
              <a:gd name="T10" fmla="*/ 454 w 1308"/>
              <a:gd name="T11" fmla="*/ 521 h 1360"/>
              <a:gd name="T12" fmla="*/ 719 w 1308"/>
              <a:gd name="T13" fmla="*/ 577 h 1360"/>
              <a:gd name="T14" fmla="*/ 602 w 1308"/>
              <a:gd name="T15" fmla="*/ 749 h 1360"/>
              <a:gd name="T16" fmla="*/ 719 w 1308"/>
              <a:gd name="T17" fmla="*/ 604 h 1360"/>
              <a:gd name="T18" fmla="*/ 651 w 1308"/>
              <a:gd name="T19" fmla="*/ 274 h 1360"/>
              <a:gd name="T20" fmla="*/ 449 w 1308"/>
              <a:gd name="T21" fmla="*/ 579 h 1360"/>
              <a:gd name="T22" fmla="*/ 422 w 1308"/>
              <a:gd name="T23" fmla="*/ 539 h 1360"/>
              <a:gd name="T24" fmla="*/ 356 w 1308"/>
              <a:gd name="T25" fmla="*/ 539 h 1360"/>
              <a:gd name="T26" fmla="*/ 358 w 1308"/>
              <a:gd name="T27" fmla="*/ 626 h 1360"/>
              <a:gd name="T28" fmla="*/ 891 w 1308"/>
              <a:gd name="T29" fmla="*/ 521 h 1360"/>
              <a:gd name="T30" fmla="*/ 890 w 1308"/>
              <a:gd name="T31" fmla="*/ 626 h 1360"/>
              <a:gd name="T32" fmla="*/ 900 w 1308"/>
              <a:gd name="T33" fmla="*/ 568 h 1360"/>
              <a:gd name="T34" fmla="*/ 848 w 1308"/>
              <a:gd name="T35" fmla="*/ 539 h 1360"/>
              <a:gd name="T36" fmla="*/ 796 w 1308"/>
              <a:gd name="T37" fmla="*/ 568 h 1360"/>
              <a:gd name="T38" fmla="*/ 805 w 1308"/>
              <a:gd name="T39" fmla="*/ 626 h 1360"/>
              <a:gd name="T40" fmla="*/ 423 w 1308"/>
              <a:gd name="T41" fmla="*/ 334 h 1360"/>
              <a:gd name="T42" fmla="*/ 512 w 1308"/>
              <a:gd name="T43" fmla="*/ 385 h 1360"/>
              <a:gd name="T44" fmla="*/ 929 w 1308"/>
              <a:gd name="T45" fmla="*/ 843 h 1360"/>
              <a:gd name="T46" fmla="*/ 480 w 1308"/>
              <a:gd name="T47" fmla="*/ 890 h 1360"/>
              <a:gd name="T48" fmla="*/ 397 w 1308"/>
              <a:gd name="T49" fmla="*/ 908 h 1360"/>
              <a:gd name="T50" fmla="*/ 862 w 1308"/>
              <a:gd name="T51" fmla="*/ 908 h 1360"/>
              <a:gd name="T52" fmla="*/ 777 w 1308"/>
              <a:gd name="T53" fmla="*/ 978 h 1360"/>
              <a:gd name="T54" fmla="*/ 328 w 1308"/>
              <a:gd name="T55" fmla="*/ 939 h 1360"/>
              <a:gd name="T56" fmla="*/ 931 w 1308"/>
              <a:gd name="T57" fmla="*/ 939 h 1360"/>
              <a:gd name="T58" fmla="*/ 629 w 1308"/>
              <a:gd name="T59" fmla="*/ 1029 h 1360"/>
              <a:gd name="T60" fmla="*/ 238 w 1308"/>
              <a:gd name="T61" fmla="*/ 1117 h 1360"/>
              <a:gd name="T62" fmla="*/ 200 w 1308"/>
              <a:gd name="T63" fmla="*/ 1203 h 1360"/>
              <a:gd name="T64" fmla="*/ 367 w 1308"/>
              <a:gd name="T65" fmla="*/ 1228 h 1360"/>
              <a:gd name="T66" fmla="*/ 345 w 1308"/>
              <a:gd name="T67" fmla="*/ 1243 h 1360"/>
              <a:gd name="T68" fmla="*/ 841 w 1308"/>
              <a:gd name="T69" fmla="*/ 1251 h 1360"/>
              <a:gd name="T70" fmla="*/ 1167 w 1308"/>
              <a:gd name="T71" fmla="*/ 856 h 1360"/>
              <a:gd name="T72" fmla="*/ 1276 w 1308"/>
              <a:gd name="T73" fmla="*/ 883 h 1360"/>
              <a:gd name="T74" fmla="*/ 1233 w 1308"/>
              <a:gd name="T75" fmla="*/ 826 h 1360"/>
              <a:gd name="T76" fmla="*/ 782 w 1308"/>
              <a:gd name="T77" fmla="*/ 114 h 1360"/>
              <a:gd name="T78" fmla="*/ 786 w 1308"/>
              <a:gd name="T79" fmla="*/ 86 h 1360"/>
              <a:gd name="T80" fmla="*/ 852 w 1308"/>
              <a:gd name="T81" fmla="*/ 89 h 1360"/>
              <a:gd name="T82" fmla="*/ 1116 w 1308"/>
              <a:gd name="T83" fmla="*/ 312 h 1360"/>
              <a:gd name="T84" fmla="*/ 1101 w 1308"/>
              <a:gd name="T85" fmla="*/ 258 h 1360"/>
              <a:gd name="T86" fmla="*/ 629 w 1308"/>
              <a:gd name="T87" fmla="*/ 1360 h 1360"/>
              <a:gd name="T88" fmla="*/ 1177 w 1308"/>
              <a:gd name="T89" fmla="*/ 531 h 1360"/>
              <a:gd name="T90" fmla="*/ 1254 w 1308"/>
              <a:gd name="T91" fmla="*/ 414 h 1360"/>
              <a:gd name="T92" fmla="*/ 1177 w 1308"/>
              <a:gd name="T93" fmla="*/ 531 h 1360"/>
              <a:gd name="T94" fmla="*/ 1236 w 1308"/>
              <a:gd name="T95" fmla="*/ 615 h 1360"/>
              <a:gd name="T96" fmla="*/ 1308 w 1308"/>
              <a:gd name="T97" fmla="*/ 687 h 1360"/>
              <a:gd name="T98" fmla="*/ 1049 w 1308"/>
              <a:gd name="T99" fmla="*/ 144 h 1360"/>
              <a:gd name="T100" fmla="*/ 948 w 1308"/>
              <a:gd name="T101" fmla="*/ 180 h 1360"/>
              <a:gd name="T102" fmla="*/ 1126 w 1308"/>
              <a:gd name="T103" fmla="*/ 1056 h 1360"/>
              <a:gd name="T104" fmla="*/ 1140 w 1308"/>
              <a:gd name="T105" fmla="*/ 1033 h 1360"/>
              <a:gd name="T106" fmla="*/ 1051 w 1308"/>
              <a:gd name="T107" fmla="*/ 1085 h 1360"/>
              <a:gd name="T108" fmla="*/ 61 w 1308"/>
              <a:gd name="T109" fmla="*/ 983 h 1360"/>
              <a:gd name="T110" fmla="*/ 125 w 1308"/>
              <a:gd name="T111" fmla="*/ 922 h 1360"/>
              <a:gd name="T112" fmla="*/ 459 w 1308"/>
              <a:gd name="T113" fmla="*/ 139 h 1360"/>
              <a:gd name="T114" fmla="*/ 365 w 1308"/>
              <a:gd name="T115" fmla="*/ 57 h 1360"/>
              <a:gd name="T116" fmla="*/ 642 w 1308"/>
              <a:gd name="T117" fmla="*/ 112 h 1360"/>
              <a:gd name="T118" fmla="*/ 564 w 1308"/>
              <a:gd name="T119" fmla="*/ 49 h 1360"/>
              <a:gd name="T120" fmla="*/ 642 w 1308"/>
              <a:gd name="T121" fmla="*/ 112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8" h="1360">
                <a:moveTo>
                  <a:pt x="695" y="425"/>
                </a:moveTo>
                <a:cubicBezTo>
                  <a:pt x="695" y="432"/>
                  <a:pt x="695" y="432"/>
                  <a:pt x="695" y="432"/>
                </a:cubicBezTo>
                <a:cubicBezTo>
                  <a:pt x="563" y="432"/>
                  <a:pt x="563" y="432"/>
                  <a:pt x="563" y="432"/>
                </a:cubicBezTo>
                <a:cubicBezTo>
                  <a:pt x="563" y="425"/>
                  <a:pt x="563" y="425"/>
                  <a:pt x="563" y="425"/>
                </a:cubicBezTo>
                <a:cubicBezTo>
                  <a:pt x="563" y="425"/>
                  <a:pt x="563" y="425"/>
                  <a:pt x="563" y="425"/>
                </a:cubicBezTo>
                <a:cubicBezTo>
                  <a:pt x="563" y="410"/>
                  <a:pt x="629" y="309"/>
                  <a:pt x="629" y="309"/>
                </a:cubicBezTo>
                <a:cubicBezTo>
                  <a:pt x="629" y="309"/>
                  <a:pt x="695" y="410"/>
                  <a:pt x="695" y="425"/>
                </a:cubicBezTo>
                <a:close/>
                <a:moveTo>
                  <a:pt x="789" y="317"/>
                </a:moveTo>
                <a:cubicBezTo>
                  <a:pt x="777" y="316"/>
                  <a:pt x="766" y="320"/>
                  <a:pt x="758" y="328"/>
                </a:cubicBezTo>
                <a:cubicBezTo>
                  <a:pt x="757" y="328"/>
                  <a:pt x="758" y="329"/>
                  <a:pt x="758" y="329"/>
                </a:cubicBezTo>
                <a:cubicBezTo>
                  <a:pt x="763" y="327"/>
                  <a:pt x="769" y="327"/>
                  <a:pt x="775" y="329"/>
                </a:cubicBezTo>
                <a:cubicBezTo>
                  <a:pt x="787" y="332"/>
                  <a:pt x="797" y="342"/>
                  <a:pt x="799" y="354"/>
                </a:cubicBezTo>
                <a:cubicBezTo>
                  <a:pt x="802" y="375"/>
                  <a:pt x="787" y="392"/>
                  <a:pt x="767" y="392"/>
                </a:cubicBezTo>
                <a:cubicBezTo>
                  <a:pt x="764" y="392"/>
                  <a:pt x="761" y="391"/>
                  <a:pt x="758" y="391"/>
                </a:cubicBezTo>
                <a:cubicBezTo>
                  <a:pt x="758" y="390"/>
                  <a:pt x="757" y="391"/>
                  <a:pt x="758" y="392"/>
                </a:cubicBezTo>
                <a:cubicBezTo>
                  <a:pt x="765" y="399"/>
                  <a:pt x="775" y="403"/>
                  <a:pt x="786" y="403"/>
                </a:cubicBezTo>
                <a:cubicBezTo>
                  <a:pt x="811" y="403"/>
                  <a:pt x="830" y="382"/>
                  <a:pt x="829" y="358"/>
                </a:cubicBezTo>
                <a:cubicBezTo>
                  <a:pt x="828" y="336"/>
                  <a:pt x="810" y="318"/>
                  <a:pt x="789" y="317"/>
                </a:cubicBezTo>
                <a:moveTo>
                  <a:pt x="698" y="556"/>
                </a:moveTo>
                <a:cubicBezTo>
                  <a:pt x="698" y="556"/>
                  <a:pt x="693" y="522"/>
                  <a:pt x="693" y="511"/>
                </a:cubicBezTo>
                <a:cubicBezTo>
                  <a:pt x="693" y="495"/>
                  <a:pt x="709" y="489"/>
                  <a:pt x="709" y="489"/>
                </a:cubicBezTo>
                <a:cubicBezTo>
                  <a:pt x="711" y="453"/>
                  <a:pt x="711" y="453"/>
                  <a:pt x="711" y="453"/>
                </a:cubicBezTo>
                <a:cubicBezTo>
                  <a:pt x="681" y="453"/>
                  <a:pt x="681" y="453"/>
                  <a:pt x="681" y="453"/>
                </a:cubicBezTo>
                <a:cubicBezTo>
                  <a:pt x="678" y="475"/>
                  <a:pt x="678" y="475"/>
                  <a:pt x="678" y="475"/>
                </a:cubicBezTo>
                <a:cubicBezTo>
                  <a:pt x="652" y="475"/>
                  <a:pt x="652" y="475"/>
                  <a:pt x="652" y="475"/>
                </a:cubicBezTo>
                <a:cubicBezTo>
                  <a:pt x="649" y="453"/>
                  <a:pt x="649" y="453"/>
                  <a:pt x="649" y="453"/>
                </a:cubicBezTo>
                <a:cubicBezTo>
                  <a:pt x="609" y="453"/>
                  <a:pt x="609" y="453"/>
                  <a:pt x="609" y="453"/>
                </a:cubicBezTo>
                <a:cubicBezTo>
                  <a:pt x="606" y="475"/>
                  <a:pt x="606" y="475"/>
                  <a:pt x="606" y="475"/>
                </a:cubicBezTo>
                <a:cubicBezTo>
                  <a:pt x="580" y="475"/>
                  <a:pt x="580" y="475"/>
                  <a:pt x="580" y="475"/>
                </a:cubicBezTo>
                <a:cubicBezTo>
                  <a:pt x="577" y="453"/>
                  <a:pt x="577" y="453"/>
                  <a:pt x="577" y="453"/>
                </a:cubicBezTo>
                <a:cubicBezTo>
                  <a:pt x="548" y="453"/>
                  <a:pt x="548" y="453"/>
                  <a:pt x="548" y="453"/>
                </a:cubicBezTo>
                <a:cubicBezTo>
                  <a:pt x="550" y="489"/>
                  <a:pt x="550" y="489"/>
                  <a:pt x="550" y="489"/>
                </a:cubicBezTo>
                <a:cubicBezTo>
                  <a:pt x="550" y="489"/>
                  <a:pt x="565" y="495"/>
                  <a:pt x="565" y="511"/>
                </a:cubicBezTo>
                <a:cubicBezTo>
                  <a:pt x="565" y="522"/>
                  <a:pt x="561" y="556"/>
                  <a:pt x="561" y="556"/>
                </a:cubicBezTo>
                <a:lnTo>
                  <a:pt x="698" y="556"/>
                </a:lnTo>
                <a:close/>
                <a:moveTo>
                  <a:pt x="454" y="521"/>
                </a:moveTo>
                <a:cubicBezTo>
                  <a:pt x="454" y="511"/>
                  <a:pt x="454" y="511"/>
                  <a:pt x="454" y="511"/>
                </a:cubicBezTo>
                <a:cubicBezTo>
                  <a:pt x="454" y="484"/>
                  <a:pt x="435" y="468"/>
                  <a:pt x="411" y="468"/>
                </a:cubicBezTo>
                <a:cubicBezTo>
                  <a:pt x="387" y="468"/>
                  <a:pt x="367" y="484"/>
                  <a:pt x="367" y="511"/>
                </a:cubicBezTo>
                <a:cubicBezTo>
                  <a:pt x="367" y="521"/>
                  <a:pt x="367" y="521"/>
                  <a:pt x="367" y="521"/>
                </a:cubicBezTo>
                <a:lnTo>
                  <a:pt x="454" y="521"/>
                </a:lnTo>
                <a:close/>
                <a:moveTo>
                  <a:pt x="719" y="577"/>
                </a:moveTo>
                <a:cubicBezTo>
                  <a:pt x="540" y="577"/>
                  <a:pt x="540" y="577"/>
                  <a:pt x="540" y="577"/>
                </a:cubicBezTo>
                <a:cubicBezTo>
                  <a:pt x="540" y="604"/>
                  <a:pt x="540" y="604"/>
                  <a:pt x="540" y="604"/>
                </a:cubicBezTo>
                <a:cubicBezTo>
                  <a:pt x="540" y="604"/>
                  <a:pt x="551" y="609"/>
                  <a:pt x="551" y="622"/>
                </a:cubicBezTo>
                <a:cubicBezTo>
                  <a:pt x="551" y="647"/>
                  <a:pt x="531" y="745"/>
                  <a:pt x="535" y="816"/>
                </a:cubicBezTo>
                <a:cubicBezTo>
                  <a:pt x="598" y="816"/>
                  <a:pt x="598" y="816"/>
                  <a:pt x="598" y="816"/>
                </a:cubicBezTo>
                <a:cubicBezTo>
                  <a:pt x="602" y="749"/>
                  <a:pt x="602" y="749"/>
                  <a:pt x="602" y="749"/>
                </a:cubicBezTo>
                <a:cubicBezTo>
                  <a:pt x="604" y="732"/>
                  <a:pt x="615" y="722"/>
                  <a:pt x="629" y="722"/>
                </a:cubicBezTo>
                <a:cubicBezTo>
                  <a:pt x="643" y="722"/>
                  <a:pt x="654" y="732"/>
                  <a:pt x="656" y="749"/>
                </a:cubicBezTo>
                <a:cubicBezTo>
                  <a:pt x="661" y="816"/>
                  <a:pt x="661" y="816"/>
                  <a:pt x="661" y="816"/>
                </a:cubicBezTo>
                <a:cubicBezTo>
                  <a:pt x="724" y="816"/>
                  <a:pt x="724" y="816"/>
                  <a:pt x="724" y="816"/>
                </a:cubicBezTo>
                <a:cubicBezTo>
                  <a:pt x="727" y="745"/>
                  <a:pt x="708" y="647"/>
                  <a:pt x="708" y="622"/>
                </a:cubicBezTo>
                <a:cubicBezTo>
                  <a:pt x="708" y="609"/>
                  <a:pt x="719" y="604"/>
                  <a:pt x="719" y="604"/>
                </a:cubicBezTo>
                <a:cubicBezTo>
                  <a:pt x="719" y="577"/>
                  <a:pt x="719" y="577"/>
                  <a:pt x="719" y="577"/>
                </a:cubicBezTo>
                <a:moveTo>
                  <a:pt x="651" y="274"/>
                </a:moveTo>
                <a:cubicBezTo>
                  <a:pt x="651" y="262"/>
                  <a:pt x="641" y="252"/>
                  <a:pt x="629" y="252"/>
                </a:cubicBezTo>
                <a:cubicBezTo>
                  <a:pt x="617" y="252"/>
                  <a:pt x="607" y="262"/>
                  <a:pt x="607" y="274"/>
                </a:cubicBezTo>
                <a:cubicBezTo>
                  <a:pt x="607" y="286"/>
                  <a:pt x="617" y="296"/>
                  <a:pt x="629" y="296"/>
                </a:cubicBezTo>
                <a:cubicBezTo>
                  <a:pt x="641" y="296"/>
                  <a:pt x="651" y="286"/>
                  <a:pt x="651" y="274"/>
                </a:cubicBezTo>
                <a:moveTo>
                  <a:pt x="453" y="626"/>
                </a:moveTo>
                <a:cubicBezTo>
                  <a:pt x="464" y="626"/>
                  <a:pt x="464" y="626"/>
                  <a:pt x="464" y="626"/>
                </a:cubicBezTo>
                <a:cubicBezTo>
                  <a:pt x="464" y="610"/>
                  <a:pt x="464" y="610"/>
                  <a:pt x="464" y="610"/>
                </a:cubicBezTo>
                <a:cubicBezTo>
                  <a:pt x="464" y="610"/>
                  <a:pt x="450" y="607"/>
                  <a:pt x="450" y="593"/>
                </a:cubicBezTo>
                <a:cubicBezTo>
                  <a:pt x="450" y="593"/>
                  <a:pt x="450" y="593"/>
                  <a:pt x="450" y="593"/>
                </a:cubicBezTo>
                <a:cubicBezTo>
                  <a:pt x="449" y="579"/>
                  <a:pt x="449" y="579"/>
                  <a:pt x="449" y="579"/>
                </a:cubicBezTo>
                <a:cubicBezTo>
                  <a:pt x="463" y="568"/>
                  <a:pt x="463" y="568"/>
                  <a:pt x="463" y="568"/>
                </a:cubicBezTo>
                <a:cubicBezTo>
                  <a:pt x="465" y="539"/>
                  <a:pt x="465" y="539"/>
                  <a:pt x="465" y="539"/>
                </a:cubicBezTo>
                <a:cubicBezTo>
                  <a:pt x="446" y="539"/>
                  <a:pt x="446" y="539"/>
                  <a:pt x="446" y="539"/>
                </a:cubicBezTo>
                <a:cubicBezTo>
                  <a:pt x="443" y="560"/>
                  <a:pt x="443" y="560"/>
                  <a:pt x="443" y="560"/>
                </a:cubicBezTo>
                <a:cubicBezTo>
                  <a:pt x="424" y="560"/>
                  <a:pt x="424" y="560"/>
                  <a:pt x="424" y="560"/>
                </a:cubicBezTo>
                <a:cubicBezTo>
                  <a:pt x="422" y="539"/>
                  <a:pt x="422" y="539"/>
                  <a:pt x="422" y="539"/>
                </a:cubicBezTo>
                <a:cubicBezTo>
                  <a:pt x="411" y="539"/>
                  <a:pt x="411" y="539"/>
                  <a:pt x="411" y="539"/>
                </a:cubicBezTo>
                <a:cubicBezTo>
                  <a:pt x="400" y="539"/>
                  <a:pt x="400" y="539"/>
                  <a:pt x="400" y="539"/>
                </a:cubicBezTo>
                <a:cubicBezTo>
                  <a:pt x="397" y="560"/>
                  <a:pt x="397" y="560"/>
                  <a:pt x="397" y="560"/>
                </a:cubicBezTo>
                <a:cubicBezTo>
                  <a:pt x="378" y="560"/>
                  <a:pt x="378" y="560"/>
                  <a:pt x="378" y="560"/>
                </a:cubicBezTo>
                <a:cubicBezTo>
                  <a:pt x="376" y="539"/>
                  <a:pt x="376" y="539"/>
                  <a:pt x="376" y="539"/>
                </a:cubicBezTo>
                <a:cubicBezTo>
                  <a:pt x="356" y="539"/>
                  <a:pt x="356" y="539"/>
                  <a:pt x="356" y="539"/>
                </a:cubicBezTo>
                <a:cubicBezTo>
                  <a:pt x="359" y="568"/>
                  <a:pt x="359" y="568"/>
                  <a:pt x="359" y="568"/>
                </a:cubicBezTo>
                <a:cubicBezTo>
                  <a:pt x="372" y="579"/>
                  <a:pt x="372" y="579"/>
                  <a:pt x="372" y="579"/>
                </a:cubicBezTo>
                <a:cubicBezTo>
                  <a:pt x="371" y="593"/>
                  <a:pt x="371" y="593"/>
                  <a:pt x="371" y="593"/>
                </a:cubicBezTo>
                <a:cubicBezTo>
                  <a:pt x="371" y="593"/>
                  <a:pt x="371" y="593"/>
                  <a:pt x="371" y="593"/>
                </a:cubicBezTo>
                <a:cubicBezTo>
                  <a:pt x="371" y="607"/>
                  <a:pt x="358" y="610"/>
                  <a:pt x="358" y="610"/>
                </a:cubicBezTo>
                <a:cubicBezTo>
                  <a:pt x="358" y="626"/>
                  <a:pt x="358" y="626"/>
                  <a:pt x="358" y="626"/>
                </a:cubicBezTo>
                <a:cubicBezTo>
                  <a:pt x="368" y="626"/>
                  <a:pt x="368" y="626"/>
                  <a:pt x="368" y="626"/>
                </a:cubicBezTo>
                <a:cubicBezTo>
                  <a:pt x="368" y="680"/>
                  <a:pt x="341" y="758"/>
                  <a:pt x="341" y="816"/>
                </a:cubicBezTo>
                <a:cubicBezTo>
                  <a:pt x="411" y="816"/>
                  <a:pt x="411" y="816"/>
                  <a:pt x="411" y="816"/>
                </a:cubicBezTo>
                <a:cubicBezTo>
                  <a:pt x="481" y="816"/>
                  <a:pt x="481" y="816"/>
                  <a:pt x="481" y="816"/>
                </a:cubicBezTo>
                <a:cubicBezTo>
                  <a:pt x="481" y="758"/>
                  <a:pt x="454" y="680"/>
                  <a:pt x="453" y="626"/>
                </a:cubicBezTo>
                <a:close/>
                <a:moveTo>
                  <a:pt x="891" y="521"/>
                </a:moveTo>
                <a:cubicBezTo>
                  <a:pt x="891" y="511"/>
                  <a:pt x="891" y="511"/>
                  <a:pt x="891" y="511"/>
                </a:cubicBezTo>
                <a:cubicBezTo>
                  <a:pt x="891" y="484"/>
                  <a:pt x="872" y="468"/>
                  <a:pt x="848" y="468"/>
                </a:cubicBezTo>
                <a:cubicBezTo>
                  <a:pt x="824" y="468"/>
                  <a:pt x="804" y="484"/>
                  <a:pt x="804" y="511"/>
                </a:cubicBezTo>
                <a:cubicBezTo>
                  <a:pt x="804" y="521"/>
                  <a:pt x="804" y="521"/>
                  <a:pt x="804" y="521"/>
                </a:cubicBezTo>
                <a:lnTo>
                  <a:pt x="891" y="521"/>
                </a:lnTo>
                <a:close/>
                <a:moveTo>
                  <a:pt x="890" y="626"/>
                </a:moveTo>
                <a:cubicBezTo>
                  <a:pt x="901" y="626"/>
                  <a:pt x="901" y="626"/>
                  <a:pt x="901" y="626"/>
                </a:cubicBezTo>
                <a:cubicBezTo>
                  <a:pt x="901" y="610"/>
                  <a:pt x="901" y="610"/>
                  <a:pt x="901" y="610"/>
                </a:cubicBezTo>
                <a:cubicBezTo>
                  <a:pt x="901" y="610"/>
                  <a:pt x="887" y="607"/>
                  <a:pt x="887" y="593"/>
                </a:cubicBezTo>
                <a:cubicBezTo>
                  <a:pt x="887" y="593"/>
                  <a:pt x="887" y="593"/>
                  <a:pt x="887" y="593"/>
                </a:cubicBezTo>
                <a:cubicBezTo>
                  <a:pt x="886" y="579"/>
                  <a:pt x="886" y="579"/>
                  <a:pt x="886" y="579"/>
                </a:cubicBezTo>
                <a:cubicBezTo>
                  <a:pt x="900" y="568"/>
                  <a:pt x="900" y="568"/>
                  <a:pt x="900" y="568"/>
                </a:cubicBezTo>
                <a:cubicBezTo>
                  <a:pt x="902" y="539"/>
                  <a:pt x="902" y="539"/>
                  <a:pt x="902" y="539"/>
                </a:cubicBezTo>
                <a:cubicBezTo>
                  <a:pt x="883" y="539"/>
                  <a:pt x="883" y="539"/>
                  <a:pt x="883" y="539"/>
                </a:cubicBezTo>
                <a:cubicBezTo>
                  <a:pt x="880" y="560"/>
                  <a:pt x="880" y="560"/>
                  <a:pt x="880" y="560"/>
                </a:cubicBezTo>
                <a:cubicBezTo>
                  <a:pt x="861" y="560"/>
                  <a:pt x="861" y="560"/>
                  <a:pt x="861" y="560"/>
                </a:cubicBezTo>
                <a:cubicBezTo>
                  <a:pt x="859" y="539"/>
                  <a:pt x="859" y="539"/>
                  <a:pt x="859" y="539"/>
                </a:cubicBezTo>
                <a:cubicBezTo>
                  <a:pt x="848" y="539"/>
                  <a:pt x="848" y="539"/>
                  <a:pt x="848" y="539"/>
                </a:cubicBezTo>
                <a:cubicBezTo>
                  <a:pt x="837" y="539"/>
                  <a:pt x="837" y="539"/>
                  <a:pt x="837" y="539"/>
                </a:cubicBezTo>
                <a:cubicBezTo>
                  <a:pt x="834" y="560"/>
                  <a:pt x="834" y="560"/>
                  <a:pt x="834" y="560"/>
                </a:cubicBezTo>
                <a:cubicBezTo>
                  <a:pt x="815" y="560"/>
                  <a:pt x="815" y="560"/>
                  <a:pt x="815" y="560"/>
                </a:cubicBezTo>
                <a:cubicBezTo>
                  <a:pt x="813" y="539"/>
                  <a:pt x="813" y="539"/>
                  <a:pt x="813" y="539"/>
                </a:cubicBezTo>
                <a:cubicBezTo>
                  <a:pt x="793" y="539"/>
                  <a:pt x="793" y="539"/>
                  <a:pt x="793" y="539"/>
                </a:cubicBezTo>
                <a:cubicBezTo>
                  <a:pt x="796" y="568"/>
                  <a:pt x="796" y="568"/>
                  <a:pt x="796" y="568"/>
                </a:cubicBezTo>
                <a:cubicBezTo>
                  <a:pt x="809" y="579"/>
                  <a:pt x="809" y="579"/>
                  <a:pt x="809" y="579"/>
                </a:cubicBezTo>
                <a:cubicBezTo>
                  <a:pt x="808" y="593"/>
                  <a:pt x="808" y="593"/>
                  <a:pt x="808" y="593"/>
                </a:cubicBezTo>
                <a:cubicBezTo>
                  <a:pt x="808" y="593"/>
                  <a:pt x="808" y="593"/>
                  <a:pt x="808" y="593"/>
                </a:cubicBezTo>
                <a:cubicBezTo>
                  <a:pt x="808" y="607"/>
                  <a:pt x="794" y="610"/>
                  <a:pt x="794" y="610"/>
                </a:cubicBezTo>
                <a:cubicBezTo>
                  <a:pt x="794" y="626"/>
                  <a:pt x="794" y="626"/>
                  <a:pt x="794" y="626"/>
                </a:cubicBezTo>
                <a:cubicBezTo>
                  <a:pt x="805" y="626"/>
                  <a:pt x="805" y="626"/>
                  <a:pt x="805" y="626"/>
                </a:cubicBezTo>
                <a:cubicBezTo>
                  <a:pt x="805" y="680"/>
                  <a:pt x="778" y="758"/>
                  <a:pt x="778" y="816"/>
                </a:cubicBezTo>
                <a:cubicBezTo>
                  <a:pt x="848" y="816"/>
                  <a:pt x="848" y="816"/>
                  <a:pt x="848" y="816"/>
                </a:cubicBezTo>
                <a:cubicBezTo>
                  <a:pt x="918" y="816"/>
                  <a:pt x="918" y="816"/>
                  <a:pt x="918" y="816"/>
                </a:cubicBezTo>
                <a:cubicBezTo>
                  <a:pt x="918" y="758"/>
                  <a:pt x="891" y="680"/>
                  <a:pt x="890" y="626"/>
                </a:cubicBezTo>
                <a:close/>
                <a:moveTo>
                  <a:pt x="457" y="342"/>
                </a:moveTo>
                <a:cubicBezTo>
                  <a:pt x="423" y="334"/>
                  <a:pt x="423" y="334"/>
                  <a:pt x="423" y="334"/>
                </a:cubicBezTo>
                <a:cubicBezTo>
                  <a:pt x="446" y="360"/>
                  <a:pt x="446" y="360"/>
                  <a:pt x="446" y="360"/>
                </a:cubicBezTo>
                <a:cubicBezTo>
                  <a:pt x="423" y="385"/>
                  <a:pt x="423" y="385"/>
                  <a:pt x="423" y="385"/>
                </a:cubicBezTo>
                <a:cubicBezTo>
                  <a:pt x="457" y="378"/>
                  <a:pt x="457" y="378"/>
                  <a:pt x="457" y="378"/>
                </a:cubicBezTo>
                <a:cubicBezTo>
                  <a:pt x="467" y="411"/>
                  <a:pt x="467" y="411"/>
                  <a:pt x="467" y="411"/>
                </a:cubicBezTo>
                <a:cubicBezTo>
                  <a:pt x="478" y="378"/>
                  <a:pt x="478" y="378"/>
                  <a:pt x="478" y="378"/>
                </a:cubicBezTo>
                <a:cubicBezTo>
                  <a:pt x="512" y="385"/>
                  <a:pt x="512" y="385"/>
                  <a:pt x="512" y="385"/>
                </a:cubicBezTo>
                <a:cubicBezTo>
                  <a:pt x="488" y="360"/>
                  <a:pt x="488" y="360"/>
                  <a:pt x="488" y="360"/>
                </a:cubicBezTo>
                <a:cubicBezTo>
                  <a:pt x="512" y="334"/>
                  <a:pt x="512" y="334"/>
                  <a:pt x="512" y="334"/>
                </a:cubicBezTo>
                <a:cubicBezTo>
                  <a:pt x="478" y="342"/>
                  <a:pt x="478" y="342"/>
                  <a:pt x="478" y="342"/>
                </a:cubicBezTo>
                <a:cubicBezTo>
                  <a:pt x="467" y="308"/>
                  <a:pt x="467" y="308"/>
                  <a:pt x="467" y="308"/>
                </a:cubicBezTo>
                <a:lnTo>
                  <a:pt x="457" y="342"/>
                </a:lnTo>
                <a:close/>
                <a:moveTo>
                  <a:pt x="929" y="843"/>
                </a:moveTo>
                <a:cubicBezTo>
                  <a:pt x="886" y="843"/>
                  <a:pt x="863" y="860"/>
                  <a:pt x="843" y="871"/>
                </a:cubicBezTo>
                <a:cubicBezTo>
                  <a:pt x="826" y="880"/>
                  <a:pt x="811" y="890"/>
                  <a:pt x="779" y="890"/>
                </a:cubicBezTo>
                <a:cubicBezTo>
                  <a:pt x="747" y="890"/>
                  <a:pt x="731" y="880"/>
                  <a:pt x="714" y="871"/>
                </a:cubicBezTo>
                <a:cubicBezTo>
                  <a:pt x="694" y="860"/>
                  <a:pt x="672" y="847"/>
                  <a:pt x="629" y="847"/>
                </a:cubicBezTo>
                <a:cubicBezTo>
                  <a:pt x="587" y="847"/>
                  <a:pt x="564" y="860"/>
                  <a:pt x="545" y="871"/>
                </a:cubicBezTo>
                <a:cubicBezTo>
                  <a:pt x="527" y="880"/>
                  <a:pt x="512" y="890"/>
                  <a:pt x="480" y="890"/>
                </a:cubicBezTo>
                <a:cubicBezTo>
                  <a:pt x="448" y="890"/>
                  <a:pt x="433" y="880"/>
                  <a:pt x="415" y="871"/>
                </a:cubicBezTo>
                <a:cubicBezTo>
                  <a:pt x="395" y="860"/>
                  <a:pt x="373" y="843"/>
                  <a:pt x="330" y="843"/>
                </a:cubicBezTo>
                <a:cubicBezTo>
                  <a:pt x="303" y="843"/>
                  <a:pt x="271" y="852"/>
                  <a:pt x="271" y="852"/>
                </a:cubicBezTo>
                <a:cubicBezTo>
                  <a:pt x="294" y="892"/>
                  <a:pt x="294" y="892"/>
                  <a:pt x="294" y="892"/>
                </a:cubicBezTo>
                <a:cubicBezTo>
                  <a:pt x="294" y="892"/>
                  <a:pt x="313" y="889"/>
                  <a:pt x="330" y="889"/>
                </a:cubicBezTo>
                <a:cubicBezTo>
                  <a:pt x="362" y="889"/>
                  <a:pt x="379" y="898"/>
                  <a:pt x="397" y="908"/>
                </a:cubicBezTo>
                <a:cubicBezTo>
                  <a:pt x="417" y="919"/>
                  <a:pt x="433" y="934"/>
                  <a:pt x="476" y="934"/>
                </a:cubicBezTo>
                <a:cubicBezTo>
                  <a:pt x="519" y="934"/>
                  <a:pt x="542" y="920"/>
                  <a:pt x="562" y="909"/>
                </a:cubicBezTo>
                <a:cubicBezTo>
                  <a:pt x="580" y="899"/>
                  <a:pt x="598" y="891"/>
                  <a:pt x="629" y="891"/>
                </a:cubicBezTo>
                <a:cubicBezTo>
                  <a:pt x="661" y="891"/>
                  <a:pt x="679" y="899"/>
                  <a:pt x="696" y="909"/>
                </a:cubicBezTo>
                <a:cubicBezTo>
                  <a:pt x="716" y="920"/>
                  <a:pt x="740" y="934"/>
                  <a:pt x="782" y="934"/>
                </a:cubicBezTo>
                <a:cubicBezTo>
                  <a:pt x="825" y="934"/>
                  <a:pt x="842" y="919"/>
                  <a:pt x="862" y="908"/>
                </a:cubicBezTo>
                <a:cubicBezTo>
                  <a:pt x="879" y="898"/>
                  <a:pt x="897" y="889"/>
                  <a:pt x="929" y="889"/>
                </a:cubicBezTo>
                <a:cubicBezTo>
                  <a:pt x="945" y="889"/>
                  <a:pt x="965" y="892"/>
                  <a:pt x="965" y="892"/>
                </a:cubicBezTo>
                <a:cubicBezTo>
                  <a:pt x="988" y="852"/>
                  <a:pt x="988" y="852"/>
                  <a:pt x="988" y="852"/>
                </a:cubicBezTo>
                <a:cubicBezTo>
                  <a:pt x="988" y="852"/>
                  <a:pt x="956" y="843"/>
                  <a:pt x="929" y="843"/>
                </a:cubicBezTo>
                <a:close/>
                <a:moveTo>
                  <a:pt x="842" y="962"/>
                </a:moveTo>
                <a:cubicBezTo>
                  <a:pt x="825" y="972"/>
                  <a:pt x="808" y="978"/>
                  <a:pt x="777" y="978"/>
                </a:cubicBezTo>
                <a:cubicBezTo>
                  <a:pt x="745" y="978"/>
                  <a:pt x="728" y="971"/>
                  <a:pt x="711" y="961"/>
                </a:cubicBezTo>
                <a:cubicBezTo>
                  <a:pt x="692" y="951"/>
                  <a:pt x="670" y="937"/>
                  <a:pt x="629" y="937"/>
                </a:cubicBezTo>
                <a:cubicBezTo>
                  <a:pt x="588" y="937"/>
                  <a:pt x="566" y="951"/>
                  <a:pt x="547" y="961"/>
                </a:cubicBezTo>
                <a:cubicBezTo>
                  <a:pt x="530" y="971"/>
                  <a:pt x="513" y="978"/>
                  <a:pt x="482" y="978"/>
                </a:cubicBezTo>
                <a:cubicBezTo>
                  <a:pt x="451" y="978"/>
                  <a:pt x="433" y="972"/>
                  <a:pt x="416" y="962"/>
                </a:cubicBezTo>
                <a:cubicBezTo>
                  <a:pt x="397" y="952"/>
                  <a:pt x="371" y="934"/>
                  <a:pt x="328" y="939"/>
                </a:cubicBezTo>
                <a:cubicBezTo>
                  <a:pt x="393" y="1023"/>
                  <a:pt x="483" y="1022"/>
                  <a:pt x="483" y="1022"/>
                </a:cubicBezTo>
                <a:cubicBezTo>
                  <a:pt x="523" y="1022"/>
                  <a:pt x="545" y="1013"/>
                  <a:pt x="564" y="1003"/>
                </a:cubicBezTo>
                <a:cubicBezTo>
                  <a:pt x="581" y="993"/>
                  <a:pt x="599" y="982"/>
                  <a:pt x="629" y="982"/>
                </a:cubicBezTo>
                <a:cubicBezTo>
                  <a:pt x="660" y="982"/>
                  <a:pt x="677" y="993"/>
                  <a:pt x="694" y="1003"/>
                </a:cubicBezTo>
                <a:cubicBezTo>
                  <a:pt x="714" y="1013"/>
                  <a:pt x="736" y="1022"/>
                  <a:pt x="776" y="1022"/>
                </a:cubicBezTo>
                <a:cubicBezTo>
                  <a:pt x="776" y="1022"/>
                  <a:pt x="865" y="1023"/>
                  <a:pt x="931" y="939"/>
                </a:cubicBezTo>
                <a:cubicBezTo>
                  <a:pt x="887" y="934"/>
                  <a:pt x="862" y="952"/>
                  <a:pt x="842" y="962"/>
                </a:cubicBezTo>
                <a:close/>
                <a:moveTo>
                  <a:pt x="629" y="1029"/>
                </a:moveTo>
                <a:cubicBezTo>
                  <a:pt x="588" y="1029"/>
                  <a:pt x="570" y="1060"/>
                  <a:pt x="516" y="1060"/>
                </a:cubicBezTo>
                <a:cubicBezTo>
                  <a:pt x="537" y="1067"/>
                  <a:pt x="582" y="1077"/>
                  <a:pt x="629" y="1077"/>
                </a:cubicBezTo>
                <a:cubicBezTo>
                  <a:pt x="676" y="1077"/>
                  <a:pt x="722" y="1067"/>
                  <a:pt x="743" y="1060"/>
                </a:cubicBezTo>
                <a:cubicBezTo>
                  <a:pt x="688" y="1060"/>
                  <a:pt x="671" y="1029"/>
                  <a:pt x="629" y="1029"/>
                </a:cubicBezTo>
                <a:close/>
                <a:moveTo>
                  <a:pt x="172" y="1012"/>
                </a:moveTo>
                <a:cubicBezTo>
                  <a:pt x="189" y="1033"/>
                  <a:pt x="189" y="1033"/>
                  <a:pt x="189" y="1033"/>
                </a:cubicBezTo>
                <a:cubicBezTo>
                  <a:pt x="100" y="1101"/>
                  <a:pt x="100" y="1101"/>
                  <a:pt x="100" y="1101"/>
                </a:cubicBezTo>
                <a:cubicBezTo>
                  <a:pt x="83" y="1080"/>
                  <a:pt x="83" y="1080"/>
                  <a:pt x="83" y="1080"/>
                </a:cubicBezTo>
                <a:lnTo>
                  <a:pt x="172" y="1012"/>
                </a:lnTo>
                <a:close/>
                <a:moveTo>
                  <a:pt x="238" y="1117"/>
                </a:moveTo>
                <a:cubicBezTo>
                  <a:pt x="212" y="1095"/>
                  <a:pt x="212" y="1095"/>
                  <a:pt x="212" y="1095"/>
                </a:cubicBezTo>
                <a:cubicBezTo>
                  <a:pt x="227" y="1078"/>
                  <a:pt x="227" y="1078"/>
                  <a:pt x="227" y="1078"/>
                </a:cubicBezTo>
                <a:cubicBezTo>
                  <a:pt x="298" y="1139"/>
                  <a:pt x="298" y="1139"/>
                  <a:pt x="298" y="1139"/>
                </a:cubicBezTo>
                <a:cubicBezTo>
                  <a:pt x="283" y="1156"/>
                  <a:pt x="283" y="1156"/>
                  <a:pt x="283" y="1156"/>
                </a:cubicBezTo>
                <a:cubicBezTo>
                  <a:pt x="258" y="1134"/>
                  <a:pt x="258" y="1134"/>
                  <a:pt x="258" y="1134"/>
                </a:cubicBezTo>
                <a:cubicBezTo>
                  <a:pt x="200" y="1203"/>
                  <a:pt x="200" y="1203"/>
                  <a:pt x="200" y="1203"/>
                </a:cubicBezTo>
                <a:cubicBezTo>
                  <a:pt x="179" y="1185"/>
                  <a:pt x="179" y="1185"/>
                  <a:pt x="179" y="1185"/>
                </a:cubicBezTo>
                <a:lnTo>
                  <a:pt x="238" y="1117"/>
                </a:lnTo>
                <a:close/>
                <a:moveTo>
                  <a:pt x="345" y="1243"/>
                </a:moveTo>
                <a:cubicBezTo>
                  <a:pt x="332" y="1162"/>
                  <a:pt x="332" y="1162"/>
                  <a:pt x="332" y="1162"/>
                </a:cubicBezTo>
                <a:cubicBezTo>
                  <a:pt x="360" y="1178"/>
                  <a:pt x="360" y="1178"/>
                  <a:pt x="360" y="1178"/>
                </a:cubicBezTo>
                <a:cubicBezTo>
                  <a:pt x="367" y="1228"/>
                  <a:pt x="367" y="1228"/>
                  <a:pt x="367" y="1228"/>
                </a:cubicBezTo>
                <a:cubicBezTo>
                  <a:pt x="411" y="1202"/>
                  <a:pt x="411" y="1202"/>
                  <a:pt x="411" y="1202"/>
                </a:cubicBezTo>
                <a:cubicBezTo>
                  <a:pt x="441" y="1213"/>
                  <a:pt x="441" y="1213"/>
                  <a:pt x="441" y="1213"/>
                </a:cubicBezTo>
                <a:cubicBezTo>
                  <a:pt x="370" y="1254"/>
                  <a:pt x="370" y="1254"/>
                  <a:pt x="370" y="1254"/>
                </a:cubicBezTo>
                <a:cubicBezTo>
                  <a:pt x="350" y="1296"/>
                  <a:pt x="350" y="1296"/>
                  <a:pt x="350" y="1296"/>
                </a:cubicBezTo>
                <a:cubicBezTo>
                  <a:pt x="326" y="1285"/>
                  <a:pt x="326" y="1285"/>
                  <a:pt x="326" y="1285"/>
                </a:cubicBezTo>
                <a:lnTo>
                  <a:pt x="345" y="1243"/>
                </a:lnTo>
                <a:close/>
                <a:moveTo>
                  <a:pt x="756" y="1230"/>
                </a:moveTo>
                <a:cubicBezTo>
                  <a:pt x="838" y="1206"/>
                  <a:pt x="838" y="1206"/>
                  <a:pt x="838" y="1206"/>
                </a:cubicBezTo>
                <a:cubicBezTo>
                  <a:pt x="844" y="1227"/>
                  <a:pt x="844" y="1227"/>
                  <a:pt x="844" y="1227"/>
                </a:cubicBezTo>
                <a:cubicBezTo>
                  <a:pt x="788" y="1244"/>
                  <a:pt x="788" y="1244"/>
                  <a:pt x="788" y="1244"/>
                </a:cubicBezTo>
                <a:cubicBezTo>
                  <a:pt x="795" y="1265"/>
                  <a:pt x="795" y="1265"/>
                  <a:pt x="795" y="1265"/>
                </a:cubicBezTo>
                <a:cubicBezTo>
                  <a:pt x="841" y="1251"/>
                  <a:pt x="841" y="1251"/>
                  <a:pt x="841" y="1251"/>
                </a:cubicBezTo>
                <a:cubicBezTo>
                  <a:pt x="847" y="1273"/>
                  <a:pt x="847" y="1273"/>
                  <a:pt x="847" y="1273"/>
                </a:cubicBezTo>
                <a:cubicBezTo>
                  <a:pt x="801" y="1286"/>
                  <a:pt x="801" y="1286"/>
                  <a:pt x="801" y="1286"/>
                </a:cubicBezTo>
                <a:cubicBezTo>
                  <a:pt x="814" y="1330"/>
                  <a:pt x="814" y="1330"/>
                  <a:pt x="814" y="1330"/>
                </a:cubicBezTo>
                <a:cubicBezTo>
                  <a:pt x="788" y="1338"/>
                  <a:pt x="788" y="1338"/>
                  <a:pt x="788" y="1338"/>
                </a:cubicBezTo>
                <a:lnTo>
                  <a:pt x="756" y="1230"/>
                </a:lnTo>
                <a:close/>
                <a:moveTo>
                  <a:pt x="1167" y="856"/>
                </a:moveTo>
                <a:cubicBezTo>
                  <a:pt x="1179" y="807"/>
                  <a:pt x="1179" y="807"/>
                  <a:pt x="1179" y="807"/>
                </a:cubicBezTo>
                <a:cubicBezTo>
                  <a:pt x="1187" y="778"/>
                  <a:pt x="1205" y="768"/>
                  <a:pt x="1226" y="773"/>
                </a:cubicBezTo>
                <a:cubicBezTo>
                  <a:pt x="1250" y="779"/>
                  <a:pt x="1262" y="799"/>
                  <a:pt x="1255" y="830"/>
                </a:cubicBezTo>
                <a:cubicBezTo>
                  <a:pt x="1253" y="836"/>
                  <a:pt x="1250" y="843"/>
                  <a:pt x="1247" y="848"/>
                </a:cubicBezTo>
                <a:cubicBezTo>
                  <a:pt x="1283" y="857"/>
                  <a:pt x="1283" y="857"/>
                  <a:pt x="1283" y="857"/>
                </a:cubicBezTo>
                <a:cubicBezTo>
                  <a:pt x="1276" y="883"/>
                  <a:pt x="1276" y="883"/>
                  <a:pt x="1276" y="883"/>
                </a:cubicBezTo>
                <a:lnTo>
                  <a:pt x="1167" y="856"/>
                </a:lnTo>
                <a:close/>
                <a:moveTo>
                  <a:pt x="1221" y="800"/>
                </a:moveTo>
                <a:cubicBezTo>
                  <a:pt x="1212" y="798"/>
                  <a:pt x="1204" y="802"/>
                  <a:pt x="1201" y="814"/>
                </a:cubicBezTo>
                <a:cubicBezTo>
                  <a:pt x="1196" y="835"/>
                  <a:pt x="1196" y="835"/>
                  <a:pt x="1196" y="835"/>
                </a:cubicBezTo>
                <a:cubicBezTo>
                  <a:pt x="1226" y="843"/>
                  <a:pt x="1226" y="843"/>
                  <a:pt x="1226" y="843"/>
                </a:cubicBezTo>
                <a:cubicBezTo>
                  <a:pt x="1229" y="838"/>
                  <a:pt x="1232" y="831"/>
                  <a:pt x="1233" y="826"/>
                </a:cubicBezTo>
                <a:cubicBezTo>
                  <a:pt x="1237" y="812"/>
                  <a:pt x="1232" y="803"/>
                  <a:pt x="1221" y="800"/>
                </a:cubicBezTo>
                <a:close/>
                <a:moveTo>
                  <a:pt x="852" y="89"/>
                </a:moveTo>
                <a:cubicBezTo>
                  <a:pt x="845" y="124"/>
                  <a:pt x="813" y="144"/>
                  <a:pt x="778" y="137"/>
                </a:cubicBezTo>
                <a:cubicBezTo>
                  <a:pt x="759" y="134"/>
                  <a:pt x="743" y="124"/>
                  <a:pt x="735" y="108"/>
                </a:cubicBezTo>
                <a:cubicBezTo>
                  <a:pt x="757" y="96"/>
                  <a:pt x="757" y="96"/>
                  <a:pt x="757" y="96"/>
                </a:cubicBezTo>
                <a:cubicBezTo>
                  <a:pt x="761" y="104"/>
                  <a:pt x="771" y="112"/>
                  <a:pt x="782" y="114"/>
                </a:cubicBezTo>
                <a:cubicBezTo>
                  <a:pt x="804" y="119"/>
                  <a:pt x="822" y="106"/>
                  <a:pt x="826" y="85"/>
                </a:cubicBezTo>
                <a:cubicBezTo>
                  <a:pt x="830" y="61"/>
                  <a:pt x="818" y="44"/>
                  <a:pt x="797" y="40"/>
                </a:cubicBezTo>
                <a:cubicBezTo>
                  <a:pt x="785" y="38"/>
                  <a:pt x="773" y="42"/>
                  <a:pt x="766" y="46"/>
                </a:cubicBezTo>
                <a:cubicBezTo>
                  <a:pt x="763" y="60"/>
                  <a:pt x="763" y="60"/>
                  <a:pt x="763" y="60"/>
                </a:cubicBezTo>
                <a:cubicBezTo>
                  <a:pt x="790" y="65"/>
                  <a:pt x="790" y="65"/>
                  <a:pt x="790" y="65"/>
                </a:cubicBezTo>
                <a:cubicBezTo>
                  <a:pt x="786" y="86"/>
                  <a:pt x="786" y="86"/>
                  <a:pt x="786" y="86"/>
                </a:cubicBezTo>
                <a:cubicBezTo>
                  <a:pt x="734" y="76"/>
                  <a:pt x="734" y="76"/>
                  <a:pt x="734" y="76"/>
                </a:cubicBezTo>
                <a:cubicBezTo>
                  <a:pt x="747" y="9"/>
                  <a:pt x="747" y="9"/>
                  <a:pt x="747" y="9"/>
                </a:cubicBezTo>
                <a:cubicBezTo>
                  <a:pt x="769" y="13"/>
                  <a:pt x="769" y="13"/>
                  <a:pt x="769" y="13"/>
                </a:cubicBezTo>
                <a:cubicBezTo>
                  <a:pt x="767" y="24"/>
                  <a:pt x="767" y="24"/>
                  <a:pt x="767" y="24"/>
                </a:cubicBezTo>
                <a:cubicBezTo>
                  <a:pt x="777" y="18"/>
                  <a:pt x="792" y="16"/>
                  <a:pt x="805" y="19"/>
                </a:cubicBezTo>
                <a:cubicBezTo>
                  <a:pt x="837" y="25"/>
                  <a:pt x="858" y="55"/>
                  <a:pt x="852" y="89"/>
                </a:cubicBezTo>
                <a:close/>
                <a:moveTo>
                  <a:pt x="1137" y="228"/>
                </a:moveTo>
                <a:cubicBezTo>
                  <a:pt x="1119" y="207"/>
                  <a:pt x="1119" y="207"/>
                  <a:pt x="1119" y="207"/>
                </a:cubicBezTo>
                <a:cubicBezTo>
                  <a:pt x="1034" y="280"/>
                  <a:pt x="1034" y="280"/>
                  <a:pt x="1034" y="280"/>
                </a:cubicBezTo>
                <a:cubicBezTo>
                  <a:pt x="1050" y="301"/>
                  <a:pt x="1050" y="301"/>
                  <a:pt x="1050" y="301"/>
                </a:cubicBezTo>
                <a:cubicBezTo>
                  <a:pt x="1084" y="273"/>
                  <a:pt x="1084" y="273"/>
                  <a:pt x="1084" y="273"/>
                </a:cubicBezTo>
                <a:cubicBezTo>
                  <a:pt x="1116" y="312"/>
                  <a:pt x="1116" y="312"/>
                  <a:pt x="1116" y="312"/>
                </a:cubicBezTo>
                <a:cubicBezTo>
                  <a:pt x="1082" y="339"/>
                  <a:pt x="1082" y="339"/>
                  <a:pt x="1082" y="339"/>
                </a:cubicBezTo>
                <a:cubicBezTo>
                  <a:pt x="1099" y="360"/>
                  <a:pt x="1099" y="360"/>
                  <a:pt x="1099" y="360"/>
                </a:cubicBezTo>
                <a:cubicBezTo>
                  <a:pt x="1187" y="290"/>
                  <a:pt x="1187" y="290"/>
                  <a:pt x="1187" y="290"/>
                </a:cubicBezTo>
                <a:cubicBezTo>
                  <a:pt x="1170" y="269"/>
                  <a:pt x="1170" y="269"/>
                  <a:pt x="1170" y="269"/>
                </a:cubicBezTo>
                <a:cubicBezTo>
                  <a:pt x="1133" y="298"/>
                  <a:pt x="1133" y="298"/>
                  <a:pt x="1133" y="298"/>
                </a:cubicBezTo>
                <a:cubicBezTo>
                  <a:pt x="1101" y="258"/>
                  <a:pt x="1101" y="258"/>
                  <a:pt x="1101" y="258"/>
                </a:cubicBezTo>
                <a:lnTo>
                  <a:pt x="1137" y="228"/>
                </a:lnTo>
                <a:close/>
                <a:moveTo>
                  <a:pt x="629" y="1360"/>
                </a:moveTo>
                <a:cubicBezTo>
                  <a:pt x="663" y="1360"/>
                  <a:pt x="692" y="1335"/>
                  <a:pt x="692" y="1299"/>
                </a:cubicBezTo>
                <a:cubicBezTo>
                  <a:pt x="692" y="1264"/>
                  <a:pt x="663" y="1239"/>
                  <a:pt x="629" y="1239"/>
                </a:cubicBezTo>
                <a:cubicBezTo>
                  <a:pt x="595" y="1239"/>
                  <a:pt x="567" y="1264"/>
                  <a:pt x="567" y="1299"/>
                </a:cubicBezTo>
                <a:cubicBezTo>
                  <a:pt x="567" y="1335"/>
                  <a:pt x="595" y="1360"/>
                  <a:pt x="629" y="1360"/>
                </a:cubicBezTo>
                <a:close/>
                <a:moveTo>
                  <a:pt x="593" y="1299"/>
                </a:moveTo>
                <a:cubicBezTo>
                  <a:pt x="593" y="1279"/>
                  <a:pt x="610" y="1263"/>
                  <a:pt x="629" y="1263"/>
                </a:cubicBezTo>
                <a:cubicBezTo>
                  <a:pt x="649" y="1263"/>
                  <a:pt x="665" y="1279"/>
                  <a:pt x="665" y="1299"/>
                </a:cubicBezTo>
                <a:cubicBezTo>
                  <a:pt x="665" y="1320"/>
                  <a:pt x="649" y="1336"/>
                  <a:pt x="629" y="1336"/>
                </a:cubicBezTo>
                <a:cubicBezTo>
                  <a:pt x="610" y="1336"/>
                  <a:pt x="593" y="1320"/>
                  <a:pt x="593" y="1299"/>
                </a:cubicBezTo>
                <a:close/>
                <a:moveTo>
                  <a:pt x="1177" y="531"/>
                </a:moveTo>
                <a:cubicBezTo>
                  <a:pt x="1169" y="508"/>
                  <a:pt x="1169" y="508"/>
                  <a:pt x="1169" y="508"/>
                </a:cubicBezTo>
                <a:cubicBezTo>
                  <a:pt x="1213" y="430"/>
                  <a:pt x="1213" y="430"/>
                  <a:pt x="1213" y="430"/>
                </a:cubicBezTo>
                <a:cubicBezTo>
                  <a:pt x="1149" y="455"/>
                  <a:pt x="1149" y="455"/>
                  <a:pt x="1149" y="455"/>
                </a:cubicBezTo>
                <a:cubicBezTo>
                  <a:pt x="1140" y="431"/>
                  <a:pt x="1140" y="431"/>
                  <a:pt x="1140" y="431"/>
                </a:cubicBezTo>
                <a:cubicBezTo>
                  <a:pt x="1245" y="390"/>
                  <a:pt x="1245" y="390"/>
                  <a:pt x="1245" y="390"/>
                </a:cubicBezTo>
                <a:cubicBezTo>
                  <a:pt x="1254" y="414"/>
                  <a:pt x="1254" y="414"/>
                  <a:pt x="1254" y="414"/>
                </a:cubicBezTo>
                <a:cubicBezTo>
                  <a:pt x="1251" y="415"/>
                  <a:pt x="1251" y="415"/>
                  <a:pt x="1251" y="415"/>
                </a:cubicBezTo>
                <a:cubicBezTo>
                  <a:pt x="1248" y="417"/>
                  <a:pt x="1243" y="421"/>
                  <a:pt x="1241" y="426"/>
                </a:cubicBezTo>
                <a:cubicBezTo>
                  <a:pt x="1202" y="495"/>
                  <a:pt x="1202" y="495"/>
                  <a:pt x="1202" y="495"/>
                </a:cubicBezTo>
                <a:cubicBezTo>
                  <a:pt x="1274" y="469"/>
                  <a:pt x="1274" y="469"/>
                  <a:pt x="1274" y="469"/>
                </a:cubicBezTo>
                <a:cubicBezTo>
                  <a:pt x="1283" y="493"/>
                  <a:pt x="1283" y="493"/>
                  <a:pt x="1283" y="493"/>
                </a:cubicBezTo>
                <a:lnTo>
                  <a:pt x="1177" y="531"/>
                </a:lnTo>
                <a:close/>
                <a:moveTo>
                  <a:pt x="1195" y="692"/>
                </a:moveTo>
                <a:cubicBezTo>
                  <a:pt x="1191" y="607"/>
                  <a:pt x="1191" y="607"/>
                  <a:pt x="1191" y="607"/>
                </a:cubicBezTo>
                <a:cubicBezTo>
                  <a:pt x="1214" y="606"/>
                  <a:pt x="1214" y="606"/>
                  <a:pt x="1214" y="606"/>
                </a:cubicBezTo>
                <a:cubicBezTo>
                  <a:pt x="1216" y="664"/>
                  <a:pt x="1216" y="664"/>
                  <a:pt x="1216" y="664"/>
                </a:cubicBezTo>
                <a:cubicBezTo>
                  <a:pt x="1238" y="663"/>
                  <a:pt x="1238" y="663"/>
                  <a:pt x="1238" y="663"/>
                </a:cubicBezTo>
                <a:cubicBezTo>
                  <a:pt x="1236" y="615"/>
                  <a:pt x="1236" y="615"/>
                  <a:pt x="1236" y="615"/>
                </a:cubicBezTo>
                <a:cubicBezTo>
                  <a:pt x="1258" y="614"/>
                  <a:pt x="1258" y="614"/>
                  <a:pt x="1258" y="614"/>
                </a:cubicBezTo>
                <a:cubicBezTo>
                  <a:pt x="1261" y="662"/>
                  <a:pt x="1261" y="662"/>
                  <a:pt x="1261" y="662"/>
                </a:cubicBezTo>
                <a:cubicBezTo>
                  <a:pt x="1284" y="661"/>
                  <a:pt x="1284" y="661"/>
                  <a:pt x="1284" y="661"/>
                </a:cubicBezTo>
                <a:cubicBezTo>
                  <a:pt x="1281" y="603"/>
                  <a:pt x="1281" y="603"/>
                  <a:pt x="1281" y="603"/>
                </a:cubicBezTo>
                <a:cubicBezTo>
                  <a:pt x="1304" y="602"/>
                  <a:pt x="1304" y="602"/>
                  <a:pt x="1304" y="602"/>
                </a:cubicBezTo>
                <a:cubicBezTo>
                  <a:pt x="1308" y="687"/>
                  <a:pt x="1308" y="687"/>
                  <a:pt x="1308" y="687"/>
                </a:cubicBezTo>
                <a:lnTo>
                  <a:pt x="1195" y="692"/>
                </a:lnTo>
                <a:close/>
                <a:moveTo>
                  <a:pt x="963" y="86"/>
                </a:moveTo>
                <a:cubicBezTo>
                  <a:pt x="938" y="73"/>
                  <a:pt x="938" y="73"/>
                  <a:pt x="938" y="73"/>
                </a:cubicBezTo>
                <a:cubicBezTo>
                  <a:pt x="922" y="194"/>
                  <a:pt x="922" y="194"/>
                  <a:pt x="922" y="194"/>
                </a:cubicBezTo>
                <a:cubicBezTo>
                  <a:pt x="946" y="209"/>
                  <a:pt x="946" y="209"/>
                  <a:pt x="946" y="209"/>
                </a:cubicBezTo>
                <a:cubicBezTo>
                  <a:pt x="1049" y="144"/>
                  <a:pt x="1049" y="144"/>
                  <a:pt x="1049" y="144"/>
                </a:cubicBezTo>
                <a:cubicBezTo>
                  <a:pt x="1027" y="127"/>
                  <a:pt x="1027" y="127"/>
                  <a:pt x="1027" y="127"/>
                </a:cubicBezTo>
                <a:cubicBezTo>
                  <a:pt x="1006" y="141"/>
                  <a:pt x="1006" y="141"/>
                  <a:pt x="1006" y="141"/>
                </a:cubicBezTo>
                <a:cubicBezTo>
                  <a:pt x="959" y="111"/>
                  <a:pt x="959" y="111"/>
                  <a:pt x="959" y="111"/>
                </a:cubicBezTo>
                <a:lnTo>
                  <a:pt x="963" y="86"/>
                </a:lnTo>
                <a:close/>
                <a:moveTo>
                  <a:pt x="986" y="155"/>
                </a:moveTo>
                <a:cubicBezTo>
                  <a:pt x="948" y="180"/>
                  <a:pt x="948" y="180"/>
                  <a:pt x="948" y="180"/>
                </a:cubicBezTo>
                <a:cubicBezTo>
                  <a:pt x="955" y="135"/>
                  <a:pt x="955" y="135"/>
                  <a:pt x="955" y="135"/>
                </a:cubicBezTo>
                <a:lnTo>
                  <a:pt x="986" y="155"/>
                </a:lnTo>
                <a:close/>
                <a:moveTo>
                  <a:pt x="1211" y="1035"/>
                </a:moveTo>
                <a:cubicBezTo>
                  <a:pt x="1229" y="1005"/>
                  <a:pt x="1222" y="968"/>
                  <a:pt x="1192" y="950"/>
                </a:cubicBezTo>
                <a:cubicBezTo>
                  <a:pt x="1161" y="931"/>
                  <a:pt x="1125" y="942"/>
                  <a:pt x="1107" y="971"/>
                </a:cubicBezTo>
                <a:cubicBezTo>
                  <a:pt x="1089" y="1000"/>
                  <a:pt x="1096" y="1037"/>
                  <a:pt x="1126" y="1056"/>
                </a:cubicBezTo>
                <a:cubicBezTo>
                  <a:pt x="1157" y="1074"/>
                  <a:pt x="1193" y="1064"/>
                  <a:pt x="1211" y="1035"/>
                </a:cubicBezTo>
                <a:close/>
                <a:moveTo>
                  <a:pt x="1140" y="1033"/>
                </a:moveTo>
                <a:cubicBezTo>
                  <a:pt x="1123" y="1023"/>
                  <a:pt x="1118" y="1001"/>
                  <a:pt x="1128" y="984"/>
                </a:cubicBezTo>
                <a:cubicBezTo>
                  <a:pt x="1138" y="967"/>
                  <a:pt x="1160" y="961"/>
                  <a:pt x="1178" y="972"/>
                </a:cubicBezTo>
                <a:cubicBezTo>
                  <a:pt x="1195" y="983"/>
                  <a:pt x="1200" y="1005"/>
                  <a:pt x="1190" y="1022"/>
                </a:cubicBezTo>
                <a:cubicBezTo>
                  <a:pt x="1180" y="1038"/>
                  <a:pt x="1158" y="1044"/>
                  <a:pt x="1140" y="1033"/>
                </a:cubicBezTo>
                <a:close/>
                <a:moveTo>
                  <a:pt x="1074" y="1144"/>
                </a:moveTo>
                <a:cubicBezTo>
                  <a:pt x="1075" y="1155"/>
                  <a:pt x="1070" y="1166"/>
                  <a:pt x="1062" y="1174"/>
                </a:cubicBezTo>
                <a:cubicBezTo>
                  <a:pt x="1047" y="1186"/>
                  <a:pt x="1024" y="1185"/>
                  <a:pt x="1011" y="1169"/>
                </a:cubicBezTo>
                <a:cubicBezTo>
                  <a:pt x="997" y="1153"/>
                  <a:pt x="1000" y="1131"/>
                  <a:pt x="1015" y="1118"/>
                </a:cubicBezTo>
                <a:cubicBezTo>
                  <a:pt x="1024" y="1111"/>
                  <a:pt x="1035" y="1108"/>
                  <a:pt x="1046" y="1110"/>
                </a:cubicBezTo>
                <a:cubicBezTo>
                  <a:pt x="1051" y="1085"/>
                  <a:pt x="1051" y="1085"/>
                  <a:pt x="1051" y="1085"/>
                </a:cubicBezTo>
                <a:cubicBezTo>
                  <a:pt x="1033" y="1082"/>
                  <a:pt x="1014" y="1087"/>
                  <a:pt x="999" y="1099"/>
                </a:cubicBezTo>
                <a:cubicBezTo>
                  <a:pt x="973" y="1121"/>
                  <a:pt x="968" y="1159"/>
                  <a:pt x="990" y="1186"/>
                </a:cubicBezTo>
                <a:cubicBezTo>
                  <a:pt x="1013" y="1213"/>
                  <a:pt x="1051" y="1214"/>
                  <a:pt x="1077" y="1192"/>
                </a:cubicBezTo>
                <a:cubicBezTo>
                  <a:pt x="1093" y="1179"/>
                  <a:pt x="1101" y="1160"/>
                  <a:pt x="1100" y="1141"/>
                </a:cubicBezTo>
                <a:lnTo>
                  <a:pt x="1074" y="1144"/>
                </a:lnTo>
                <a:close/>
                <a:moveTo>
                  <a:pt x="61" y="983"/>
                </a:moveTo>
                <a:cubicBezTo>
                  <a:pt x="50" y="980"/>
                  <a:pt x="41" y="973"/>
                  <a:pt x="36" y="962"/>
                </a:cubicBezTo>
                <a:cubicBezTo>
                  <a:pt x="28" y="945"/>
                  <a:pt x="36" y="923"/>
                  <a:pt x="54" y="915"/>
                </a:cubicBezTo>
                <a:cubicBezTo>
                  <a:pt x="73" y="906"/>
                  <a:pt x="94" y="914"/>
                  <a:pt x="102" y="932"/>
                </a:cubicBezTo>
                <a:cubicBezTo>
                  <a:pt x="107" y="943"/>
                  <a:pt x="107" y="954"/>
                  <a:pt x="101" y="964"/>
                </a:cubicBezTo>
                <a:cubicBezTo>
                  <a:pt x="125" y="976"/>
                  <a:pt x="125" y="976"/>
                  <a:pt x="125" y="976"/>
                </a:cubicBezTo>
                <a:cubicBezTo>
                  <a:pt x="133" y="959"/>
                  <a:pt x="133" y="940"/>
                  <a:pt x="125" y="922"/>
                </a:cubicBezTo>
                <a:cubicBezTo>
                  <a:pt x="110" y="891"/>
                  <a:pt x="76" y="876"/>
                  <a:pt x="43" y="891"/>
                </a:cubicBezTo>
                <a:cubicBezTo>
                  <a:pt x="11" y="906"/>
                  <a:pt x="0" y="942"/>
                  <a:pt x="14" y="973"/>
                </a:cubicBezTo>
                <a:cubicBezTo>
                  <a:pt x="23" y="992"/>
                  <a:pt x="39" y="1004"/>
                  <a:pt x="58" y="1008"/>
                </a:cubicBezTo>
                <a:lnTo>
                  <a:pt x="61" y="983"/>
                </a:lnTo>
                <a:close/>
                <a:moveTo>
                  <a:pt x="481" y="130"/>
                </a:moveTo>
                <a:cubicBezTo>
                  <a:pt x="459" y="139"/>
                  <a:pt x="459" y="139"/>
                  <a:pt x="459" y="139"/>
                </a:cubicBezTo>
                <a:cubicBezTo>
                  <a:pt x="380" y="95"/>
                  <a:pt x="380" y="95"/>
                  <a:pt x="380" y="95"/>
                </a:cubicBezTo>
                <a:cubicBezTo>
                  <a:pt x="406" y="159"/>
                  <a:pt x="406" y="159"/>
                  <a:pt x="406" y="159"/>
                </a:cubicBezTo>
                <a:cubicBezTo>
                  <a:pt x="381" y="168"/>
                  <a:pt x="381" y="168"/>
                  <a:pt x="381" y="168"/>
                </a:cubicBezTo>
                <a:cubicBezTo>
                  <a:pt x="340" y="63"/>
                  <a:pt x="340" y="63"/>
                  <a:pt x="340" y="63"/>
                </a:cubicBezTo>
                <a:cubicBezTo>
                  <a:pt x="364" y="54"/>
                  <a:pt x="364" y="54"/>
                  <a:pt x="364" y="54"/>
                </a:cubicBezTo>
                <a:cubicBezTo>
                  <a:pt x="365" y="57"/>
                  <a:pt x="365" y="57"/>
                  <a:pt x="365" y="57"/>
                </a:cubicBezTo>
                <a:cubicBezTo>
                  <a:pt x="367" y="60"/>
                  <a:pt x="371" y="64"/>
                  <a:pt x="376" y="67"/>
                </a:cubicBezTo>
                <a:cubicBezTo>
                  <a:pt x="445" y="106"/>
                  <a:pt x="445" y="106"/>
                  <a:pt x="445" y="106"/>
                </a:cubicBezTo>
                <a:cubicBezTo>
                  <a:pt x="419" y="34"/>
                  <a:pt x="419" y="34"/>
                  <a:pt x="419" y="34"/>
                </a:cubicBezTo>
                <a:cubicBezTo>
                  <a:pt x="444" y="24"/>
                  <a:pt x="444" y="24"/>
                  <a:pt x="444" y="24"/>
                </a:cubicBezTo>
                <a:lnTo>
                  <a:pt x="481" y="130"/>
                </a:lnTo>
                <a:close/>
                <a:moveTo>
                  <a:pt x="642" y="112"/>
                </a:moveTo>
                <a:cubicBezTo>
                  <a:pt x="557" y="116"/>
                  <a:pt x="557" y="116"/>
                  <a:pt x="557" y="116"/>
                </a:cubicBezTo>
                <a:cubicBezTo>
                  <a:pt x="556" y="94"/>
                  <a:pt x="556" y="94"/>
                  <a:pt x="556" y="94"/>
                </a:cubicBezTo>
                <a:cubicBezTo>
                  <a:pt x="614" y="91"/>
                  <a:pt x="614" y="91"/>
                  <a:pt x="614" y="91"/>
                </a:cubicBezTo>
                <a:cubicBezTo>
                  <a:pt x="613" y="69"/>
                  <a:pt x="613" y="69"/>
                  <a:pt x="613" y="69"/>
                </a:cubicBezTo>
                <a:cubicBezTo>
                  <a:pt x="565" y="71"/>
                  <a:pt x="565" y="71"/>
                  <a:pt x="565" y="71"/>
                </a:cubicBezTo>
                <a:cubicBezTo>
                  <a:pt x="564" y="49"/>
                  <a:pt x="564" y="49"/>
                  <a:pt x="564" y="49"/>
                </a:cubicBezTo>
                <a:cubicBezTo>
                  <a:pt x="612" y="47"/>
                  <a:pt x="612" y="47"/>
                  <a:pt x="612" y="47"/>
                </a:cubicBezTo>
                <a:cubicBezTo>
                  <a:pt x="611" y="23"/>
                  <a:pt x="611" y="23"/>
                  <a:pt x="611" y="23"/>
                </a:cubicBezTo>
                <a:cubicBezTo>
                  <a:pt x="553" y="26"/>
                  <a:pt x="553" y="26"/>
                  <a:pt x="553" y="26"/>
                </a:cubicBezTo>
                <a:cubicBezTo>
                  <a:pt x="552" y="4"/>
                  <a:pt x="552" y="4"/>
                  <a:pt x="552" y="4"/>
                </a:cubicBezTo>
                <a:cubicBezTo>
                  <a:pt x="637" y="0"/>
                  <a:pt x="637" y="0"/>
                  <a:pt x="637" y="0"/>
                </a:cubicBezTo>
                <a:lnTo>
                  <a:pt x="642" y="112"/>
                </a:lnTo>
                <a:close/>
              </a:path>
            </a:pathLst>
          </a:custGeom>
          <a:solidFill>
            <a:srgbClr val="0D1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8932" tIns="14466" rIns="28932" bIns="14466" numCol="1" anchor="t" anchorCtr="0" compatLnSpc="1">
            <a:prstTxWarp prst="textNoShape">
              <a:avLst/>
            </a:prstTxWarp>
          </a:bodyPr>
          <a:lstStyle/>
          <a:p>
            <a:endParaRPr lang="da-DK" sz="570"/>
          </a:p>
        </p:txBody>
      </p:sp>
    </p:spTree>
    <p:extLst>
      <p:ext uri="{BB962C8B-B14F-4D97-AF65-F5344CB8AC3E}">
        <p14:creationId xmlns:p14="http://schemas.microsoft.com/office/powerpoint/2010/main" val="37693429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UK_Forside hvid med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000" y="1356231"/>
            <a:ext cx="6815538" cy="3006449"/>
          </a:xfrm>
        </p:spPr>
        <p:txBody>
          <a:bodyPr anchor="b" anchorCtr="0">
            <a:normAutofit/>
          </a:bodyPr>
          <a:lstStyle>
            <a:lvl1pPr algn="l">
              <a:defRPr sz="2278"/>
            </a:lvl1pPr>
          </a:lstStyle>
          <a:p>
            <a:r>
              <a:rPr lang="da-DK" dirty="0"/>
              <a:t>Indsæt titel</a:t>
            </a:r>
          </a:p>
        </p:txBody>
      </p:sp>
      <p:sp>
        <p:nvSpPr>
          <p:cNvPr id="13" name="Subtitle 2">
            <a:extLst>
              <a:ext uri="{FF2B5EF4-FFF2-40B4-BE49-F238E27FC236}">
                <a16:creationId xmlns:a16="http://schemas.microsoft.com/office/drawing/2014/main" id="{10DD521F-6FFD-4064-912D-D1ACEADD8155}"/>
              </a:ext>
            </a:extLst>
          </p:cNvPr>
          <p:cNvSpPr>
            <a:spLocks noGrp="1"/>
          </p:cNvSpPr>
          <p:nvPr>
            <p:ph type="subTitle" idx="1" hasCustomPrompt="1"/>
          </p:nvPr>
        </p:nvSpPr>
        <p:spPr>
          <a:xfrm>
            <a:off x="720002" y="5327667"/>
            <a:ext cx="4097589" cy="810331"/>
          </a:xfrm>
        </p:spPr>
        <p:txBody>
          <a:bodyPr>
            <a:normAutofit/>
          </a:bodyPr>
          <a:lstStyle>
            <a:lvl1pPr marL="0" indent="0" algn="l">
              <a:spcBef>
                <a:spcPts val="0"/>
              </a:spcBef>
              <a:spcAft>
                <a:spcPts val="0"/>
              </a:spcAft>
              <a:buFont typeface="Arial" panose="020B0604020202020204" pitchFamily="34" charset="0"/>
              <a:buChar char="​"/>
              <a:defRPr sz="791" b="1">
                <a:latin typeface="KBH" panose="00000500000000000000" pitchFamily="2" charset="0"/>
              </a:defRPr>
            </a:lvl1pPr>
            <a:lvl2pPr marL="0" indent="0" algn="l">
              <a:buFont typeface="Arial" panose="020B0604020202020204" pitchFamily="34" charset="0"/>
              <a:buChar char="​"/>
              <a:defRPr sz="633" b="1">
                <a:latin typeface="KBH Tekst" panose="00000500000000000000" pitchFamily="2" charset="0"/>
              </a:defRPr>
            </a:lvl2pPr>
            <a:lvl3pPr marL="0" indent="0" algn="l">
              <a:buFont typeface="Arial" panose="020B0604020202020204" pitchFamily="34" charset="0"/>
              <a:buChar char="​"/>
              <a:defRPr sz="633" b="1">
                <a:latin typeface="KBH Tekst" panose="00000500000000000000" pitchFamily="2" charset="0"/>
              </a:defRPr>
            </a:lvl3pPr>
            <a:lvl4pPr marL="0" indent="0" algn="l">
              <a:buFont typeface="Arial" panose="020B0604020202020204" pitchFamily="34" charset="0"/>
              <a:buChar char="​"/>
              <a:defRPr sz="633" b="1">
                <a:latin typeface="KBH Tekst" panose="00000500000000000000" pitchFamily="2" charset="0"/>
              </a:defRPr>
            </a:lvl4pPr>
            <a:lvl5pPr marL="0" indent="0" algn="l">
              <a:buFont typeface="Arial" panose="020B0604020202020204" pitchFamily="34" charset="0"/>
              <a:buChar char="​"/>
              <a:defRPr sz="633" b="1">
                <a:latin typeface="KBH Tekst" panose="00000500000000000000" pitchFamily="2" charset="0"/>
              </a:defRPr>
            </a:lvl5pPr>
            <a:lvl6pPr marL="0" indent="0" algn="l">
              <a:buFont typeface="Arial" panose="020B0604020202020204" pitchFamily="34" charset="0"/>
              <a:buChar char="​"/>
              <a:defRPr sz="633" b="1">
                <a:latin typeface="KBH Tekst" panose="00000500000000000000" pitchFamily="2" charset="0"/>
              </a:defRPr>
            </a:lvl6pPr>
            <a:lvl7pPr marL="0" indent="0" algn="l">
              <a:buFont typeface="Arial" panose="020B0604020202020204" pitchFamily="34" charset="0"/>
              <a:buChar char="​"/>
              <a:defRPr sz="633" b="1">
                <a:latin typeface="KBH Tekst" panose="00000500000000000000" pitchFamily="2" charset="0"/>
              </a:defRPr>
            </a:lvl7pPr>
            <a:lvl8pPr marL="0" indent="0" algn="l">
              <a:buFont typeface="Arial" panose="020B0604020202020204" pitchFamily="34" charset="0"/>
              <a:buChar char="​"/>
              <a:defRPr sz="633" b="1">
                <a:latin typeface="KBH Tekst" panose="00000500000000000000" pitchFamily="2" charset="0"/>
              </a:defRPr>
            </a:lvl8pPr>
            <a:lvl9pPr marL="0" indent="0" algn="l">
              <a:buFont typeface="Arial" panose="020B0604020202020204" pitchFamily="34" charset="0"/>
              <a:buChar char="​"/>
              <a:defRPr sz="633" b="1">
                <a:latin typeface="KBH Tekst" panose="00000500000000000000" pitchFamily="2" charset="0"/>
              </a:defRPr>
            </a:lvl9pPr>
          </a:lstStyle>
          <a:p>
            <a:r>
              <a:rPr lang="da-DK" dirty="0"/>
              <a:t>Undertitel eller oplægsholder (hvis ingen undertitel)</a:t>
            </a:r>
          </a:p>
        </p:txBody>
      </p:sp>
      <p:sp>
        <p:nvSpPr>
          <p:cNvPr id="4" name="Date_GeneralDate"/>
          <p:cNvSpPr>
            <a:spLocks noGrp="1"/>
          </p:cNvSpPr>
          <p:nvPr>
            <p:ph type="dt" sz="half" idx="10"/>
          </p:nvPr>
        </p:nvSpPr>
        <p:spPr>
          <a:xfrm>
            <a:off x="0" y="6912000"/>
            <a:ext cx="0" cy="0"/>
          </a:xfrm>
        </p:spPr>
        <p:txBody>
          <a:bodyPr/>
          <a:lstStyle>
            <a:lvl1pPr>
              <a:defRPr>
                <a:noFill/>
              </a:defRPr>
            </a:lvl1pPr>
          </a:lstStyle>
          <a:p>
            <a:endParaRPr lang="da-DK" dirty="0"/>
          </a:p>
        </p:txBody>
      </p:sp>
      <p:sp>
        <p:nvSpPr>
          <p:cNvPr id="5" name="FLD_PresentationTitle"/>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6"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
        <p:nvSpPr>
          <p:cNvPr id="16" name="Picture Placeholder 15">
            <a:extLst>
              <a:ext uri="{FF2B5EF4-FFF2-40B4-BE49-F238E27FC236}">
                <a16:creationId xmlns:a16="http://schemas.microsoft.com/office/drawing/2014/main" id="{07127C84-7B2A-461F-B4C4-EA860EEF58CC}"/>
              </a:ext>
            </a:extLst>
          </p:cNvPr>
          <p:cNvSpPr>
            <a:spLocks noGrp="1"/>
          </p:cNvSpPr>
          <p:nvPr>
            <p:ph type="pic" sz="quarter" idx="17"/>
          </p:nvPr>
        </p:nvSpPr>
        <p:spPr>
          <a:xfrm>
            <a:off x="8128800" y="0"/>
            <a:ext cx="4063200" cy="6858000"/>
          </a:xfrm>
        </p:spPr>
        <p:txBody>
          <a:bodyPr tIns="36000"/>
          <a:lstStyle>
            <a:lvl1pPr marL="0" indent="0" algn="ctr">
              <a:buNone/>
              <a:defRPr/>
            </a:lvl1pPr>
          </a:lstStyle>
          <a:p>
            <a:endParaRPr lang="da-DK"/>
          </a:p>
        </p:txBody>
      </p:sp>
      <p:sp>
        <p:nvSpPr>
          <p:cNvPr id="19" name="Text Placeholder 7">
            <a:extLst>
              <a:ext uri="{FF2B5EF4-FFF2-40B4-BE49-F238E27FC236}">
                <a16:creationId xmlns:a16="http://schemas.microsoft.com/office/drawing/2014/main" id="{3BA9EC6C-D882-4644-AA8C-C638EA2AB27D}"/>
              </a:ext>
            </a:extLst>
          </p:cNvPr>
          <p:cNvSpPr>
            <a:spLocks noGrp="1"/>
          </p:cNvSpPr>
          <p:nvPr>
            <p:ph type="body" sz="quarter" idx="18" hasCustomPrompt="1"/>
          </p:nvPr>
        </p:nvSpPr>
        <p:spPr>
          <a:xfrm>
            <a:off x="724878" y="310326"/>
            <a:ext cx="2596665"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dato </a:t>
            </a:r>
            <a:r>
              <a:rPr lang="da-DK" dirty="0" err="1"/>
              <a:t>dd</a:t>
            </a:r>
            <a:r>
              <a:rPr lang="da-DK" dirty="0"/>
              <a:t>. </a:t>
            </a:r>
            <a:r>
              <a:rPr lang="da-DK" dirty="0" err="1"/>
              <a:t>mmmm</a:t>
            </a:r>
            <a:r>
              <a:rPr lang="da-DK" dirty="0"/>
              <a:t> </a:t>
            </a:r>
            <a:r>
              <a:rPr lang="da-DK" dirty="0" err="1"/>
              <a:t>åååå</a:t>
            </a:r>
            <a:endParaRPr lang="da-DK" dirty="0"/>
          </a:p>
        </p:txBody>
      </p:sp>
      <p:sp>
        <p:nvSpPr>
          <p:cNvPr id="20" name="Text Placeholder 9">
            <a:extLst>
              <a:ext uri="{FF2B5EF4-FFF2-40B4-BE49-F238E27FC236}">
                <a16:creationId xmlns:a16="http://schemas.microsoft.com/office/drawing/2014/main" id="{1854DC86-7109-4CBA-B1A5-FAA37E19A3CD}"/>
              </a:ext>
            </a:extLst>
          </p:cNvPr>
          <p:cNvSpPr>
            <a:spLocks noGrp="1"/>
          </p:cNvSpPr>
          <p:nvPr>
            <p:ph type="body" sz="quarter" idx="19" hasCustomPrompt="1"/>
          </p:nvPr>
        </p:nvSpPr>
        <p:spPr>
          <a:xfrm>
            <a:off x="4423999" y="310326"/>
            <a:ext cx="3111540" cy="180000"/>
          </a:xfrm>
        </p:spPr>
        <p:txBody>
          <a:bodyPr anchor="b"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solidFill>
                  <a:schemeClr val="tx1"/>
                </a:solidFill>
                <a:latin typeface="KBH Tekst" panose="00000500000000000000" pitchFamily="2" charset="0"/>
              </a:defRPr>
            </a:lvl2pPr>
            <a:lvl3pPr marL="0" indent="0">
              <a:spcAft>
                <a:spcPts val="0"/>
              </a:spcAft>
              <a:buNone/>
              <a:defRPr sz="317">
                <a:solidFill>
                  <a:schemeClr val="tx1"/>
                </a:solidFill>
                <a:latin typeface="KBH Tekst" panose="00000500000000000000" pitchFamily="2" charset="0"/>
              </a:defRPr>
            </a:lvl3pPr>
            <a:lvl4pPr marL="0" indent="0">
              <a:spcAft>
                <a:spcPts val="0"/>
              </a:spcAft>
              <a:buNone/>
              <a:defRPr sz="317">
                <a:solidFill>
                  <a:schemeClr val="tx1"/>
                </a:solidFill>
                <a:latin typeface="KBH Tekst" panose="00000500000000000000" pitchFamily="2" charset="0"/>
              </a:defRPr>
            </a:lvl4pPr>
            <a:lvl5pPr marL="0" indent="0">
              <a:spcAft>
                <a:spcPts val="0"/>
              </a:spcAft>
              <a:buNone/>
              <a:defRPr sz="317">
                <a:solidFill>
                  <a:schemeClr val="tx1"/>
                </a:solidFill>
                <a:latin typeface="KBH Tekst" panose="00000500000000000000" pitchFamily="2" charset="0"/>
              </a:defRPr>
            </a:lvl5pPr>
          </a:lstStyle>
          <a:p>
            <a:pPr lvl="0"/>
            <a:r>
              <a:rPr lang="da-DK" dirty="0"/>
              <a:t>Klik for at tilføje oplægsholder / enhed</a:t>
            </a:r>
          </a:p>
        </p:txBody>
      </p:sp>
      <p:sp>
        <p:nvSpPr>
          <p:cNvPr id="21" name="Text Placeholder 17">
            <a:extLst>
              <a:ext uri="{FF2B5EF4-FFF2-40B4-BE49-F238E27FC236}">
                <a16:creationId xmlns:a16="http://schemas.microsoft.com/office/drawing/2014/main" id="{830B9519-277F-4E54-8FC0-8193A0D06895}"/>
              </a:ext>
            </a:extLst>
          </p:cNvPr>
          <p:cNvSpPr>
            <a:spLocks noGrp="1"/>
          </p:cNvSpPr>
          <p:nvPr>
            <p:ph type="body" sz="quarter" idx="20" hasCustomPrompt="1"/>
          </p:nvPr>
        </p:nvSpPr>
        <p:spPr>
          <a:xfrm>
            <a:off x="4423999" y="531101"/>
            <a:ext cx="3111540" cy="180000"/>
          </a:xfrm>
        </p:spPr>
        <p:txBody>
          <a:bodyPr anchor="t" anchorCtr="0"/>
          <a:lstStyle>
            <a:lvl1pPr marL="0" indent="0">
              <a:spcAft>
                <a:spcPts val="0"/>
              </a:spcAft>
              <a:buNone/>
              <a:defRPr sz="317">
                <a:solidFill>
                  <a:schemeClr val="tx1"/>
                </a:solidFill>
                <a:latin typeface="KBH Tekst" panose="00000500000000000000" pitchFamily="2" charset="0"/>
              </a:defRPr>
            </a:lvl1pPr>
            <a:lvl2pPr marL="0" indent="0">
              <a:spcAft>
                <a:spcPts val="0"/>
              </a:spcAft>
              <a:buNone/>
              <a:defRPr sz="317">
                <a:latin typeface="KBH Tekst" panose="00000500000000000000" pitchFamily="2" charset="0"/>
              </a:defRPr>
            </a:lvl2pPr>
            <a:lvl3pPr marL="0" indent="0">
              <a:spcAft>
                <a:spcPts val="0"/>
              </a:spcAft>
              <a:buNone/>
              <a:defRPr sz="317">
                <a:latin typeface="KBH Tekst" panose="00000500000000000000" pitchFamily="2" charset="0"/>
              </a:defRPr>
            </a:lvl3pPr>
            <a:lvl4pPr marL="0" indent="0">
              <a:spcAft>
                <a:spcPts val="0"/>
              </a:spcAft>
              <a:buNone/>
              <a:defRPr sz="317">
                <a:latin typeface="KBH Tekst" panose="00000500000000000000" pitchFamily="2" charset="0"/>
              </a:defRPr>
            </a:lvl4pPr>
            <a:lvl5pPr marL="0" indent="0">
              <a:spcAft>
                <a:spcPts val="0"/>
              </a:spcAft>
              <a:buNone/>
              <a:defRPr sz="317">
                <a:latin typeface="KBH Tekst" panose="00000500000000000000" pitchFamily="2" charset="0"/>
              </a:defRPr>
            </a:lvl5pPr>
          </a:lstStyle>
          <a:p>
            <a:pPr lvl="0"/>
            <a:r>
              <a:rPr lang="da-DK" dirty="0"/>
              <a:t>Klik for at tilføje forvaltningsnavn</a:t>
            </a:r>
          </a:p>
        </p:txBody>
      </p:sp>
      <p:sp>
        <p:nvSpPr>
          <p:cNvPr id="12" name="Freeform 5">
            <a:extLst>
              <a:ext uri="{FF2B5EF4-FFF2-40B4-BE49-F238E27FC236}">
                <a16:creationId xmlns:a16="http://schemas.microsoft.com/office/drawing/2014/main" id="{B0F9BB00-3F45-4846-ADFA-64E77FFC9713}"/>
              </a:ext>
            </a:extLst>
          </p:cNvPr>
          <p:cNvSpPr>
            <a:spLocks noChangeAspect="1" noEditPoints="1"/>
          </p:cNvSpPr>
          <p:nvPr userDrawn="1"/>
        </p:nvSpPr>
        <p:spPr bwMode="auto">
          <a:xfrm>
            <a:off x="6508737" y="5068798"/>
            <a:ext cx="1027806" cy="1069200"/>
          </a:xfrm>
          <a:custGeom>
            <a:avLst/>
            <a:gdLst>
              <a:gd name="T0" fmla="*/ 629 w 1308"/>
              <a:gd name="T1" fmla="*/ 309 h 1360"/>
              <a:gd name="T2" fmla="*/ 799 w 1308"/>
              <a:gd name="T3" fmla="*/ 354 h 1360"/>
              <a:gd name="T4" fmla="*/ 789 w 1308"/>
              <a:gd name="T5" fmla="*/ 317 h 1360"/>
              <a:gd name="T6" fmla="*/ 678 w 1308"/>
              <a:gd name="T7" fmla="*/ 475 h 1360"/>
              <a:gd name="T8" fmla="*/ 577 w 1308"/>
              <a:gd name="T9" fmla="*/ 453 h 1360"/>
              <a:gd name="T10" fmla="*/ 454 w 1308"/>
              <a:gd name="T11" fmla="*/ 521 h 1360"/>
              <a:gd name="T12" fmla="*/ 719 w 1308"/>
              <a:gd name="T13" fmla="*/ 577 h 1360"/>
              <a:gd name="T14" fmla="*/ 602 w 1308"/>
              <a:gd name="T15" fmla="*/ 749 h 1360"/>
              <a:gd name="T16" fmla="*/ 719 w 1308"/>
              <a:gd name="T17" fmla="*/ 604 h 1360"/>
              <a:gd name="T18" fmla="*/ 651 w 1308"/>
              <a:gd name="T19" fmla="*/ 274 h 1360"/>
              <a:gd name="T20" fmla="*/ 449 w 1308"/>
              <a:gd name="T21" fmla="*/ 579 h 1360"/>
              <a:gd name="T22" fmla="*/ 422 w 1308"/>
              <a:gd name="T23" fmla="*/ 539 h 1360"/>
              <a:gd name="T24" fmla="*/ 356 w 1308"/>
              <a:gd name="T25" fmla="*/ 539 h 1360"/>
              <a:gd name="T26" fmla="*/ 358 w 1308"/>
              <a:gd name="T27" fmla="*/ 626 h 1360"/>
              <a:gd name="T28" fmla="*/ 891 w 1308"/>
              <a:gd name="T29" fmla="*/ 521 h 1360"/>
              <a:gd name="T30" fmla="*/ 890 w 1308"/>
              <a:gd name="T31" fmla="*/ 626 h 1360"/>
              <a:gd name="T32" fmla="*/ 900 w 1308"/>
              <a:gd name="T33" fmla="*/ 568 h 1360"/>
              <a:gd name="T34" fmla="*/ 848 w 1308"/>
              <a:gd name="T35" fmla="*/ 539 h 1360"/>
              <a:gd name="T36" fmla="*/ 796 w 1308"/>
              <a:gd name="T37" fmla="*/ 568 h 1360"/>
              <a:gd name="T38" fmla="*/ 805 w 1308"/>
              <a:gd name="T39" fmla="*/ 626 h 1360"/>
              <a:gd name="T40" fmla="*/ 423 w 1308"/>
              <a:gd name="T41" fmla="*/ 334 h 1360"/>
              <a:gd name="T42" fmla="*/ 512 w 1308"/>
              <a:gd name="T43" fmla="*/ 385 h 1360"/>
              <a:gd name="T44" fmla="*/ 929 w 1308"/>
              <a:gd name="T45" fmla="*/ 843 h 1360"/>
              <a:gd name="T46" fmla="*/ 480 w 1308"/>
              <a:gd name="T47" fmla="*/ 890 h 1360"/>
              <a:gd name="T48" fmla="*/ 397 w 1308"/>
              <a:gd name="T49" fmla="*/ 908 h 1360"/>
              <a:gd name="T50" fmla="*/ 862 w 1308"/>
              <a:gd name="T51" fmla="*/ 908 h 1360"/>
              <a:gd name="T52" fmla="*/ 777 w 1308"/>
              <a:gd name="T53" fmla="*/ 978 h 1360"/>
              <a:gd name="T54" fmla="*/ 328 w 1308"/>
              <a:gd name="T55" fmla="*/ 939 h 1360"/>
              <a:gd name="T56" fmla="*/ 931 w 1308"/>
              <a:gd name="T57" fmla="*/ 939 h 1360"/>
              <a:gd name="T58" fmla="*/ 629 w 1308"/>
              <a:gd name="T59" fmla="*/ 1029 h 1360"/>
              <a:gd name="T60" fmla="*/ 238 w 1308"/>
              <a:gd name="T61" fmla="*/ 1117 h 1360"/>
              <a:gd name="T62" fmla="*/ 200 w 1308"/>
              <a:gd name="T63" fmla="*/ 1203 h 1360"/>
              <a:gd name="T64" fmla="*/ 367 w 1308"/>
              <a:gd name="T65" fmla="*/ 1228 h 1360"/>
              <a:gd name="T66" fmla="*/ 345 w 1308"/>
              <a:gd name="T67" fmla="*/ 1243 h 1360"/>
              <a:gd name="T68" fmla="*/ 841 w 1308"/>
              <a:gd name="T69" fmla="*/ 1251 h 1360"/>
              <a:gd name="T70" fmla="*/ 1167 w 1308"/>
              <a:gd name="T71" fmla="*/ 856 h 1360"/>
              <a:gd name="T72" fmla="*/ 1276 w 1308"/>
              <a:gd name="T73" fmla="*/ 883 h 1360"/>
              <a:gd name="T74" fmla="*/ 1233 w 1308"/>
              <a:gd name="T75" fmla="*/ 826 h 1360"/>
              <a:gd name="T76" fmla="*/ 782 w 1308"/>
              <a:gd name="T77" fmla="*/ 114 h 1360"/>
              <a:gd name="T78" fmla="*/ 786 w 1308"/>
              <a:gd name="T79" fmla="*/ 86 h 1360"/>
              <a:gd name="T80" fmla="*/ 852 w 1308"/>
              <a:gd name="T81" fmla="*/ 89 h 1360"/>
              <a:gd name="T82" fmla="*/ 1116 w 1308"/>
              <a:gd name="T83" fmla="*/ 312 h 1360"/>
              <a:gd name="T84" fmla="*/ 1101 w 1308"/>
              <a:gd name="T85" fmla="*/ 258 h 1360"/>
              <a:gd name="T86" fmla="*/ 629 w 1308"/>
              <a:gd name="T87" fmla="*/ 1360 h 1360"/>
              <a:gd name="T88" fmla="*/ 1177 w 1308"/>
              <a:gd name="T89" fmla="*/ 531 h 1360"/>
              <a:gd name="T90" fmla="*/ 1254 w 1308"/>
              <a:gd name="T91" fmla="*/ 414 h 1360"/>
              <a:gd name="T92" fmla="*/ 1177 w 1308"/>
              <a:gd name="T93" fmla="*/ 531 h 1360"/>
              <a:gd name="T94" fmla="*/ 1236 w 1308"/>
              <a:gd name="T95" fmla="*/ 615 h 1360"/>
              <a:gd name="T96" fmla="*/ 1308 w 1308"/>
              <a:gd name="T97" fmla="*/ 687 h 1360"/>
              <a:gd name="T98" fmla="*/ 1049 w 1308"/>
              <a:gd name="T99" fmla="*/ 144 h 1360"/>
              <a:gd name="T100" fmla="*/ 948 w 1308"/>
              <a:gd name="T101" fmla="*/ 180 h 1360"/>
              <a:gd name="T102" fmla="*/ 1126 w 1308"/>
              <a:gd name="T103" fmla="*/ 1056 h 1360"/>
              <a:gd name="T104" fmla="*/ 1140 w 1308"/>
              <a:gd name="T105" fmla="*/ 1033 h 1360"/>
              <a:gd name="T106" fmla="*/ 1051 w 1308"/>
              <a:gd name="T107" fmla="*/ 1085 h 1360"/>
              <a:gd name="T108" fmla="*/ 61 w 1308"/>
              <a:gd name="T109" fmla="*/ 983 h 1360"/>
              <a:gd name="T110" fmla="*/ 125 w 1308"/>
              <a:gd name="T111" fmla="*/ 922 h 1360"/>
              <a:gd name="T112" fmla="*/ 459 w 1308"/>
              <a:gd name="T113" fmla="*/ 139 h 1360"/>
              <a:gd name="T114" fmla="*/ 365 w 1308"/>
              <a:gd name="T115" fmla="*/ 57 h 1360"/>
              <a:gd name="T116" fmla="*/ 642 w 1308"/>
              <a:gd name="T117" fmla="*/ 112 h 1360"/>
              <a:gd name="T118" fmla="*/ 564 w 1308"/>
              <a:gd name="T119" fmla="*/ 49 h 1360"/>
              <a:gd name="T120" fmla="*/ 642 w 1308"/>
              <a:gd name="T121" fmla="*/ 112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8" h="1360">
                <a:moveTo>
                  <a:pt x="695" y="425"/>
                </a:moveTo>
                <a:cubicBezTo>
                  <a:pt x="695" y="432"/>
                  <a:pt x="695" y="432"/>
                  <a:pt x="695" y="432"/>
                </a:cubicBezTo>
                <a:cubicBezTo>
                  <a:pt x="563" y="432"/>
                  <a:pt x="563" y="432"/>
                  <a:pt x="563" y="432"/>
                </a:cubicBezTo>
                <a:cubicBezTo>
                  <a:pt x="563" y="425"/>
                  <a:pt x="563" y="425"/>
                  <a:pt x="563" y="425"/>
                </a:cubicBezTo>
                <a:cubicBezTo>
                  <a:pt x="563" y="425"/>
                  <a:pt x="563" y="425"/>
                  <a:pt x="563" y="425"/>
                </a:cubicBezTo>
                <a:cubicBezTo>
                  <a:pt x="563" y="410"/>
                  <a:pt x="629" y="309"/>
                  <a:pt x="629" y="309"/>
                </a:cubicBezTo>
                <a:cubicBezTo>
                  <a:pt x="629" y="309"/>
                  <a:pt x="695" y="410"/>
                  <a:pt x="695" y="425"/>
                </a:cubicBezTo>
                <a:close/>
                <a:moveTo>
                  <a:pt x="789" y="317"/>
                </a:moveTo>
                <a:cubicBezTo>
                  <a:pt x="777" y="316"/>
                  <a:pt x="766" y="320"/>
                  <a:pt x="758" y="328"/>
                </a:cubicBezTo>
                <a:cubicBezTo>
                  <a:pt x="757" y="328"/>
                  <a:pt x="758" y="329"/>
                  <a:pt x="758" y="329"/>
                </a:cubicBezTo>
                <a:cubicBezTo>
                  <a:pt x="763" y="327"/>
                  <a:pt x="769" y="327"/>
                  <a:pt x="775" y="329"/>
                </a:cubicBezTo>
                <a:cubicBezTo>
                  <a:pt x="787" y="332"/>
                  <a:pt x="797" y="342"/>
                  <a:pt x="799" y="354"/>
                </a:cubicBezTo>
                <a:cubicBezTo>
                  <a:pt x="802" y="375"/>
                  <a:pt x="787" y="392"/>
                  <a:pt x="767" y="392"/>
                </a:cubicBezTo>
                <a:cubicBezTo>
                  <a:pt x="764" y="392"/>
                  <a:pt x="761" y="391"/>
                  <a:pt x="758" y="391"/>
                </a:cubicBezTo>
                <a:cubicBezTo>
                  <a:pt x="758" y="390"/>
                  <a:pt x="757" y="391"/>
                  <a:pt x="758" y="392"/>
                </a:cubicBezTo>
                <a:cubicBezTo>
                  <a:pt x="765" y="399"/>
                  <a:pt x="775" y="403"/>
                  <a:pt x="786" y="403"/>
                </a:cubicBezTo>
                <a:cubicBezTo>
                  <a:pt x="811" y="403"/>
                  <a:pt x="830" y="382"/>
                  <a:pt x="829" y="358"/>
                </a:cubicBezTo>
                <a:cubicBezTo>
                  <a:pt x="828" y="336"/>
                  <a:pt x="810" y="318"/>
                  <a:pt x="789" y="317"/>
                </a:cubicBezTo>
                <a:moveTo>
                  <a:pt x="698" y="556"/>
                </a:moveTo>
                <a:cubicBezTo>
                  <a:pt x="698" y="556"/>
                  <a:pt x="693" y="522"/>
                  <a:pt x="693" y="511"/>
                </a:cubicBezTo>
                <a:cubicBezTo>
                  <a:pt x="693" y="495"/>
                  <a:pt x="709" y="489"/>
                  <a:pt x="709" y="489"/>
                </a:cubicBezTo>
                <a:cubicBezTo>
                  <a:pt x="711" y="453"/>
                  <a:pt x="711" y="453"/>
                  <a:pt x="711" y="453"/>
                </a:cubicBezTo>
                <a:cubicBezTo>
                  <a:pt x="681" y="453"/>
                  <a:pt x="681" y="453"/>
                  <a:pt x="681" y="453"/>
                </a:cubicBezTo>
                <a:cubicBezTo>
                  <a:pt x="678" y="475"/>
                  <a:pt x="678" y="475"/>
                  <a:pt x="678" y="475"/>
                </a:cubicBezTo>
                <a:cubicBezTo>
                  <a:pt x="652" y="475"/>
                  <a:pt x="652" y="475"/>
                  <a:pt x="652" y="475"/>
                </a:cubicBezTo>
                <a:cubicBezTo>
                  <a:pt x="649" y="453"/>
                  <a:pt x="649" y="453"/>
                  <a:pt x="649" y="453"/>
                </a:cubicBezTo>
                <a:cubicBezTo>
                  <a:pt x="609" y="453"/>
                  <a:pt x="609" y="453"/>
                  <a:pt x="609" y="453"/>
                </a:cubicBezTo>
                <a:cubicBezTo>
                  <a:pt x="606" y="475"/>
                  <a:pt x="606" y="475"/>
                  <a:pt x="606" y="475"/>
                </a:cubicBezTo>
                <a:cubicBezTo>
                  <a:pt x="580" y="475"/>
                  <a:pt x="580" y="475"/>
                  <a:pt x="580" y="475"/>
                </a:cubicBezTo>
                <a:cubicBezTo>
                  <a:pt x="577" y="453"/>
                  <a:pt x="577" y="453"/>
                  <a:pt x="577" y="453"/>
                </a:cubicBezTo>
                <a:cubicBezTo>
                  <a:pt x="548" y="453"/>
                  <a:pt x="548" y="453"/>
                  <a:pt x="548" y="453"/>
                </a:cubicBezTo>
                <a:cubicBezTo>
                  <a:pt x="550" y="489"/>
                  <a:pt x="550" y="489"/>
                  <a:pt x="550" y="489"/>
                </a:cubicBezTo>
                <a:cubicBezTo>
                  <a:pt x="550" y="489"/>
                  <a:pt x="565" y="495"/>
                  <a:pt x="565" y="511"/>
                </a:cubicBezTo>
                <a:cubicBezTo>
                  <a:pt x="565" y="522"/>
                  <a:pt x="561" y="556"/>
                  <a:pt x="561" y="556"/>
                </a:cubicBezTo>
                <a:lnTo>
                  <a:pt x="698" y="556"/>
                </a:lnTo>
                <a:close/>
                <a:moveTo>
                  <a:pt x="454" y="521"/>
                </a:moveTo>
                <a:cubicBezTo>
                  <a:pt x="454" y="511"/>
                  <a:pt x="454" y="511"/>
                  <a:pt x="454" y="511"/>
                </a:cubicBezTo>
                <a:cubicBezTo>
                  <a:pt x="454" y="484"/>
                  <a:pt x="435" y="468"/>
                  <a:pt x="411" y="468"/>
                </a:cubicBezTo>
                <a:cubicBezTo>
                  <a:pt x="387" y="468"/>
                  <a:pt x="367" y="484"/>
                  <a:pt x="367" y="511"/>
                </a:cubicBezTo>
                <a:cubicBezTo>
                  <a:pt x="367" y="521"/>
                  <a:pt x="367" y="521"/>
                  <a:pt x="367" y="521"/>
                </a:cubicBezTo>
                <a:lnTo>
                  <a:pt x="454" y="521"/>
                </a:lnTo>
                <a:close/>
                <a:moveTo>
                  <a:pt x="719" y="577"/>
                </a:moveTo>
                <a:cubicBezTo>
                  <a:pt x="540" y="577"/>
                  <a:pt x="540" y="577"/>
                  <a:pt x="540" y="577"/>
                </a:cubicBezTo>
                <a:cubicBezTo>
                  <a:pt x="540" y="604"/>
                  <a:pt x="540" y="604"/>
                  <a:pt x="540" y="604"/>
                </a:cubicBezTo>
                <a:cubicBezTo>
                  <a:pt x="540" y="604"/>
                  <a:pt x="551" y="609"/>
                  <a:pt x="551" y="622"/>
                </a:cubicBezTo>
                <a:cubicBezTo>
                  <a:pt x="551" y="647"/>
                  <a:pt x="531" y="745"/>
                  <a:pt x="535" y="816"/>
                </a:cubicBezTo>
                <a:cubicBezTo>
                  <a:pt x="598" y="816"/>
                  <a:pt x="598" y="816"/>
                  <a:pt x="598" y="816"/>
                </a:cubicBezTo>
                <a:cubicBezTo>
                  <a:pt x="602" y="749"/>
                  <a:pt x="602" y="749"/>
                  <a:pt x="602" y="749"/>
                </a:cubicBezTo>
                <a:cubicBezTo>
                  <a:pt x="604" y="732"/>
                  <a:pt x="615" y="722"/>
                  <a:pt x="629" y="722"/>
                </a:cubicBezTo>
                <a:cubicBezTo>
                  <a:pt x="643" y="722"/>
                  <a:pt x="654" y="732"/>
                  <a:pt x="656" y="749"/>
                </a:cubicBezTo>
                <a:cubicBezTo>
                  <a:pt x="661" y="816"/>
                  <a:pt x="661" y="816"/>
                  <a:pt x="661" y="816"/>
                </a:cubicBezTo>
                <a:cubicBezTo>
                  <a:pt x="724" y="816"/>
                  <a:pt x="724" y="816"/>
                  <a:pt x="724" y="816"/>
                </a:cubicBezTo>
                <a:cubicBezTo>
                  <a:pt x="727" y="745"/>
                  <a:pt x="708" y="647"/>
                  <a:pt x="708" y="622"/>
                </a:cubicBezTo>
                <a:cubicBezTo>
                  <a:pt x="708" y="609"/>
                  <a:pt x="719" y="604"/>
                  <a:pt x="719" y="604"/>
                </a:cubicBezTo>
                <a:cubicBezTo>
                  <a:pt x="719" y="577"/>
                  <a:pt x="719" y="577"/>
                  <a:pt x="719" y="577"/>
                </a:cubicBezTo>
                <a:moveTo>
                  <a:pt x="651" y="274"/>
                </a:moveTo>
                <a:cubicBezTo>
                  <a:pt x="651" y="262"/>
                  <a:pt x="641" y="252"/>
                  <a:pt x="629" y="252"/>
                </a:cubicBezTo>
                <a:cubicBezTo>
                  <a:pt x="617" y="252"/>
                  <a:pt x="607" y="262"/>
                  <a:pt x="607" y="274"/>
                </a:cubicBezTo>
                <a:cubicBezTo>
                  <a:pt x="607" y="286"/>
                  <a:pt x="617" y="296"/>
                  <a:pt x="629" y="296"/>
                </a:cubicBezTo>
                <a:cubicBezTo>
                  <a:pt x="641" y="296"/>
                  <a:pt x="651" y="286"/>
                  <a:pt x="651" y="274"/>
                </a:cubicBezTo>
                <a:moveTo>
                  <a:pt x="453" y="626"/>
                </a:moveTo>
                <a:cubicBezTo>
                  <a:pt x="464" y="626"/>
                  <a:pt x="464" y="626"/>
                  <a:pt x="464" y="626"/>
                </a:cubicBezTo>
                <a:cubicBezTo>
                  <a:pt x="464" y="610"/>
                  <a:pt x="464" y="610"/>
                  <a:pt x="464" y="610"/>
                </a:cubicBezTo>
                <a:cubicBezTo>
                  <a:pt x="464" y="610"/>
                  <a:pt x="450" y="607"/>
                  <a:pt x="450" y="593"/>
                </a:cubicBezTo>
                <a:cubicBezTo>
                  <a:pt x="450" y="593"/>
                  <a:pt x="450" y="593"/>
                  <a:pt x="450" y="593"/>
                </a:cubicBezTo>
                <a:cubicBezTo>
                  <a:pt x="449" y="579"/>
                  <a:pt x="449" y="579"/>
                  <a:pt x="449" y="579"/>
                </a:cubicBezTo>
                <a:cubicBezTo>
                  <a:pt x="463" y="568"/>
                  <a:pt x="463" y="568"/>
                  <a:pt x="463" y="568"/>
                </a:cubicBezTo>
                <a:cubicBezTo>
                  <a:pt x="465" y="539"/>
                  <a:pt x="465" y="539"/>
                  <a:pt x="465" y="539"/>
                </a:cubicBezTo>
                <a:cubicBezTo>
                  <a:pt x="446" y="539"/>
                  <a:pt x="446" y="539"/>
                  <a:pt x="446" y="539"/>
                </a:cubicBezTo>
                <a:cubicBezTo>
                  <a:pt x="443" y="560"/>
                  <a:pt x="443" y="560"/>
                  <a:pt x="443" y="560"/>
                </a:cubicBezTo>
                <a:cubicBezTo>
                  <a:pt x="424" y="560"/>
                  <a:pt x="424" y="560"/>
                  <a:pt x="424" y="560"/>
                </a:cubicBezTo>
                <a:cubicBezTo>
                  <a:pt x="422" y="539"/>
                  <a:pt x="422" y="539"/>
                  <a:pt x="422" y="539"/>
                </a:cubicBezTo>
                <a:cubicBezTo>
                  <a:pt x="411" y="539"/>
                  <a:pt x="411" y="539"/>
                  <a:pt x="411" y="539"/>
                </a:cubicBezTo>
                <a:cubicBezTo>
                  <a:pt x="400" y="539"/>
                  <a:pt x="400" y="539"/>
                  <a:pt x="400" y="539"/>
                </a:cubicBezTo>
                <a:cubicBezTo>
                  <a:pt x="397" y="560"/>
                  <a:pt x="397" y="560"/>
                  <a:pt x="397" y="560"/>
                </a:cubicBezTo>
                <a:cubicBezTo>
                  <a:pt x="378" y="560"/>
                  <a:pt x="378" y="560"/>
                  <a:pt x="378" y="560"/>
                </a:cubicBezTo>
                <a:cubicBezTo>
                  <a:pt x="376" y="539"/>
                  <a:pt x="376" y="539"/>
                  <a:pt x="376" y="539"/>
                </a:cubicBezTo>
                <a:cubicBezTo>
                  <a:pt x="356" y="539"/>
                  <a:pt x="356" y="539"/>
                  <a:pt x="356" y="539"/>
                </a:cubicBezTo>
                <a:cubicBezTo>
                  <a:pt x="359" y="568"/>
                  <a:pt x="359" y="568"/>
                  <a:pt x="359" y="568"/>
                </a:cubicBezTo>
                <a:cubicBezTo>
                  <a:pt x="372" y="579"/>
                  <a:pt x="372" y="579"/>
                  <a:pt x="372" y="579"/>
                </a:cubicBezTo>
                <a:cubicBezTo>
                  <a:pt x="371" y="593"/>
                  <a:pt x="371" y="593"/>
                  <a:pt x="371" y="593"/>
                </a:cubicBezTo>
                <a:cubicBezTo>
                  <a:pt x="371" y="593"/>
                  <a:pt x="371" y="593"/>
                  <a:pt x="371" y="593"/>
                </a:cubicBezTo>
                <a:cubicBezTo>
                  <a:pt x="371" y="607"/>
                  <a:pt x="358" y="610"/>
                  <a:pt x="358" y="610"/>
                </a:cubicBezTo>
                <a:cubicBezTo>
                  <a:pt x="358" y="626"/>
                  <a:pt x="358" y="626"/>
                  <a:pt x="358" y="626"/>
                </a:cubicBezTo>
                <a:cubicBezTo>
                  <a:pt x="368" y="626"/>
                  <a:pt x="368" y="626"/>
                  <a:pt x="368" y="626"/>
                </a:cubicBezTo>
                <a:cubicBezTo>
                  <a:pt x="368" y="680"/>
                  <a:pt x="341" y="758"/>
                  <a:pt x="341" y="816"/>
                </a:cubicBezTo>
                <a:cubicBezTo>
                  <a:pt x="411" y="816"/>
                  <a:pt x="411" y="816"/>
                  <a:pt x="411" y="816"/>
                </a:cubicBezTo>
                <a:cubicBezTo>
                  <a:pt x="481" y="816"/>
                  <a:pt x="481" y="816"/>
                  <a:pt x="481" y="816"/>
                </a:cubicBezTo>
                <a:cubicBezTo>
                  <a:pt x="481" y="758"/>
                  <a:pt x="454" y="680"/>
                  <a:pt x="453" y="626"/>
                </a:cubicBezTo>
                <a:close/>
                <a:moveTo>
                  <a:pt x="891" y="521"/>
                </a:moveTo>
                <a:cubicBezTo>
                  <a:pt x="891" y="511"/>
                  <a:pt x="891" y="511"/>
                  <a:pt x="891" y="511"/>
                </a:cubicBezTo>
                <a:cubicBezTo>
                  <a:pt x="891" y="484"/>
                  <a:pt x="872" y="468"/>
                  <a:pt x="848" y="468"/>
                </a:cubicBezTo>
                <a:cubicBezTo>
                  <a:pt x="824" y="468"/>
                  <a:pt x="804" y="484"/>
                  <a:pt x="804" y="511"/>
                </a:cubicBezTo>
                <a:cubicBezTo>
                  <a:pt x="804" y="521"/>
                  <a:pt x="804" y="521"/>
                  <a:pt x="804" y="521"/>
                </a:cubicBezTo>
                <a:lnTo>
                  <a:pt x="891" y="521"/>
                </a:lnTo>
                <a:close/>
                <a:moveTo>
                  <a:pt x="890" y="626"/>
                </a:moveTo>
                <a:cubicBezTo>
                  <a:pt x="901" y="626"/>
                  <a:pt x="901" y="626"/>
                  <a:pt x="901" y="626"/>
                </a:cubicBezTo>
                <a:cubicBezTo>
                  <a:pt x="901" y="610"/>
                  <a:pt x="901" y="610"/>
                  <a:pt x="901" y="610"/>
                </a:cubicBezTo>
                <a:cubicBezTo>
                  <a:pt x="901" y="610"/>
                  <a:pt x="887" y="607"/>
                  <a:pt x="887" y="593"/>
                </a:cubicBezTo>
                <a:cubicBezTo>
                  <a:pt x="887" y="593"/>
                  <a:pt x="887" y="593"/>
                  <a:pt x="887" y="593"/>
                </a:cubicBezTo>
                <a:cubicBezTo>
                  <a:pt x="886" y="579"/>
                  <a:pt x="886" y="579"/>
                  <a:pt x="886" y="579"/>
                </a:cubicBezTo>
                <a:cubicBezTo>
                  <a:pt x="900" y="568"/>
                  <a:pt x="900" y="568"/>
                  <a:pt x="900" y="568"/>
                </a:cubicBezTo>
                <a:cubicBezTo>
                  <a:pt x="902" y="539"/>
                  <a:pt x="902" y="539"/>
                  <a:pt x="902" y="539"/>
                </a:cubicBezTo>
                <a:cubicBezTo>
                  <a:pt x="883" y="539"/>
                  <a:pt x="883" y="539"/>
                  <a:pt x="883" y="539"/>
                </a:cubicBezTo>
                <a:cubicBezTo>
                  <a:pt x="880" y="560"/>
                  <a:pt x="880" y="560"/>
                  <a:pt x="880" y="560"/>
                </a:cubicBezTo>
                <a:cubicBezTo>
                  <a:pt x="861" y="560"/>
                  <a:pt x="861" y="560"/>
                  <a:pt x="861" y="560"/>
                </a:cubicBezTo>
                <a:cubicBezTo>
                  <a:pt x="859" y="539"/>
                  <a:pt x="859" y="539"/>
                  <a:pt x="859" y="539"/>
                </a:cubicBezTo>
                <a:cubicBezTo>
                  <a:pt x="848" y="539"/>
                  <a:pt x="848" y="539"/>
                  <a:pt x="848" y="539"/>
                </a:cubicBezTo>
                <a:cubicBezTo>
                  <a:pt x="837" y="539"/>
                  <a:pt x="837" y="539"/>
                  <a:pt x="837" y="539"/>
                </a:cubicBezTo>
                <a:cubicBezTo>
                  <a:pt x="834" y="560"/>
                  <a:pt x="834" y="560"/>
                  <a:pt x="834" y="560"/>
                </a:cubicBezTo>
                <a:cubicBezTo>
                  <a:pt x="815" y="560"/>
                  <a:pt x="815" y="560"/>
                  <a:pt x="815" y="560"/>
                </a:cubicBezTo>
                <a:cubicBezTo>
                  <a:pt x="813" y="539"/>
                  <a:pt x="813" y="539"/>
                  <a:pt x="813" y="539"/>
                </a:cubicBezTo>
                <a:cubicBezTo>
                  <a:pt x="793" y="539"/>
                  <a:pt x="793" y="539"/>
                  <a:pt x="793" y="539"/>
                </a:cubicBezTo>
                <a:cubicBezTo>
                  <a:pt x="796" y="568"/>
                  <a:pt x="796" y="568"/>
                  <a:pt x="796" y="568"/>
                </a:cubicBezTo>
                <a:cubicBezTo>
                  <a:pt x="809" y="579"/>
                  <a:pt x="809" y="579"/>
                  <a:pt x="809" y="579"/>
                </a:cubicBezTo>
                <a:cubicBezTo>
                  <a:pt x="808" y="593"/>
                  <a:pt x="808" y="593"/>
                  <a:pt x="808" y="593"/>
                </a:cubicBezTo>
                <a:cubicBezTo>
                  <a:pt x="808" y="593"/>
                  <a:pt x="808" y="593"/>
                  <a:pt x="808" y="593"/>
                </a:cubicBezTo>
                <a:cubicBezTo>
                  <a:pt x="808" y="607"/>
                  <a:pt x="794" y="610"/>
                  <a:pt x="794" y="610"/>
                </a:cubicBezTo>
                <a:cubicBezTo>
                  <a:pt x="794" y="626"/>
                  <a:pt x="794" y="626"/>
                  <a:pt x="794" y="626"/>
                </a:cubicBezTo>
                <a:cubicBezTo>
                  <a:pt x="805" y="626"/>
                  <a:pt x="805" y="626"/>
                  <a:pt x="805" y="626"/>
                </a:cubicBezTo>
                <a:cubicBezTo>
                  <a:pt x="805" y="680"/>
                  <a:pt x="778" y="758"/>
                  <a:pt x="778" y="816"/>
                </a:cubicBezTo>
                <a:cubicBezTo>
                  <a:pt x="848" y="816"/>
                  <a:pt x="848" y="816"/>
                  <a:pt x="848" y="816"/>
                </a:cubicBezTo>
                <a:cubicBezTo>
                  <a:pt x="918" y="816"/>
                  <a:pt x="918" y="816"/>
                  <a:pt x="918" y="816"/>
                </a:cubicBezTo>
                <a:cubicBezTo>
                  <a:pt x="918" y="758"/>
                  <a:pt x="891" y="680"/>
                  <a:pt x="890" y="626"/>
                </a:cubicBezTo>
                <a:close/>
                <a:moveTo>
                  <a:pt x="457" y="342"/>
                </a:moveTo>
                <a:cubicBezTo>
                  <a:pt x="423" y="334"/>
                  <a:pt x="423" y="334"/>
                  <a:pt x="423" y="334"/>
                </a:cubicBezTo>
                <a:cubicBezTo>
                  <a:pt x="446" y="360"/>
                  <a:pt x="446" y="360"/>
                  <a:pt x="446" y="360"/>
                </a:cubicBezTo>
                <a:cubicBezTo>
                  <a:pt x="423" y="385"/>
                  <a:pt x="423" y="385"/>
                  <a:pt x="423" y="385"/>
                </a:cubicBezTo>
                <a:cubicBezTo>
                  <a:pt x="457" y="378"/>
                  <a:pt x="457" y="378"/>
                  <a:pt x="457" y="378"/>
                </a:cubicBezTo>
                <a:cubicBezTo>
                  <a:pt x="467" y="411"/>
                  <a:pt x="467" y="411"/>
                  <a:pt x="467" y="411"/>
                </a:cubicBezTo>
                <a:cubicBezTo>
                  <a:pt x="478" y="378"/>
                  <a:pt x="478" y="378"/>
                  <a:pt x="478" y="378"/>
                </a:cubicBezTo>
                <a:cubicBezTo>
                  <a:pt x="512" y="385"/>
                  <a:pt x="512" y="385"/>
                  <a:pt x="512" y="385"/>
                </a:cubicBezTo>
                <a:cubicBezTo>
                  <a:pt x="488" y="360"/>
                  <a:pt x="488" y="360"/>
                  <a:pt x="488" y="360"/>
                </a:cubicBezTo>
                <a:cubicBezTo>
                  <a:pt x="512" y="334"/>
                  <a:pt x="512" y="334"/>
                  <a:pt x="512" y="334"/>
                </a:cubicBezTo>
                <a:cubicBezTo>
                  <a:pt x="478" y="342"/>
                  <a:pt x="478" y="342"/>
                  <a:pt x="478" y="342"/>
                </a:cubicBezTo>
                <a:cubicBezTo>
                  <a:pt x="467" y="308"/>
                  <a:pt x="467" y="308"/>
                  <a:pt x="467" y="308"/>
                </a:cubicBezTo>
                <a:lnTo>
                  <a:pt x="457" y="342"/>
                </a:lnTo>
                <a:close/>
                <a:moveTo>
                  <a:pt x="929" y="843"/>
                </a:moveTo>
                <a:cubicBezTo>
                  <a:pt x="886" y="843"/>
                  <a:pt x="863" y="860"/>
                  <a:pt x="843" y="871"/>
                </a:cubicBezTo>
                <a:cubicBezTo>
                  <a:pt x="826" y="880"/>
                  <a:pt x="811" y="890"/>
                  <a:pt x="779" y="890"/>
                </a:cubicBezTo>
                <a:cubicBezTo>
                  <a:pt x="747" y="890"/>
                  <a:pt x="731" y="880"/>
                  <a:pt x="714" y="871"/>
                </a:cubicBezTo>
                <a:cubicBezTo>
                  <a:pt x="694" y="860"/>
                  <a:pt x="672" y="847"/>
                  <a:pt x="629" y="847"/>
                </a:cubicBezTo>
                <a:cubicBezTo>
                  <a:pt x="587" y="847"/>
                  <a:pt x="564" y="860"/>
                  <a:pt x="545" y="871"/>
                </a:cubicBezTo>
                <a:cubicBezTo>
                  <a:pt x="527" y="880"/>
                  <a:pt x="512" y="890"/>
                  <a:pt x="480" y="890"/>
                </a:cubicBezTo>
                <a:cubicBezTo>
                  <a:pt x="448" y="890"/>
                  <a:pt x="433" y="880"/>
                  <a:pt x="415" y="871"/>
                </a:cubicBezTo>
                <a:cubicBezTo>
                  <a:pt x="395" y="860"/>
                  <a:pt x="373" y="843"/>
                  <a:pt x="330" y="843"/>
                </a:cubicBezTo>
                <a:cubicBezTo>
                  <a:pt x="303" y="843"/>
                  <a:pt x="271" y="852"/>
                  <a:pt x="271" y="852"/>
                </a:cubicBezTo>
                <a:cubicBezTo>
                  <a:pt x="294" y="892"/>
                  <a:pt x="294" y="892"/>
                  <a:pt x="294" y="892"/>
                </a:cubicBezTo>
                <a:cubicBezTo>
                  <a:pt x="294" y="892"/>
                  <a:pt x="313" y="889"/>
                  <a:pt x="330" y="889"/>
                </a:cubicBezTo>
                <a:cubicBezTo>
                  <a:pt x="362" y="889"/>
                  <a:pt x="379" y="898"/>
                  <a:pt x="397" y="908"/>
                </a:cubicBezTo>
                <a:cubicBezTo>
                  <a:pt x="417" y="919"/>
                  <a:pt x="433" y="934"/>
                  <a:pt x="476" y="934"/>
                </a:cubicBezTo>
                <a:cubicBezTo>
                  <a:pt x="519" y="934"/>
                  <a:pt x="542" y="920"/>
                  <a:pt x="562" y="909"/>
                </a:cubicBezTo>
                <a:cubicBezTo>
                  <a:pt x="580" y="899"/>
                  <a:pt x="598" y="891"/>
                  <a:pt x="629" y="891"/>
                </a:cubicBezTo>
                <a:cubicBezTo>
                  <a:pt x="661" y="891"/>
                  <a:pt x="679" y="899"/>
                  <a:pt x="696" y="909"/>
                </a:cubicBezTo>
                <a:cubicBezTo>
                  <a:pt x="716" y="920"/>
                  <a:pt x="740" y="934"/>
                  <a:pt x="782" y="934"/>
                </a:cubicBezTo>
                <a:cubicBezTo>
                  <a:pt x="825" y="934"/>
                  <a:pt x="842" y="919"/>
                  <a:pt x="862" y="908"/>
                </a:cubicBezTo>
                <a:cubicBezTo>
                  <a:pt x="879" y="898"/>
                  <a:pt x="897" y="889"/>
                  <a:pt x="929" y="889"/>
                </a:cubicBezTo>
                <a:cubicBezTo>
                  <a:pt x="945" y="889"/>
                  <a:pt x="965" y="892"/>
                  <a:pt x="965" y="892"/>
                </a:cubicBezTo>
                <a:cubicBezTo>
                  <a:pt x="988" y="852"/>
                  <a:pt x="988" y="852"/>
                  <a:pt x="988" y="852"/>
                </a:cubicBezTo>
                <a:cubicBezTo>
                  <a:pt x="988" y="852"/>
                  <a:pt x="956" y="843"/>
                  <a:pt x="929" y="843"/>
                </a:cubicBezTo>
                <a:close/>
                <a:moveTo>
                  <a:pt x="842" y="962"/>
                </a:moveTo>
                <a:cubicBezTo>
                  <a:pt x="825" y="972"/>
                  <a:pt x="808" y="978"/>
                  <a:pt x="777" y="978"/>
                </a:cubicBezTo>
                <a:cubicBezTo>
                  <a:pt x="745" y="978"/>
                  <a:pt x="728" y="971"/>
                  <a:pt x="711" y="961"/>
                </a:cubicBezTo>
                <a:cubicBezTo>
                  <a:pt x="692" y="951"/>
                  <a:pt x="670" y="937"/>
                  <a:pt x="629" y="937"/>
                </a:cubicBezTo>
                <a:cubicBezTo>
                  <a:pt x="588" y="937"/>
                  <a:pt x="566" y="951"/>
                  <a:pt x="547" y="961"/>
                </a:cubicBezTo>
                <a:cubicBezTo>
                  <a:pt x="530" y="971"/>
                  <a:pt x="513" y="978"/>
                  <a:pt x="482" y="978"/>
                </a:cubicBezTo>
                <a:cubicBezTo>
                  <a:pt x="451" y="978"/>
                  <a:pt x="433" y="972"/>
                  <a:pt x="416" y="962"/>
                </a:cubicBezTo>
                <a:cubicBezTo>
                  <a:pt x="397" y="952"/>
                  <a:pt x="371" y="934"/>
                  <a:pt x="328" y="939"/>
                </a:cubicBezTo>
                <a:cubicBezTo>
                  <a:pt x="393" y="1023"/>
                  <a:pt x="483" y="1022"/>
                  <a:pt x="483" y="1022"/>
                </a:cubicBezTo>
                <a:cubicBezTo>
                  <a:pt x="523" y="1022"/>
                  <a:pt x="545" y="1013"/>
                  <a:pt x="564" y="1003"/>
                </a:cubicBezTo>
                <a:cubicBezTo>
                  <a:pt x="581" y="993"/>
                  <a:pt x="599" y="982"/>
                  <a:pt x="629" y="982"/>
                </a:cubicBezTo>
                <a:cubicBezTo>
                  <a:pt x="660" y="982"/>
                  <a:pt x="677" y="993"/>
                  <a:pt x="694" y="1003"/>
                </a:cubicBezTo>
                <a:cubicBezTo>
                  <a:pt x="714" y="1013"/>
                  <a:pt x="736" y="1022"/>
                  <a:pt x="776" y="1022"/>
                </a:cubicBezTo>
                <a:cubicBezTo>
                  <a:pt x="776" y="1022"/>
                  <a:pt x="865" y="1023"/>
                  <a:pt x="931" y="939"/>
                </a:cubicBezTo>
                <a:cubicBezTo>
                  <a:pt x="887" y="934"/>
                  <a:pt x="862" y="952"/>
                  <a:pt x="842" y="962"/>
                </a:cubicBezTo>
                <a:close/>
                <a:moveTo>
                  <a:pt x="629" y="1029"/>
                </a:moveTo>
                <a:cubicBezTo>
                  <a:pt x="588" y="1029"/>
                  <a:pt x="570" y="1060"/>
                  <a:pt x="516" y="1060"/>
                </a:cubicBezTo>
                <a:cubicBezTo>
                  <a:pt x="537" y="1067"/>
                  <a:pt x="582" y="1077"/>
                  <a:pt x="629" y="1077"/>
                </a:cubicBezTo>
                <a:cubicBezTo>
                  <a:pt x="676" y="1077"/>
                  <a:pt x="722" y="1067"/>
                  <a:pt x="743" y="1060"/>
                </a:cubicBezTo>
                <a:cubicBezTo>
                  <a:pt x="688" y="1060"/>
                  <a:pt x="671" y="1029"/>
                  <a:pt x="629" y="1029"/>
                </a:cubicBezTo>
                <a:close/>
                <a:moveTo>
                  <a:pt x="172" y="1012"/>
                </a:moveTo>
                <a:cubicBezTo>
                  <a:pt x="189" y="1033"/>
                  <a:pt x="189" y="1033"/>
                  <a:pt x="189" y="1033"/>
                </a:cubicBezTo>
                <a:cubicBezTo>
                  <a:pt x="100" y="1101"/>
                  <a:pt x="100" y="1101"/>
                  <a:pt x="100" y="1101"/>
                </a:cubicBezTo>
                <a:cubicBezTo>
                  <a:pt x="83" y="1080"/>
                  <a:pt x="83" y="1080"/>
                  <a:pt x="83" y="1080"/>
                </a:cubicBezTo>
                <a:lnTo>
                  <a:pt x="172" y="1012"/>
                </a:lnTo>
                <a:close/>
                <a:moveTo>
                  <a:pt x="238" y="1117"/>
                </a:moveTo>
                <a:cubicBezTo>
                  <a:pt x="212" y="1095"/>
                  <a:pt x="212" y="1095"/>
                  <a:pt x="212" y="1095"/>
                </a:cubicBezTo>
                <a:cubicBezTo>
                  <a:pt x="227" y="1078"/>
                  <a:pt x="227" y="1078"/>
                  <a:pt x="227" y="1078"/>
                </a:cubicBezTo>
                <a:cubicBezTo>
                  <a:pt x="298" y="1139"/>
                  <a:pt x="298" y="1139"/>
                  <a:pt x="298" y="1139"/>
                </a:cubicBezTo>
                <a:cubicBezTo>
                  <a:pt x="283" y="1156"/>
                  <a:pt x="283" y="1156"/>
                  <a:pt x="283" y="1156"/>
                </a:cubicBezTo>
                <a:cubicBezTo>
                  <a:pt x="258" y="1134"/>
                  <a:pt x="258" y="1134"/>
                  <a:pt x="258" y="1134"/>
                </a:cubicBezTo>
                <a:cubicBezTo>
                  <a:pt x="200" y="1203"/>
                  <a:pt x="200" y="1203"/>
                  <a:pt x="200" y="1203"/>
                </a:cubicBezTo>
                <a:cubicBezTo>
                  <a:pt x="179" y="1185"/>
                  <a:pt x="179" y="1185"/>
                  <a:pt x="179" y="1185"/>
                </a:cubicBezTo>
                <a:lnTo>
                  <a:pt x="238" y="1117"/>
                </a:lnTo>
                <a:close/>
                <a:moveTo>
                  <a:pt x="345" y="1243"/>
                </a:moveTo>
                <a:cubicBezTo>
                  <a:pt x="332" y="1162"/>
                  <a:pt x="332" y="1162"/>
                  <a:pt x="332" y="1162"/>
                </a:cubicBezTo>
                <a:cubicBezTo>
                  <a:pt x="360" y="1178"/>
                  <a:pt x="360" y="1178"/>
                  <a:pt x="360" y="1178"/>
                </a:cubicBezTo>
                <a:cubicBezTo>
                  <a:pt x="367" y="1228"/>
                  <a:pt x="367" y="1228"/>
                  <a:pt x="367" y="1228"/>
                </a:cubicBezTo>
                <a:cubicBezTo>
                  <a:pt x="411" y="1202"/>
                  <a:pt x="411" y="1202"/>
                  <a:pt x="411" y="1202"/>
                </a:cubicBezTo>
                <a:cubicBezTo>
                  <a:pt x="441" y="1213"/>
                  <a:pt x="441" y="1213"/>
                  <a:pt x="441" y="1213"/>
                </a:cubicBezTo>
                <a:cubicBezTo>
                  <a:pt x="370" y="1254"/>
                  <a:pt x="370" y="1254"/>
                  <a:pt x="370" y="1254"/>
                </a:cubicBezTo>
                <a:cubicBezTo>
                  <a:pt x="350" y="1296"/>
                  <a:pt x="350" y="1296"/>
                  <a:pt x="350" y="1296"/>
                </a:cubicBezTo>
                <a:cubicBezTo>
                  <a:pt x="326" y="1285"/>
                  <a:pt x="326" y="1285"/>
                  <a:pt x="326" y="1285"/>
                </a:cubicBezTo>
                <a:lnTo>
                  <a:pt x="345" y="1243"/>
                </a:lnTo>
                <a:close/>
                <a:moveTo>
                  <a:pt x="756" y="1230"/>
                </a:moveTo>
                <a:cubicBezTo>
                  <a:pt x="838" y="1206"/>
                  <a:pt x="838" y="1206"/>
                  <a:pt x="838" y="1206"/>
                </a:cubicBezTo>
                <a:cubicBezTo>
                  <a:pt x="844" y="1227"/>
                  <a:pt x="844" y="1227"/>
                  <a:pt x="844" y="1227"/>
                </a:cubicBezTo>
                <a:cubicBezTo>
                  <a:pt x="788" y="1244"/>
                  <a:pt x="788" y="1244"/>
                  <a:pt x="788" y="1244"/>
                </a:cubicBezTo>
                <a:cubicBezTo>
                  <a:pt x="795" y="1265"/>
                  <a:pt x="795" y="1265"/>
                  <a:pt x="795" y="1265"/>
                </a:cubicBezTo>
                <a:cubicBezTo>
                  <a:pt x="841" y="1251"/>
                  <a:pt x="841" y="1251"/>
                  <a:pt x="841" y="1251"/>
                </a:cubicBezTo>
                <a:cubicBezTo>
                  <a:pt x="847" y="1273"/>
                  <a:pt x="847" y="1273"/>
                  <a:pt x="847" y="1273"/>
                </a:cubicBezTo>
                <a:cubicBezTo>
                  <a:pt x="801" y="1286"/>
                  <a:pt x="801" y="1286"/>
                  <a:pt x="801" y="1286"/>
                </a:cubicBezTo>
                <a:cubicBezTo>
                  <a:pt x="814" y="1330"/>
                  <a:pt x="814" y="1330"/>
                  <a:pt x="814" y="1330"/>
                </a:cubicBezTo>
                <a:cubicBezTo>
                  <a:pt x="788" y="1338"/>
                  <a:pt x="788" y="1338"/>
                  <a:pt x="788" y="1338"/>
                </a:cubicBezTo>
                <a:lnTo>
                  <a:pt x="756" y="1230"/>
                </a:lnTo>
                <a:close/>
                <a:moveTo>
                  <a:pt x="1167" y="856"/>
                </a:moveTo>
                <a:cubicBezTo>
                  <a:pt x="1179" y="807"/>
                  <a:pt x="1179" y="807"/>
                  <a:pt x="1179" y="807"/>
                </a:cubicBezTo>
                <a:cubicBezTo>
                  <a:pt x="1187" y="778"/>
                  <a:pt x="1205" y="768"/>
                  <a:pt x="1226" y="773"/>
                </a:cubicBezTo>
                <a:cubicBezTo>
                  <a:pt x="1250" y="779"/>
                  <a:pt x="1262" y="799"/>
                  <a:pt x="1255" y="830"/>
                </a:cubicBezTo>
                <a:cubicBezTo>
                  <a:pt x="1253" y="836"/>
                  <a:pt x="1250" y="843"/>
                  <a:pt x="1247" y="848"/>
                </a:cubicBezTo>
                <a:cubicBezTo>
                  <a:pt x="1283" y="857"/>
                  <a:pt x="1283" y="857"/>
                  <a:pt x="1283" y="857"/>
                </a:cubicBezTo>
                <a:cubicBezTo>
                  <a:pt x="1276" y="883"/>
                  <a:pt x="1276" y="883"/>
                  <a:pt x="1276" y="883"/>
                </a:cubicBezTo>
                <a:lnTo>
                  <a:pt x="1167" y="856"/>
                </a:lnTo>
                <a:close/>
                <a:moveTo>
                  <a:pt x="1221" y="800"/>
                </a:moveTo>
                <a:cubicBezTo>
                  <a:pt x="1212" y="798"/>
                  <a:pt x="1204" y="802"/>
                  <a:pt x="1201" y="814"/>
                </a:cubicBezTo>
                <a:cubicBezTo>
                  <a:pt x="1196" y="835"/>
                  <a:pt x="1196" y="835"/>
                  <a:pt x="1196" y="835"/>
                </a:cubicBezTo>
                <a:cubicBezTo>
                  <a:pt x="1226" y="843"/>
                  <a:pt x="1226" y="843"/>
                  <a:pt x="1226" y="843"/>
                </a:cubicBezTo>
                <a:cubicBezTo>
                  <a:pt x="1229" y="838"/>
                  <a:pt x="1232" y="831"/>
                  <a:pt x="1233" y="826"/>
                </a:cubicBezTo>
                <a:cubicBezTo>
                  <a:pt x="1237" y="812"/>
                  <a:pt x="1232" y="803"/>
                  <a:pt x="1221" y="800"/>
                </a:cubicBezTo>
                <a:close/>
                <a:moveTo>
                  <a:pt x="852" y="89"/>
                </a:moveTo>
                <a:cubicBezTo>
                  <a:pt x="845" y="124"/>
                  <a:pt x="813" y="144"/>
                  <a:pt x="778" y="137"/>
                </a:cubicBezTo>
                <a:cubicBezTo>
                  <a:pt x="759" y="134"/>
                  <a:pt x="743" y="124"/>
                  <a:pt x="735" y="108"/>
                </a:cubicBezTo>
                <a:cubicBezTo>
                  <a:pt x="757" y="96"/>
                  <a:pt x="757" y="96"/>
                  <a:pt x="757" y="96"/>
                </a:cubicBezTo>
                <a:cubicBezTo>
                  <a:pt x="761" y="104"/>
                  <a:pt x="771" y="112"/>
                  <a:pt x="782" y="114"/>
                </a:cubicBezTo>
                <a:cubicBezTo>
                  <a:pt x="804" y="119"/>
                  <a:pt x="822" y="106"/>
                  <a:pt x="826" y="85"/>
                </a:cubicBezTo>
                <a:cubicBezTo>
                  <a:pt x="830" y="61"/>
                  <a:pt x="818" y="44"/>
                  <a:pt x="797" y="40"/>
                </a:cubicBezTo>
                <a:cubicBezTo>
                  <a:pt x="785" y="38"/>
                  <a:pt x="773" y="42"/>
                  <a:pt x="766" y="46"/>
                </a:cubicBezTo>
                <a:cubicBezTo>
                  <a:pt x="763" y="60"/>
                  <a:pt x="763" y="60"/>
                  <a:pt x="763" y="60"/>
                </a:cubicBezTo>
                <a:cubicBezTo>
                  <a:pt x="790" y="65"/>
                  <a:pt x="790" y="65"/>
                  <a:pt x="790" y="65"/>
                </a:cubicBezTo>
                <a:cubicBezTo>
                  <a:pt x="786" y="86"/>
                  <a:pt x="786" y="86"/>
                  <a:pt x="786" y="86"/>
                </a:cubicBezTo>
                <a:cubicBezTo>
                  <a:pt x="734" y="76"/>
                  <a:pt x="734" y="76"/>
                  <a:pt x="734" y="76"/>
                </a:cubicBezTo>
                <a:cubicBezTo>
                  <a:pt x="747" y="9"/>
                  <a:pt x="747" y="9"/>
                  <a:pt x="747" y="9"/>
                </a:cubicBezTo>
                <a:cubicBezTo>
                  <a:pt x="769" y="13"/>
                  <a:pt x="769" y="13"/>
                  <a:pt x="769" y="13"/>
                </a:cubicBezTo>
                <a:cubicBezTo>
                  <a:pt x="767" y="24"/>
                  <a:pt x="767" y="24"/>
                  <a:pt x="767" y="24"/>
                </a:cubicBezTo>
                <a:cubicBezTo>
                  <a:pt x="777" y="18"/>
                  <a:pt x="792" y="16"/>
                  <a:pt x="805" y="19"/>
                </a:cubicBezTo>
                <a:cubicBezTo>
                  <a:pt x="837" y="25"/>
                  <a:pt x="858" y="55"/>
                  <a:pt x="852" y="89"/>
                </a:cubicBezTo>
                <a:close/>
                <a:moveTo>
                  <a:pt x="1137" y="228"/>
                </a:moveTo>
                <a:cubicBezTo>
                  <a:pt x="1119" y="207"/>
                  <a:pt x="1119" y="207"/>
                  <a:pt x="1119" y="207"/>
                </a:cubicBezTo>
                <a:cubicBezTo>
                  <a:pt x="1034" y="280"/>
                  <a:pt x="1034" y="280"/>
                  <a:pt x="1034" y="280"/>
                </a:cubicBezTo>
                <a:cubicBezTo>
                  <a:pt x="1050" y="301"/>
                  <a:pt x="1050" y="301"/>
                  <a:pt x="1050" y="301"/>
                </a:cubicBezTo>
                <a:cubicBezTo>
                  <a:pt x="1084" y="273"/>
                  <a:pt x="1084" y="273"/>
                  <a:pt x="1084" y="273"/>
                </a:cubicBezTo>
                <a:cubicBezTo>
                  <a:pt x="1116" y="312"/>
                  <a:pt x="1116" y="312"/>
                  <a:pt x="1116" y="312"/>
                </a:cubicBezTo>
                <a:cubicBezTo>
                  <a:pt x="1082" y="339"/>
                  <a:pt x="1082" y="339"/>
                  <a:pt x="1082" y="339"/>
                </a:cubicBezTo>
                <a:cubicBezTo>
                  <a:pt x="1099" y="360"/>
                  <a:pt x="1099" y="360"/>
                  <a:pt x="1099" y="360"/>
                </a:cubicBezTo>
                <a:cubicBezTo>
                  <a:pt x="1187" y="290"/>
                  <a:pt x="1187" y="290"/>
                  <a:pt x="1187" y="290"/>
                </a:cubicBezTo>
                <a:cubicBezTo>
                  <a:pt x="1170" y="269"/>
                  <a:pt x="1170" y="269"/>
                  <a:pt x="1170" y="269"/>
                </a:cubicBezTo>
                <a:cubicBezTo>
                  <a:pt x="1133" y="298"/>
                  <a:pt x="1133" y="298"/>
                  <a:pt x="1133" y="298"/>
                </a:cubicBezTo>
                <a:cubicBezTo>
                  <a:pt x="1101" y="258"/>
                  <a:pt x="1101" y="258"/>
                  <a:pt x="1101" y="258"/>
                </a:cubicBezTo>
                <a:lnTo>
                  <a:pt x="1137" y="228"/>
                </a:lnTo>
                <a:close/>
                <a:moveTo>
                  <a:pt x="629" y="1360"/>
                </a:moveTo>
                <a:cubicBezTo>
                  <a:pt x="663" y="1360"/>
                  <a:pt x="692" y="1335"/>
                  <a:pt x="692" y="1299"/>
                </a:cubicBezTo>
                <a:cubicBezTo>
                  <a:pt x="692" y="1264"/>
                  <a:pt x="663" y="1239"/>
                  <a:pt x="629" y="1239"/>
                </a:cubicBezTo>
                <a:cubicBezTo>
                  <a:pt x="595" y="1239"/>
                  <a:pt x="567" y="1264"/>
                  <a:pt x="567" y="1299"/>
                </a:cubicBezTo>
                <a:cubicBezTo>
                  <a:pt x="567" y="1335"/>
                  <a:pt x="595" y="1360"/>
                  <a:pt x="629" y="1360"/>
                </a:cubicBezTo>
                <a:close/>
                <a:moveTo>
                  <a:pt x="593" y="1299"/>
                </a:moveTo>
                <a:cubicBezTo>
                  <a:pt x="593" y="1279"/>
                  <a:pt x="610" y="1263"/>
                  <a:pt x="629" y="1263"/>
                </a:cubicBezTo>
                <a:cubicBezTo>
                  <a:pt x="649" y="1263"/>
                  <a:pt x="665" y="1279"/>
                  <a:pt x="665" y="1299"/>
                </a:cubicBezTo>
                <a:cubicBezTo>
                  <a:pt x="665" y="1320"/>
                  <a:pt x="649" y="1336"/>
                  <a:pt x="629" y="1336"/>
                </a:cubicBezTo>
                <a:cubicBezTo>
                  <a:pt x="610" y="1336"/>
                  <a:pt x="593" y="1320"/>
                  <a:pt x="593" y="1299"/>
                </a:cubicBezTo>
                <a:close/>
                <a:moveTo>
                  <a:pt x="1177" y="531"/>
                </a:moveTo>
                <a:cubicBezTo>
                  <a:pt x="1169" y="508"/>
                  <a:pt x="1169" y="508"/>
                  <a:pt x="1169" y="508"/>
                </a:cubicBezTo>
                <a:cubicBezTo>
                  <a:pt x="1213" y="430"/>
                  <a:pt x="1213" y="430"/>
                  <a:pt x="1213" y="430"/>
                </a:cubicBezTo>
                <a:cubicBezTo>
                  <a:pt x="1149" y="455"/>
                  <a:pt x="1149" y="455"/>
                  <a:pt x="1149" y="455"/>
                </a:cubicBezTo>
                <a:cubicBezTo>
                  <a:pt x="1140" y="431"/>
                  <a:pt x="1140" y="431"/>
                  <a:pt x="1140" y="431"/>
                </a:cubicBezTo>
                <a:cubicBezTo>
                  <a:pt x="1245" y="390"/>
                  <a:pt x="1245" y="390"/>
                  <a:pt x="1245" y="390"/>
                </a:cubicBezTo>
                <a:cubicBezTo>
                  <a:pt x="1254" y="414"/>
                  <a:pt x="1254" y="414"/>
                  <a:pt x="1254" y="414"/>
                </a:cubicBezTo>
                <a:cubicBezTo>
                  <a:pt x="1251" y="415"/>
                  <a:pt x="1251" y="415"/>
                  <a:pt x="1251" y="415"/>
                </a:cubicBezTo>
                <a:cubicBezTo>
                  <a:pt x="1248" y="417"/>
                  <a:pt x="1243" y="421"/>
                  <a:pt x="1241" y="426"/>
                </a:cubicBezTo>
                <a:cubicBezTo>
                  <a:pt x="1202" y="495"/>
                  <a:pt x="1202" y="495"/>
                  <a:pt x="1202" y="495"/>
                </a:cubicBezTo>
                <a:cubicBezTo>
                  <a:pt x="1274" y="469"/>
                  <a:pt x="1274" y="469"/>
                  <a:pt x="1274" y="469"/>
                </a:cubicBezTo>
                <a:cubicBezTo>
                  <a:pt x="1283" y="493"/>
                  <a:pt x="1283" y="493"/>
                  <a:pt x="1283" y="493"/>
                </a:cubicBezTo>
                <a:lnTo>
                  <a:pt x="1177" y="531"/>
                </a:lnTo>
                <a:close/>
                <a:moveTo>
                  <a:pt x="1195" y="692"/>
                </a:moveTo>
                <a:cubicBezTo>
                  <a:pt x="1191" y="607"/>
                  <a:pt x="1191" y="607"/>
                  <a:pt x="1191" y="607"/>
                </a:cubicBezTo>
                <a:cubicBezTo>
                  <a:pt x="1214" y="606"/>
                  <a:pt x="1214" y="606"/>
                  <a:pt x="1214" y="606"/>
                </a:cubicBezTo>
                <a:cubicBezTo>
                  <a:pt x="1216" y="664"/>
                  <a:pt x="1216" y="664"/>
                  <a:pt x="1216" y="664"/>
                </a:cubicBezTo>
                <a:cubicBezTo>
                  <a:pt x="1238" y="663"/>
                  <a:pt x="1238" y="663"/>
                  <a:pt x="1238" y="663"/>
                </a:cubicBezTo>
                <a:cubicBezTo>
                  <a:pt x="1236" y="615"/>
                  <a:pt x="1236" y="615"/>
                  <a:pt x="1236" y="615"/>
                </a:cubicBezTo>
                <a:cubicBezTo>
                  <a:pt x="1258" y="614"/>
                  <a:pt x="1258" y="614"/>
                  <a:pt x="1258" y="614"/>
                </a:cubicBezTo>
                <a:cubicBezTo>
                  <a:pt x="1261" y="662"/>
                  <a:pt x="1261" y="662"/>
                  <a:pt x="1261" y="662"/>
                </a:cubicBezTo>
                <a:cubicBezTo>
                  <a:pt x="1284" y="661"/>
                  <a:pt x="1284" y="661"/>
                  <a:pt x="1284" y="661"/>
                </a:cubicBezTo>
                <a:cubicBezTo>
                  <a:pt x="1281" y="603"/>
                  <a:pt x="1281" y="603"/>
                  <a:pt x="1281" y="603"/>
                </a:cubicBezTo>
                <a:cubicBezTo>
                  <a:pt x="1304" y="602"/>
                  <a:pt x="1304" y="602"/>
                  <a:pt x="1304" y="602"/>
                </a:cubicBezTo>
                <a:cubicBezTo>
                  <a:pt x="1308" y="687"/>
                  <a:pt x="1308" y="687"/>
                  <a:pt x="1308" y="687"/>
                </a:cubicBezTo>
                <a:lnTo>
                  <a:pt x="1195" y="692"/>
                </a:lnTo>
                <a:close/>
                <a:moveTo>
                  <a:pt x="963" y="86"/>
                </a:moveTo>
                <a:cubicBezTo>
                  <a:pt x="938" y="73"/>
                  <a:pt x="938" y="73"/>
                  <a:pt x="938" y="73"/>
                </a:cubicBezTo>
                <a:cubicBezTo>
                  <a:pt x="922" y="194"/>
                  <a:pt x="922" y="194"/>
                  <a:pt x="922" y="194"/>
                </a:cubicBezTo>
                <a:cubicBezTo>
                  <a:pt x="946" y="209"/>
                  <a:pt x="946" y="209"/>
                  <a:pt x="946" y="209"/>
                </a:cubicBezTo>
                <a:cubicBezTo>
                  <a:pt x="1049" y="144"/>
                  <a:pt x="1049" y="144"/>
                  <a:pt x="1049" y="144"/>
                </a:cubicBezTo>
                <a:cubicBezTo>
                  <a:pt x="1027" y="127"/>
                  <a:pt x="1027" y="127"/>
                  <a:pt x="1027" y="127"/>
                </a:cubicBezTo>
                <a:cubicBezTo>
                  <a:pt x="1006" y="141"/>
                  <a:pt x="1006" y="141"/>
                  <a:pt x="1006" y="141"/>
                </a:cubicBezTo>
                <a:cubicBezTo>
                  <a:pt x="959" y="111"/>
                  <a:pt x="959" y="111"/>
                  <a:pt x="959" y="111"/>
                </a:cubicBezTo>
                <a:lnTo>
                  <a:pt x="963" y="86"/>
                </a:lnTo>
                <a:close/>
                <a:moveTo>
                  <a:pt x="986" y="155"/>
                </a:moveTo>
                <a:cubicBezTo>
                  <a:pt x="948" y="180"/>
                  <a:pt x="948" y="180"/>
                  <a:pt x="948" y="180"/>
                </a:cubicBezTo>
                <a:cubicBezTo>
                  <a:pt x="955" y="135"/>
                  <a:pt x="955" y="135"/>
                  <a:pt x="955" y="135"/>
                </a:cubicBezTo>
                <a:lnTo>
                  <a:pt x="986" y="155"/>
                </a:lnTo>
                <a:close/>
                <a:moveTo>
                  <a:pt x="1211" y="1035"/>
                </a:moveTo>
                <a:cubicBezTo>
                  <a:pt x="1229" y="1005"/>
                  <a:pt x="1222" y="968"/>
                  <a:pt x="1192" y="950"/>
                </a:cubicBezTo>
                <a:cubicBezTo>
                  <a:pt x="1161" y="931"/>
                  <a:pt x="1125" y="942"/>
                  <a:pt x="1107" y="971"/>
                </a:cubicBezTo>
                <a:cubicBezTo>
                  <a:pt x="1089" y="1000"/>
                  <a:pt x="1096" y="1037"/>
                  <a:pt x="1126" y="1056"/>
                </a:cubicBezTo>
                <a:cubicBezTo>
                  <a:pt x="1157" y="1074"/>
                  <a:pt x="1193" y="1064"/>
                  <a:pt x="1211" y="1035"/>
                </a:cubicBezTo>
                <a:close/>
                <a:moveTo>
                  <a:pt x="1140" y="1033"/>
                </a:moveTo>
                <a:cubicBezTo>
                  <a:pt x="1123" y="1023"/>
                  <a:pt x="1118" y="1001"/>
                  <a:pt x="1128" y="984"/>
                </a:cubicBezTo>
                <a:cubicBezTo>
                  <a:pt x="1138" y="967"/>
                  <a:pt x="1160" y="961"/>
                  <a:pt x="1178" y="972"/>
                </a:cubicBezTo>
                <a:cubicBezTo>
                  <a:pt x="1195" y="983"/>
                  <a:pt x="1200" y="1005"/>
                  <a:pt x="1190" y="1022"/>
                </a:cubicBezTo>
                <a:cubicBezTo>
                  <a:pt x="1180" y="1038"/>
                  <a:pt x="1158" y="1044"/>
                  <a:pt x="1140" y="1033"/>
                </a:cubicBezTo>
                <a:close/>
                <a:moveTo>
                  <a:pt x="1074" y="1144"/>
                </a:moveTo>
                <a:cubicBezTo>
                  <a:pt x="1075" y="1155"/>
                  <a:pt x="1070" y="1166"/>
                  <a:pt x="1062" y="1174"/>
                </a:cubicBezTo>
                <a:cubicBezTo>
                  <a:pt x="1047" y="1186"/>
                  <a:pt x="1024" y="1185"/>
                  <a:pt x="1011" y="1169"/>
                </a:cubicBezTo>
                <a:cubicBezTo>
                  <a:pt x="997" y="1153"/>
                  <a:pt x="1000" y="1131"/>
                  <a:pt x="1015" y="1118"/>
                </a:cubicBezTo>
                <a:cubicBezTo>
                  <a:pt x="1024" y="1111"/>
                  <a:pt x="1035" y="1108"/>
                  <a:pt x="1046" y="1110"/>
                </a:cubicBezTo>
                <a:cubicBezTo>
                  <a:pt x="1051" y="1085"/>
                  <a:pt x="1051" y="1085"/>
                  <a:pt x="1051" y="1085"/>
                </a:cubicBezTo>
                <a:cubicBezTo>
                  <a:pt x="1033" y="1082"/>
                  <a:pt x="1014" y="1087"/>
                  <a:pt x="999" y="1099"/>
                </a:cubicBezTo>
                <a:cubicBezTo>
                  <a:pt x="973" y="1121"/>
                  <a:pt x="968" y="1159"/>
                  <a:pt x="990" y="1186"/>
                </a:cubicBezTo>
                <a:cubicBezTo>
                  <a:pt x="1013" y="1213"/>
                  <a:pt x="1051" y="1214"/>
                  <a:pt x="1077" y="1192"/>
                </a:cubicBezTo>
                <a:cubicBezTo>
                  <a:pt x="1093" y="1179"/>
                  <a:pt x="1101" y="1160"/>
                  <a:pt x="1100" y="1141"/>
                </a:cubicBezTo>
                <a:lnTo>
                  <a:pt x="1074" y="1144"/>
                </a:lnTo>
                <a:close/>
                <a:moveTo>
                  <a:pt x="61" y="983"/>
                </a:moveTo>
                <a:cubicBezTo>
                  <a:pt x="50" y="980"/>
                  <a:pt x="41" y="973"/>
                  <a:pt x="36" y="962"/>
                </a:cubicBezTo>
                <a:cubicBezTo>
                  <a:pt x="28" y="945"/>
                  <a:pt x="36" y="923"/>
                  <a:pt x="54" y="915"/>
                </a:cubicBezTo>
                <a:cubicBezTo>
                  <a:pt x="73" y="906"/>
                  <a:pt x="94" y="914"/>
                  <a:pt x="102" y="932"/>
                </a:cubicBezTo>
                <a:cubicBezTo>
                  <a:pt x="107" y="943"/>
                  <a:pt x="107" y="954"/>
                  <a:pt x="101" y="964"/>
                </a:cubicBezTo>
                <a:cubicBezTo>
                  <a:pt x="125" y="976"/>
                  <a:pt x="125" y="976"/>
                  <a:pt x="125" y="976"/>
                </a:cubicBezTo>
                <a:cubicBezTo>
                  <a:pt x="133" y="959"/>
                  <a:pt x="133" y="940"/>
                  <a:pt x="125" y="922"/>
                </a:cubicBezTo>
                <a:cubicBezTo>
                  <a:pt x="110" y="891"/>
                  <a:pt x="76" y="876"/>
                  <a:pt x="43" y="891"/>
                </a:cubicBezTo>
                <a:cubicBezTo>
                  <a:pt x="11" y="906"/>
                  <a:pt x="0" y="942"/>
                  <a:pt x="14" y="973"/>
                </a:cubicBezTo>
                <a:cubicBezTo>
                  <a:pt x="23" y="992"/>
                  <a:pt x="39" y="1004"/>
                  <a:pt x="58" y="1008"/>
                </a:cubicBezTo>
                <a:lnTo>
                  <a:pt x="61" y="983"/>
                </a:lnTo>
                <a:close/>
                <a:moveTo>
                  <a:pt x="481" y="130"/>
                </a:moveTo>
                <a:cubicBezTo>
                  <a:pt x="459" y="139"/>
                  <a:pt x="459" y="139"/>
                  <a:pt x="459" y="139"/>
                </a:cubicBezTo>
                <a:cubicBezTo>
                  <a:pt x="380" y="95"/>
                  <a:pt x="380" y="95"/>
                  <a:pt x="380" y="95"/>
                </a:cubicBezTo>
                <a:cubicBezTo>
                  <a:pt x="406" y="159"/>
                  <a:pt x="406" y="159"/>
                  <a:pt x="406" y="159"/>
                </a:cubicBezTo>
                <a:cubicBezTo>
                  <a:pt x="381" y="168"/>
                  <a:pt x="381" y="168"/>
                  <a:pt x="381" y="168"/>
                </a:cubicBezTo>
                <a:cubicBezTo>
                  <a:pt x="340" y="63"/>
                  <a:pt x="340" y="63"/>
                  <a:pt x="340" y="63"/>
                </a:cubicBezTo>
                <a:cubicBezTo>
                  <a:pt x="364" y="54"/>
                  <a:pt x="364" y="54"/>
                  <a:pt x="364" y="54"/>
                </a:cubicBezTo>
                <a:cubicBezTo>
                  <a:pt x="365" y="57"/>
                  <a:pt x="365" y="57"/>
                  <a:pt x="365" y="57"/>
                </a:cubicBezTo>
                <a:cubicBezTo>
                  <a:pt x="367" y="60"/>
                  <a:pt x="371" y="64"/>
                  <a:pt x="376" y="67"/>
                </a:cubicBezTo>
                <a:cubicBezTo>
                  <a:pt x="445" y="106"/>
                  <a:pt x="445" y="106"/>
                  <a:pt x="445" y="106"/>
                </a:cubicBezTo>
                <a:cubicBezTo>
                  <a:pt x="419" y="34"/>
                  <a:pt x="419" y="34"/>
                  <a:pt x="419" y="34"/>
                </a:cubicBezTo>
                <a:cubicBezTo>
                  <a:pt x="444" y="24"/>
                  <a:pt x="444" y="24"/>
                  <a:pt x="444" y="24"/>
                </a:cubicBezTo>
                <a:lnTo>
                  <a:pt x="481" y="130"/>
                </a:lnTo>
                <a:close/>
                <a:moveTo>
                  <a:pt x="642" y="112"/>
                </a:moveTo>
                <a:cubicBezTo>
                  <a:pt x="557" y="116"/>
                  <a:pt x="557" y="116"/>
                  <a:pt x="557" y="116"/>
                </a:cubicBezTo>
                <a:cubicBezTo>
                  <a:pt x="556" y="94"/>
                  <a:pt x="556" y="94"/>
                  <a:pt x="556" y="94"/>
                </a:cubicBezTo>
                <a:cubicBezTo>
                  <a:pt x="614" y="91"/>
                  <a:pt x="614" y="91"/>
                  <a:pt x="614" y="91"/>
                </a:cubicBezTo>
                <a:cubicBezTo>
                  <a:pt x="613" y="69"/>
                  <a:pt x="613" y="69"/>
                  <a:pt x="613" y="69"/>
                </a:cubicBezTo>
                <a:cubicBezTo>
                  <a:pt x="565" y="71"/>
                  <a:pt x="565" y="71"/>
                  <a:pt x="565" y="71"/>
                </a:cubicBezTo>
                <a:cubicBezTo>
                  <a:pt x="564" y="49"/>
                  <a:pt x="564" y="49"/>
                  <a:pt x="564" y="49"/>
                </a:cubicBezTo>
                <a:cubicBezTo>
                  <a:pt x="612" y="47"/>
                  <a:pt x="612" y="47"/>
                  <a:pt x="612" y="47"/>
                </a:cubicBezTo>
                <a:cubicBezTo>
                  <a:pt x="611" y="23"/>
                  <a:pt x="611" y="23"/>
                  <a:pt x="611" y="23"/>
                </a:cubicBezTo>
                <a:cubicBezTo>
                  <a:pt x="553" y="26"/>
                  <a:pt x="553" y="26"/>
                  <a:pt x="553" y="26"/>
                </a:cubicBezTo>
                <a:cubicBezTo>
                  <a:pt x="552" y="4"/>
                  <a:pt x="552" y="4"/>
                  <a:pt x="552" y="4"/>
                </a:cubicBezTo>
                <a:cubicBezTo>
                  <a:pt x="637" y="0"/>
                  <a:pt x="637" y="0"/>
                  <a:pt x="637" y="0"/>
                </a:cubicBezTo>
                <a:lnTo>
                  <a:pt x="642" y="112"/>
                </a:lnTo>
                <a:close/>
              </a:path>
            </a:pathLst>
          </a:custGeom>
          <a:solidFill>
            <a:srgbClr val="0D14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8932" tIns="14466" rIns="28932" bIns="14466" numCol="1" anchor="t" anchorCtr="0" compatLnSpc="1">
            <a:prstTxWarp prst="textNoShape">
              <a:avLst/>
            </a:prstTxWarp>
          </a:bodyPr>
          <a:lstStyle/>
          <a:p>
            <a:endParaRPr lang="da-DK" sz="570"/>
          </a:p>
        </p:txBody>
      </p:sp>
    </p:spTree>
    <p:extLst>
      <p:ext uri="{BB962C8B-B14F-4D97-AF65-F5344CB8AC3E}">
        <p14:creationId xmlns:p14="http://schemas.microsoft.com/office/powerpoint/2010/main" val="7872378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UK_Agenda hv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8B7EB-9914-40BD-B6C3-15F565F6C3BF}"/>
              </a:ext>
            </a:extLst>
          </p:cNvPr>
          <p:cNvSpPr>
            <a:spLocks noGrp="1"/>
          </p:cNvSpPr>
          <p:nvPr>
            <p:ph type="title" hasCustomPrompt="1"/>
          </p:nvPr>
        </p:nvSpPr>
        <p:spPr/>
        <p:txBody>
          <a:bodyPr/>
          <a:lstStyle>
            <a:lvl1pPr>
              <a:defRPr/>
            </a:lvl1pPr>
          </a:lstStyle>
          <a:p>
            <a:r>
              <a:rPr lang="da-DK" dirty="0"/>
              <a:t>Klik for at tilføje titel</a:t>
            </a:r>
          </a:p>
        </p:txBody>
      </p:sp>
      <p:sp>
        <p:nvSpPr>
          <p:cNvPr id="3" name="Date Placeholder 2">
            <a:extLst>
              <a:ext uri="{FF2B5EF4-FFF2-40B4-BE49-F238E27FC236}">
                <a16:creationId xmlns:a16="http://schemas.microsoft.com/office/drawing/2014/main" id="{2AF4C3A7-EB1F-46BC-BA76-1F83A7576C45}"/>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8818AAAC-1C4E-4738-90E1-8F4CF1339390}"/>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B7F125F5-8144-4400-B5F6-A0AF8C90E18D}"/>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
        <p:nvSpPr>
          <p:cNvPr id="8" name="Text Placeholder 7">
            <a:extLst>
              <a:ext uri="{FF2B5EF4-FFF2-40B4-BE49-F238E27FC236}">
                <a16:creationId xmlns:a16="http://schemas.microsoft.com/office/drawing/2014/main" id="{57233423-19A0-44FC-A00D-E844296E793D}"/>
              </a:ext>
            </a:extLst>
          </p:cNvPr>
          <p:cNvSpPr>
            <a:spLocks noGrp="1"/>
          </p:cNvSpPr>
          <p:nvPr>
            <p:ph type="body" sz="quarter" idx="13" hasCustomPrompt="1"/>
          </p:nvPr>
        </p:nvSpPr>
        <p:spPr>
          <a:xfrm>
            <a:off x="719997" y="2192400"/>
            <a:ext cx="10752002" cy="3945600"/>
          </a:xfrm>
        </p:spPr>
        <p:txBody>
          <a:bodyPr/>
          <a:lstStyle>
            <a:lvl1pPr marL="113906" indent="-113906">
              <a:spcBef>
                <a:spcPts val="570"/>
              </a:spcBef>
              <a:spcAft>
                <a:spcPts val="0"/>
              </a:spcAft>
              <a:defRPr sz="759"/>
            </a:lvl1pPr>
            <a:lvl2pPr marL="196397" indent="-72833">
              <a:defRPr/>
            </a:lvl2pPr>
          </a:lstStyle>
          <a:p>
            <a:pPr lvl="0"/>
            <a:r>
              <a:rPr lang="da-DK" dirty="0"/>
              <a:t>Klik for at tilføje agenda punkter</a:t>
            </a:r>
          </a:p>
          <a:p>
            <a:pPr lvl="1"/>
            <a:r>
              <a:rPr lang="da-DK" dirty="0"/>
              <a:t>Second </a:t>
            </a:r>
            <a:r>
              <a:rPr lang="da-DK" dirty="0" err="1"/>
              <a:t>level</a:t>
            </a:r>
            <a:endParaRPr lang="da-DK" dirty="0"/>
          </a:p>
        </p:txBody>
      </p:sp>
    </p:spTree>
    <p:extLst>
      <p:ext uri="{BB962C8B-B14F-4D97-AF65-F5344CB8AC3E}">
        <p14:creationId xmlns:p14="http://schemas.microsoft.com/office/powerpoint/2010/main" val="12438523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UK_Agenda mørk">
    <p:spTree>
      <p:nvGrpSpPr>
        <p:cNvPr id="1" name=""/>
        <p:cNvGrpSpPr/>
        <p:nvPr/>
      </p:nvGrpSpPr>
      <p:grpSpPr>
        <a:xfrm>
          <a:off x="0" y="0"/>
          <a:ext cx="0" cy="0"/>
          <a:chOff x="0" y="0"/>
          <a:chExt cx="0" cy="0"/>
        </a:xfrm>
      </p:grpSpPr>
      <p:sp>
        <p:nvSpPr>
          <p:cNvPr id="7" name="Mørk baggrund">
            <a:extLst>
              <a:ext uri="{FF2B5EF4-FFF2-40B4-BE49-F238E27FC236}">
                <a16:creationId xmlns:a16="http://schemas.microsoft.com/office/drawing/2014/main" id="{5AD5CF03-2716-4BA5-9C0A-662F67148BA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a:extLst>
              <a:ext uri="{FF2B5EF4-FFF2-40B4-BE49-F238E27FC236}">
                <a16:creationId xmlns:a16="http://schemas.microsoft.com/office/drawing/2014/main" id="{6698B7EB-9914-40BD-B6C3-15F565F6C3BF}"/>
              </a:ext>
            </a:extLst>
          </p:cNvPr>
          <p:cNvSpPr>
            <a:spLocks noGrp="1"/>
          </p:cNvSpPr>
          <p:nvPr>
            <p:ph type="title" hasCustomPrompt="1"/>
          </p:nvPr>
        </p:nvSpPr>
        <p:spPr/>
        <p:txBody>
          <a:bodyPr/>
          <a:lstStyle>
            <a:lvl1pPr>
              <a:defRPr>
                <a:solidFill>
                  <a:schemeClr val="bg1"/>
                </a:solidFill>
              </a:defRPr>
            </a:lvl1pPr>
          </a:lstStyle>
          <a:p>
            <a:r>
              <a:rPr lang="da-DK" dirty="0"/>
              <a:t>Klik for at tilføje titel</a:t>
            </a:r>
          </a:p>
        </p:txBody>
      </p:sp>
      <p:sp>
        <p:nvSpPr>
          <p:cNvPr id="3" name="Date Placeholder 2">
            <a:extLst>
              <a:ext uri="{FF2B5EF4-FFF2-40B4-BE49-F238E27FC236}">
                <a16:creationId xmlns:a16="http://schemas.microsoft.com/office/drawing/2014/main" id="{2AF4C3A7-EB1F-46BC-BA76-1F83A7576C45}"/>
              </a:ext>
            </a:extLst>
          </p:cNvPr>
          <p:cNvSpPr>
            <a:spLocks noGrp="1"/>
          </p:cNvSpPr>
          <p:nvPr>
            <p:ph type="dt" sz="half" idx="10"/>
          </p:nvPr>
        </p:nvSpPr>
        <p:spPr/>
        <p:txBody>
          <a:bodyPr/>
          <a:lstStyle>
            <a:lvl1pPr>
              <a:defRPr>
                <a:solidFill>
                  <a:schemeClr val="bg1"/>
                </a:solidFill>
                <a:latin typeface="KBH Tekst" panose="00000500000000000000" pitchFamily="2" charset="0"/>
              </a:defRPr>
            </a:lvl1pPr>
          </a:lstStyle>
          <a:p>
            <a:endParaRPr lang="da-DK" dirty="0"/>
          </a:p>
        </p:txBody>
      </p:sp>
      <p:sp>
        <p:nvSpPr>
          <p:cNvPr id="4" name="SD_FLD_PresentationTitle">
            <a:extLst>
              <a:ext uri="{FF2B5EF4-FFF2-40B4-BE49-F238E27FC236}">
                <a16:creationId xmlns:a16="http://schemas.microsoft.com/office/drawing/2014/main" id="{8818AAAC-1C4E-4738-90E1-8F4CF1339390}"/>
              </a:ext>
            </a:extLst>
          </p:cNvPr>
          <p:cNvSpPr>
            <a:spLocks noGrp="1"/>
          </p:cNvSpPr>
          <p:nvPr>
            <p:ph type="ftr" sz="quarter" idx="11"/>
          </p:nvPr>
        </p:nvSpPr>
        <p:spPr/>
        <p:txBody>
          <a:bodyPr/>
          <a:lstStyle>
            <a:lvl1pPr>
              <a:defRPr>
                <a:solidFill>
                  <a:schemeClr val="bg1"/>
                </a:solidFill>
                <a:latin typeface="KBH Tekst" panose="00000500000000000000" pitchFamily="2" charset="0"/>
              </a:defRPr>
            </a:lvl1pPr>
          </a:lstStyle>
          <a:p>
            <a:r>
              <a:rPr lang="da-DK" dirty="0"/>
              <a:t>Sidehoved</a:t>
            </a:r>
          </a:p>
        </p:txBody>
      </p:sp>
      <p:sp>
        <p:nvSpPr>
          <p:cNvPr id="5" name="Slide Number Placeholder 4">
            <a:extLst>
              <a:ext uri="{FF2B5EF4-FFF2-40B4-BE49-F238E27FC236}">
                <a16:creationId xmlns:a16="http://schemas.microsoft.com/office/drawing/2014/main" id="{B7F125F5-8144-4400-B5F6-A0AF8C90E18D}"/>
              </a:ext>
            </a:extLst>
          </p:cNvPr>
          <p:cNvSpPr>
            <a:spLocks noGrp="1"/>
          </p:cNvSpPr>
          <p:nvPr>
            <p:ph type="sldNum" sz="quarter" idx="12"/>
          </p:nvPr>
        </p:nvSpPr>
        <p:spPr/>
        <p:txBody>
          <a:bodyPr/>
          <a:lstStyle>
            <a:lvl1pPr>
              <a:defRPr>
                <a:solidFill>
                  <a:schemeClr val="bg1"/>
                </a:solidFill>
                <a:latin typeface="KBH Tekst" panose="00000500000000000000" pitchFamily="2" charset="0"/>
              </a:defRPr>
            </a:lvl1pPr>
          </a:lstStyle>
          <a:p>
            <a:fld id="{24C8C45C-947F-4981-8B3F-4F32E973C901}" type="slidenum">
              <a:rPr lang="da-DK" smtClean="0"/>
              <a:pPr/>
              <a:t>‹nr.›</a:t>
            </a:fld>
            <a:endParaRPr lang="da-DK" dirty="0"/>
          </a:p>
        </p:txBody>
      </p:sp>
      <p:sp>
        <p:nvSpPr>
          <p:cNvPr id="8" name="Text Placeholder 7">
            <a:extLst>
              <a:ext uri="{FF2B5EF4-FFF2-40B4-BE49-F238E27FC236}">
                <a16:creationId xmlns:a16="http://schemas.microsoft.com/office/drawing/2014/main" id="{57233423-19A0-44FC-A00D-E844296E793D}"/>
              </a:ext>
            </a:extLst>
          </p:cNvPr>
          <p:cNvSpPr>
            <a:spLocks noGrp="1"/>
          </p:cNvSpPr>
          <p:nvPr>
            <p:ph type="body" sz="quarter" idx="13" hasCustomPrompt="1"/>
          </p:nvPr>
        </p:nvSpPr>
        <p:spPr>
          <a:xfrm>
            <a:off x="719997" y="2192400"/>
            <a:ext cx="10752002" cy="3945600"/>
          </a:xfrm>
        </p:spPr>
        <p:txBody>
          <a:bodyPr/>
          <a:lstStyle>
            <a:lvl1pPr marL="113906" indent="-113906">
              <a:spcBef>
                <a:spcPts val="570"/>
              </a:spcBef>
              <a:spcAft>
                <a:spcPts val="0"/>
              </a:spcAft>
              <a:buFont typeface="+mj-lt"/>
              <a:buAutoNum type="arabicPeriod"/>
              <a:defRPr sz="759">
                <a:solidFill>
                  <a:schemeClr val="bg1"/>
                </a:solidFill>
              </a:defRPr>
            </a:lvl1pPr>
            <a:lvl2pPr marL="195919" indent="-72900">
              <a:defRPr>
                <a:solidFill>
                  <a:schemeClr val="bg1"/>
                </a:solidFill>
              </a:defRPr>
            </a:lvl2pPr>
          </a:lstStyle>
          <a:p>
            <a:pPr lvl="0"/>
            <a:r>
              <a:rPr lang="da-DK" dirty="0"/>
              <a:t>Klik for at tilføje agenda punkter</a:t>
            </a:r>
          </a:p>
          <a:p>
            <a:pPr lvl="1"/>
            <a:r>
              <a:rPr lang="da-DK" dirty="0"/>
              <a:t>Second </a:t>
            </a:r>
            <a:r>
              <a:rPr lang="da-DK" dirty="0" err="1"/>
              <a:t>level</a:t>
            </a:r>
            <a:endParaRPr lang="da-DK" dirty="0"/>
          </a:p>
        </p:txBody>
      </p:sp>
      <p:sp>
        <p:nvSpPr>
          <p:cNvPr id="9" name="TextBox 8">
            <a:extLst>
              <a:ext uri="{FF2B5EF4-FFF2-40B4-BE49-F238E27FC236}">
                <a16:creationId xmlns:a16="http://schemas.microsoft.com/office/drawing/2014/main" id="{9B34E782-FCE1-4223-B963-3FB009D942A3}"/>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bg1"/>
                </a:solidFill>
                <a:latin typeface="KBH Tekst" panose="00000500000000000000" pitchFamily="2" charset="0"/>
              </a:rPr>
              <a:t>City of Copenhagen</a:t>
            </a:r>
          </a:p>
        </p:txBody>
      </p:sp>
    </p:spTree>
    <p:extLst>
      <p:ext uri="{BB962C8B-B14F-4D97-AF65-F5344CB8AC3E}">
        <p14:creationId xmlns:p14="http://schemas.microsoft.com/office/powerpoint/2010/main" val="27016050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UK_Citat/skilleside hvi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399"/>
            <a:ext cx="10752002" cy="3240000"/>
          </a:xfrm>
        </p:spPr>
        <p:txBody>
          <a:bodyPr anchor="t" anchorCtr="0"/>
          <a:lstStyle>
            <a:lvl1pPr>
              <a:lnSpc>
                <a:spcPct val="90000"/>
              </a:lnSpc>
              <a:defRPr sz="1424">
                <a:solidFill>
                  <a:srgbClr val="000C2E"/>
                </a:solidFill>
              </a:defRPr>
            </a:lvl1pPr>
          </a:lstStyle>
          <a:p>
            <a:r>
              <a:rPr lang="da-DK" noProof="0" dirty="0"/>
              <a:t>Klik for at tilføje titel</a:t>
            </a:r>
          </a:p>
        </p:txBody>
      </p:sp>
      <p:sp>
        <p:nvSpPr>
          <p:cNvPr id="9" name="TextBox 8">
            <a:extLst>
              <a:ext uri="{FF2B5EF4-FFF2-40B4-BE49-F238E27FC236}">
                <a16:creationId xmlns:a16="http://schemas.microsoft.com/office/drawing/2014/main" id="{95413C52-A1F0-4B52-9B3A-20AB1139687F}"/>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tx1"/>
                </a:solidFill>
                <a:latin typeface="KBH Tekst" panose="00000500000000000000" pitchFamily="2" charset="0"/>
              </a:rPr>
              <a:t>City of Copenhagen</a:t>
            </a:r>
          </a:p>
        </p:txBody>
      </p:sp>
      <p:sp>
        <p:nvSpPr>
          <p:cNvPr id="3" name="Date Placeholder 2">
            <a:extLst>
              <a:ext uri="{FF2B5EF4-FFF2-40B4-BE49-F238E27FC236}">
                <a16:creationId xmlns:a16="http://schemas.microsoft.com/office/drawing/2014/main" id="{534CCD90-1944-4905-B643-649FADC8AAA5}"/>
              </a:ext>
            </a:extLst>
          </p:cNvPr>
          <p:cNvSpPr>
            <a:spLocks noGrp="1"/>
          </p:cNvSpPr>
          <p:nvPr>
            <p:ph type="dt" sz="half" idx="10"/>
          </p:nvPr>
        </p:nvSpPr>
        <p:spPr/>
        <p:txBody>
          <a:bodyPr/>
          <a:lstStyle>
            <a:lvl1pPr>
              <a:defRPr>
                <a:solidFill>
                  <a:schemeClr val="tx1"/>
                </a:solidFill>
                <a:latin typeface="KBH Tekst" panose="00000500000000000000" pitchFamily="2" charset="0"/>
              </a:defRPr>
            </a:lvl1pPr>
          </a:lstStyle>
          <a:p>
            <a:endParaRPr lang="da-DK" dirty="0"/>
          </a:p>
        </p:txBody>
      </p:sp>
      <p:sp>
        <p:nvSpPr>
          <p:cNvPr id="7" name="SD_FLD_PresentationTitle">
            <a:extLst>
              <a:ext uri="{FF2B5EF4-FFF2-40B4-BE49-F238E27FC236}">
                <a16:creationId xmlns:a16="http://schemas.microsoft.com/office/drawing/2014/main" id="{0A1B639C-198A-476D-B365-AE3F9BFE1DC3}"/>
              </a:ext>
            </a:extLst>
          </p:cNvPr>
          <p:cNvSpPr>
            <a:spLocks noGrp="1"/>
          </p:cNvSpPr>
          <p:nvPr>
            <p:ph type="ftr" sz="quarter" idx="11"/>
          </p:nvPr>
        </p:nvSpPr>
        <p:spPr/>
        <p:txBody>
          <a:bodyPr/>
          <a:lstStyle>
            <a:lvl1pPr>
              <a:defRPr>
                <a:solidFill>
                  <a:schemeClr val="tx1"/>
                </a:solidFill>
                <a:latin typeface="KBH Tekst" panose="00000500000000000000" pitchFamily="2" charset="0"/>
              </a:defRPr>
            </a:lvl1pPr>
          </a:lstStyle>
          <a:p>
            <a:r>
              <a:rPr lang="da-DK" dirty="0"/>
              <a:t>Sidehoved</a:t>
            </a:r>
          </a:p>
        </p:txBody>
      </p:sp>
      <p:sp>
        <p:nvSpPr>
          <p:cNvPr id="10" name="Slide Number Placeholder 9">
            <a:extLst>
              <a:ext uri="{FF2B5EF4-FFF2-40B4-BE49-F238E27FC236}">
                <a16:creationId xmlns:a16="http://schemas.microsoft.com/office/drawing/2014/main" id="{2715E2E9-557F-4202-BA67-139A65D03600}"/>
              </a:ext>
            </a:extLst>
          </p:cNvPr>
          <p:cNvSpPr>
            <a:spLocks noGrp="1"/>
          </p:cNvSpPr>
          <p:nvPr>
            <p:ph type="sldNum" sz="quarter" idx="12"/>
          </p:nvPr>
        </p:nvSpPr>
        <p:spPr/>
        <p:txBody>
          <a:bodyPr/>
          <a:lstStyle>
            <a:lvl1pPr>
              <a:defRPr>
                <a:solidFill>
                  <a:schemeClr val="tx1"/>
                </a:solidFill>
                <a:latin typeface="KBH Tekst" panose="00000500000000000000" pitchFamily="2" charset="0"/>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9133450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UK_Citat/skilleside blå">
    <p:spTree>
      <p:nvGrpSpPr>
        <p:cNvPr id="1" name=""/>
        <p:cNvGrpSpPr/>
        <p:nvPr/>
      </p:nvGrpSpPr>
      <p:grpSpPr>
        <a:xfrm>
          <a:off x="0" y="0"/>
          <a:ext cx="0" cy="0"/>
          <a:chOff x="0" y="0"/>
          <a:chExt cx="0" cy="0"/>
        </a:xfrm>
      </p:grpSpPr>
      <p:sp>
        <p:nvSpPr>
          <p:cNvPr id="8" name="Baggrund mørk">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rgbClr val="000C2E"/>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400"/>
            <a:ext cx="10752002" cy="3240000"/>
          </a:xfrm>
        </p:spPr>
        <p:txBody>
          <a:bodyPr anchor="t" anchorCtr="0"/>
          <a:lstStyle>
            <a:lvl1pPr>
              <a:lnSpc>
                <a:spcPct val="90000"/>
              </a:lnSpc>
              <a:defRPr sz="1424">
                <a:solidFill>
                  <a:schemeClr val="bg1"/>
                </a:solidFill>
              </a:defRPr>
            </a:lvl1pPr>
          </a:lstStyle>
          <a:p>
            <a:r>
              <a:rPr lang="da-DK" noProof="0" dirty="0"/>
              <a:t>Klik for at tilføje titel</a:t>
            </a:r>
          </a:p>
        </p:txBody>
      </p:sp>
      <p:sp>
        <p:nvSpPr>
          <p:cNvPr id="4" name="Date_GeneralDate"/>
          <p:cNvSpPr>
            <a:spLocks noGrp="1"/>
          </p:cNvSpPr>
          <p:nvPr>
            <p:ph type="dt" sz="half" idx="10"/>
          </p:nvPr>
        </p:nvSpPr>
        <p:spPr/>
        <p:txBody>
          <a:bodyPr/>
          <a:lstStyle>
            <a:lvl1pPr>
              <a:defRPr>
                <a:solidFill>
                  <a:schemeClr val="bg1"/>
                </a:solidFill>
                <a:latin typeface="KBH Tekst" panose="00000500000000000000" pitchFamily="2" charset="0"/>
              </a:defRPr>
            </a:lvl1pPr>
          </a:lstStyle>
          <a:p>
            <a:endParaRPr lang="da-DK" dirty="0"/>
          </a:p>
        </p:txBody>
      </p:sp>
      <p:sp>
        <p:nvSpPr>
          <p:cNvPr id="5" name="SD_FLD_PresentationTitle"/>
          <p:cNvSpPr>
            <a:spLocks noGrp="1"/>
          </p:cNvSpPr>
          <p:nvPr>
            <p:ph type="ftr" sz="quarter" idx="11"/>
          </p:nvPr>
        </p:nvSpPr>
        <p:spPr/>
        <p:txBody>
          <a:bodyPr/>
          <a:lstStyle>
            <a:lvl1pPr>
              <a:defRPr>
                <a:solidFill>
                  <a:schemeClr val="bg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12"/>
          </p:nvPr>
        </p:nvSpPr>
        <p:spPr/>
        <p:txBody>
          <a:bodyPr/>
          <a:lstStyle>
            <a:lvl1pPr>
              <a:defRPr>
                <a:solidFill>
                  <a:schemeClr val="bg1"/>
                </a:solidFill>
                <a:latin typeface="KBH Tekst" panose="00000500000000000000" pitchFamily="2" charset="0"/>
              </a:defRPr>
            </a:lvl1pPr>
          </a:lstStyle>
          <a:p>
            <a:fld id="{859873C9-BF5D-4A9A-BB31-45BBB7BABAF7}" type="slidenum">
              <a:rPr lang="da-DK" smtClean="0"/>
              <a:pPr/>
              <a:t>‹nr.›</a:t>
            </a:fld>
            <a:endParaRPr lang="da-DK" dirty="0"/>
          </a:p>
        </p:txBody>
      </p:sp>
      <p:sp>
        <p:nvSpPr>
          <p:cNvPr id="7" name="TextBox 6">
            <a:extLst>
              <a:ext uri="{FF2B5EF4-FFF2-40B4-BE49-F238E27FC236}">
                <a16:creationId xmlns:a16="http://schemas.microsoft.com/office/drawing/2014/main" id="{33CBB6A6-23EA-4F4B-B9FD-8994EF63F7D5}"/>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bg1"/>
                </a:solidFill>
                <a:latin typeface="KBH Tekst" panose="00000500000000000000" pitchFamily="2" charset="0"/>
              </a:rPr>
              <a:t>City of Copenhagen</a:t>
            </a:r>
          </a:p>
        </p:txBody>
      </p:sp>
    </p:spTree>
    <p:extLst>
      <p:ext uri="{BB962C8B-B14F-4D97-AF65-F5344CB8AC3E}">
        <p14:creationId xmlns:p14="http://schemas.microsoft.com/office/powerpoint/2010/main" val="146577468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UK_Citat/skilleside hvid/mø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400"/>
            <a:ext cx="10752002" cy="3240000"/>
          </a:xfrm>
        </p:spPr>
        <p:txBody>
          <a:bodyPr anchor="t" anchorCtr="0"/>
          <a:lstStyle>
            <a:lvl1pPr>
              <a:lnSpc>
                <a:spcPct val="90000"/>
              </a:lnSpc>
              <a:defRPr sz="1424">
                <a:solidFill>
                  <a:schemeClr val="tx2"/>
                </a:solidFill>
              </a:defRPr>
            </a:lvl1pPr>
          </a:lstStyle>
          <a:p>
            <a:r>
              <a:rPr lang="da-DK" noProof="0" dirty="0"/>
              <a:t>Klik for at tilføje titel</a:t>
            </a:r>
          </a:p>
        </p:txBody>
      </p:sp>
      <p:sp>
        <p:nvSpPr>
          <p:cNvPr id="4" name="Date_GeneralDate"/>
          <p:cNvSpPr>
            <a:spLocks noGrp="1"/>
          </p:cNvSpPr>
          <p:nvPr>
            <p:ph type="dt" sz="half" idx="10"/>
          </p:nvPr>
        </p:nvSpPr>
        <p:spPr/>
        <p:txBody>
          <a:bodyPr/>
          <a:lstStyle>
            <a:lvl1pPr>
              <a:defRPr>
                <a:solidFill>
                  <a:schemeClr val="tx1"/>
                </a:solidFill>
                <a:latin typeface="KBH Tekst" panose="00000500000000000000" pitchFamily="2" charset="0"/>
              </a:defRPr>
            </a:lvl1pPr>
          </a:lstStyle>
          <a:p>
            <a:endParaRPr lang="da-DK" dirty="0"/>
          </a:p>
        </p:txBody>
      </p:sp>
      <p:sp>
        <p:nvSpPr>
          <p:cNvPr id="5" name="SD_FLD_PresentationTitle"/>
          <p:cNvSpPr>
            <a:spLocks noGrp="1"/>
          </p:cNvSpPr>
          <p:nvPr>
            <p:ph type="ftr" sz="quarter" idx="11"/>
          </p:nvPr>
        </p:nvSpPr>
        <p:spPr/>
        <p:txBody>
          <a:bodyPr/>
          <a:lstStyle>
            <a:lvl1pPr>
              <a:defRPr>
                <a:solidFill>
                  <a:schemeClr val="tx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12"/>
          </p:nvPr>
        </p:nvSpPr>
        <p:spPr/>
        <p:txBody>
          <a:bodyPr/>
          <a:lstStyle>
            <a:lvl1pPr>
              <a:defRPr>
                <a:solidFill>
                  <a:schemeClr val="tx1"/>
                </a:solidFill>
                <a:latin typeface="KBH Tekst" panose="00000500000000000000" pitchFamily="2" charset="0"/>
              </a:defRPr>
            </a:lvl1pPr>
          </a:lstStyle>
          <a:p>
            <a:fld id="{859873C9-BF5D-4A9A-BB31-45BBB7BABAF7}" type="slidenum">
              <a:rPr lang="da-DK" smtClean="0"/>
              <a:pPr/>
              <a:t>‹nr.›</a:t>
            </a:fld>
            <a:endParaRPr lang="da-DK" dirty="0"/>
          </a:p>
        </p:txBody>
      </p:sp>
      <p:sp>
        <p:nvSpPr>
          <p:cNvPr id="9" name="TextBox 8">
            <a:extLst>
              <a:ext uri="{FF2B5EF4-FFF2-40B4-BE49-F238E27FC236}">
                <a16:creationId xmlns:a16="http://schemas.microsoft.com/office/drawing/2014/main" id="{95413C52-A1F0-4B52-9B3A-20AB1139687F}"/>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tx1"/>
                </a:solidFill>
                <a:latin typeface="KBH Tekst" panose="00000500000000000000" pitchFamily="2" charset="0"/>
              </a:rPr>
              <a:t>City of Copenhagen</a:t>
            </a:r>
          </a:p>
        </p:txBody>
      </p:sp>
    </p:spTree>
    <p:extLst>
      <p:ext uri="{BB962C8B-B14F-4D97-AF65-F5344CB8AC3E}">
        <p14:creationId xmlns:p14="http://schemas.microsoft.com/office/powerpoint/2010/main" val="25716226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UK_Citat/skilleside mørk/ly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400"/>
            <a:ext cx="10752002" cy="3240000"/>
          </a:xfrm>
        </p:spPr>
        <p:txBody>
          <a:bodyPr anchor="t" anchorCtr="0"/>
          <a:lstStyle>
            <a:lvl1pPr>
              <a:lnSpc>
                <a:spcPct val="90000"/>
              </a:lnSpc>
              <a:defRPr sz="1424">
                <a:solidFill>
                  <a:schemeClr val="bg2"/>
                </a:solidFill>
              </a:defRPr>
            </a:lvl1pPr>
          </a:lstStyle>
          <a:p>
            <a:r>
              <a:rPr lang="da-DK" noProof="0" dirty="0"/>
              <a:t>Klik for at tilføje titel</a:t>
            </a:r>
          </a:p>
        </p:txBody>
      </p:sp>
      <p:sp>
        <p:nvSpPr>
          <p:cNvPr id="4" name="Date_GeneralDate"/>
          <p:cNvSpPr>
            <a:spLocks noGrp="1"/>
          </p:cNvSpPr>
          <p:nvPr>
            <p:ph type="dt" sz="half" idx="10"/>
          </p:nvPr>
        </p:nvSpPr>
        <p:spPr/>
        <p:txBody>
          <a:bodyPr/>
          <a:lstStyle>
            <a:lvl1pPr>
              <a:defRPr>
                <a:solidFill>
                  <a:schemeClr val="bg1"/>
                </a:solidFill>
                <a:latin typeface="KBH Tekst" panose="00000500000000000000" pitchFamily="2" charset="0"/>
              </a:defRPr>
            </a:lvl1pPr>
          </a:lstStyle>
          <a:p>
            <a:endParaRPr lang="da-DK" dirty="0"/>
          </a:p>
        </p:txBody>
      </p:sp>
      <p:sp>
        <p:nvSpPr>
          <p:cNvPr id="5" name="SD_FLD_PresentationTitle"/>
          <p:cNvSpPr>
            <a:spLocks noGrp="1"/>
          </p:cNvSpPr>
          <p:nvPr>
            <p:ph type="ftr" sz="quarter" idx="11"/>
          </p:nvPr>
        </p:nvSpPr>
        <p:spPr/>
        <p:txBody>
          <a:bodyPr/>
          <a:lstStyle>
            <a:lvl1pPr>
              <a:defRPr>
                <a:solidFill>
                  <a:schemeClr val="bg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12"/>
          </p:nvPr>
        </p:nvSpPr>
        <p:spPr/>
        <p:txBody>
          <a:bodyPr/>
          <a:lstStyle>
            <a:lvl1pPr>
              <a:defRPr>
                <a:solidFill>
                  <a:schemeClr val="bg1"/>
                </a:solidFill>
                <a:latin typeface="KBH Tekst" panose="00000500000000000000" pitchFamily="2" charset="0"/>
              </a:defRPr>
            </a:lvl1pPr>
          </a:lstStyle>
          <a:p>
            <a:fld id="{859873C9-BF5D-4A9A-BB31-45BBB7BABAF7}" type="slidenum">
              <a:rPr lang="da-DK" smtClean="0"/>
              <a:pPr/>
              <a:t>‹nr.›</a:t>
            </a:fld>
            <a:endParaRPr lang="da-DK" dirty="0"/>
          </a:p>
        </p:txBody>
      </p:sp>
      <p:sp>
        <p:nvSpPr>
          <p:cNvPr id="9" name="TextBox 8">
            <a:extLst>
              <a:ext uri="{FF2B5EF4-FFF2-40B4-BE49-F238E27FC236}">
                <a16:creationId xmlns:a16="http://schemas.microsoft.com/office/drawing/2014/main" id="{95413C52-A1F0-4B52-9B3A-20AB1139687F}"/>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bg1"/>
                </a:solidFill>
                <a:latin typeface="KBH Tekst" panose="00000500000000000000" pitchFamily="2" charset="0"/>
              </a:rPr>
              <a:t>City of Copenhagen</a:t>
            </a:r>
          </a:p>
        </p:txBody>
      </p:sp>
    </p:spTree>
    <p:extLst>
      <p:ext uri="{BB962C8B-B14F-4D97-AF65-F5344CB8AC3E}">
        <p14:creationId xmlns:p14="http://schemas.microsoft.com/office/powerpoint/2010/main" val="18179549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UK_Citat/skilleside lys/mø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3ACE14-5EA6-46EE-98E3-BEDB8BB4937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2" name="Title 1"/>
          <p:cNvSpPr>
            <a:spLocks noGrp="1"/>
          </p:cNvSpPr>
          <p:nvPr>
            <p:ph type="title" hasCustomPrompt="1"/>
          </p:nvPr>
        </p:nvSpPr>
        <p:spPr>
          <a:xfrm>
            <a:off x="719999" y="2192400"/>
            <a:ext cx="10752002" cy="3240000"/>
          </a:xfrm>
        </p:spPr>
        <p:txBody>
          <a:bodyPr anchor="t" anchorCtr="0"/>
          <a:lstStyle>
            <a:lvl1pPr>
              <a:lnSpc>
                <a:spcPct val="90000"/>
              </a:lnSpc>
              <a:defRPr sz="1424">
                <a:solidFill>
                  <a:schemeClr val="tx2"/>
                </a:solidFill>
              </a:defRPr>
            </a:lvl1pPr>
          </a:lstStyle>
          <a:p>
            <a:r>
              <a:rPr lang="da-DK" noProof="0" dirty="0"/>
              <a:t>Klik for at tilføje titel</a:t>
            </a:r>
          </a:p>
        </p:txBody>
      </p:sp>
      <p:sp>
        <p:nvSpPr>
          <p:cNvPr id="4" name="Date_GeneralDate"/>
          <p:cNvSpPr>
            <a:spLocks noGrp="1"/>
          </p:cNvSpPr>
          <p:nvPr>
            <p:ph type="dt" sz="half" idx="10"/>
          </p:nvPr>
        </p:nvSpPr>
        <p:spPr/>
        <p:txBody>
          <a:bodyPr/>
          <a:lstStyle>
            <a:lvl1pPr>
              <a:defRPr>
                <a:solidFill>
                  <a:schemeClr val="tx1"/>
                </a:solidFill>
                <a:latin typeface="KBH Tekst" panose="00000500000000000000" pitchFamily="2" charset="0"/>
              </a:defRPr>
            </a:lvl1pPr>
          </a:lstStyle>
          <a:p>
            <a:endParaRPr lang="da-DK" dirty="0"/>
          </a:p>
        </p:txBody>
      </p:sp>
      <p:sp>
        <p:nvSpPr>
          <p:cNvPr id="5" name="SD_FLD_PresentationTitle"/>
          <p:cNvSpPr>
            <a:spLocks noGrp="1"/>
          </p:cNvSpPr>
          <p:nvPr>
            <p:ph type="ftr" sz="quarter" idx="11"/>
          </p:nvPr>
        </p:nvSpPr>
        <p:spPr/>
        <p:txBody>
          <a:bodyPr/>
          <a:lstStyle>
            <a:lvl1pPr>
              <a:defRPr>
                <a:solidFill>
                  <a:schemeClr val="tx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12"/>
          </p:nvPr>
        </p:nvSpPr>
        <p:spPr/>
        <p:txBody>
          <a:bodyPr/>
          <a:lstStyle>
            <a:lvl1pPr>
              <a:defRPr>
                <a:solidFill>
                  <a:schemeClr val="tx1"/>
                </a:solidFill>
                <a:latin typeface="KBH Tekst" panose="00000500000000000000" pitchFamily="2" charset="0"/>
              </a:defRPr>
            </a:lvl1pPr>
          </a:lstStyle>
          <a:p>
            <a:fld id="{859873C9-BF5D-4A9A-BB31-45BBB7BABAF7}" type="slidenum">
              <a:rPr lang="da-DK" smtClean="0"/>
              <a:pPr/>
              <a:t>‹nr.›</a:t>
            </a:fld>
            <a:endParaRPr lang="da-DK" dirty="0"/>
          </a:p>
        </p:txBody>
      </p:sp>
      <p:sp>
        <p:nvSpPr>
          <p:cNvPr id="7" name="TextBox 6">
            <a:extLst>
              <a:ext uri="{FF2B5EF4-FFF2-40B4-BE49-F238E27FC236}">
                <a16:creationId xmlns:a16="http://schemas.microsoft.com/office/drawing/2014/main" id="{FD61A9E3-0AAD-4CBD-B3C1-4C6ACE3B9B21}"/>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tx1"/>
                </a:solidFill>
                <a:latin typeface="KBH Tekst" panose="00000500000000000000" pitchFamily="2" charset="0"/>
              </a:rPr>
              <a:t>City of Copenhagen</a:t>
            </a:r>
          </a:p>
        </p:txBody>
      </p:sp>
    </p:spTree>
    <p:extLst>
      <p:ext uri="{BB962C8B-B14F-4D97-AF65-F5344CB8AC3E}">
        <p14:creationId xmlns:p14="http://schemas.microsoft.com/office/powerpoint/2010/main" val="25866687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UK_Titel og indhold hvid">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A9D288E-FE9E-44C8-8107-0308EB870B92}"/>
              </a:ext>
            </a:extLst>
          </p:cNvPr>
          <p:cNvSpPr>
            <a:spLocks noGrp="1"/>
          </p:cNvSpPr>
          <p:nvPr>
            <p:ph type="title" hasCustomPrompt="1"/>
          </p:nvPr>
        </p:nvSpPr>
        <p:spPr>
          <a:xfrm>
            <a:off x="719999" y="894268"/>
            <a:ext cx="10752002" cy="893928"/>
          </a:xfrm>
          <a:prstGeom prst="rect">
            <a:avLst/>
          </a:prstGeom>
        </p:spPr>
        <p:txBody>
          <a:bodyPr vert="horz" lIns="0" tIns="0" rIns="0" bIns="0" rtlCol="0" anchor="b" anchorCtr="0">
            <a:noAutofit/>
          </a:bodyPr>
          <a:lstStyle>
            <a:lvl1pPr>
              <a:defRPr/>
            </a:lvl1pPr>
          </a:lstStyle>
          <a:p>
            <a:r>
              <a:rPr lang="da-DK" dirty="0"/>
              <a:t>Klik for at tilføje titel</a:t>
            </a:r>
          </a:p>
        </p:txBody>
      </p:sp>
      <p:sp>
        <p:nvSpPr>
          <p:cNvPr id="3" name="Content Placeholder 2"/>
          <p:cNvSpPr>
            <a:spLocks noGrp="1"/>
          </p:cNvSpPr>
          <p:nvPr>
            <p:ph idx="1" hasCustomPrompt="1"/>
          </p:nvPr>
        </p:nvSpPr>
        <p:spPr/>
        <p:txBody>
          <a:bodyPr/>
          <a:lstStyle>
            <a:lvl1pPr>
              <a:defRPr/>
            </a:lvl1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4" name="Date_GeneralDate"/>
          <p:cNvSpPr>
            <a:spLocks noGrp="1"/>
          </p:cNvSpPr>
          <p:nvPr>
            <p:ph type="dt" sz="half" idx="10"/>
          </p:nvPr>
        </p:nvSpPr>
        <p:spPr/>
        <p:txBody>
          <a:bodyPr/>
          <a:lstStyle/>
          <a:p>
            <a:endParaRPr lang="da-DK" noProof="0" dirty="0"/>
          </a:p>
        </p:txBody>
      </p:sp>
      <p:sp>
        <p:nvSpPr>
          <p:cNvPr id="5" name="SD_FLD_PresentationTitle"/>
          <p:cNvSpPr>
            <a:spLocks noGrp="1"/>
          </p:cNvSpPr>
          <p:nvPr>
            <p:ph type="ftr" sz="quarter" idx="11"/>
          </p:nvPr>
        </p:nvSpPr>
        <p:spPr/>
        <p:txBody>
          <a:bodyPr/>
          <a:lstStyle/>
          <a:p>
            <a:r>
              <a:rPr lang="da-DK" noProof="0" dirty="0"/>
              <a:t>Sidehoved</a:t>
            </a:r>
          </a:p>
        </p:txBody>
      </p:sp>
      <p:sp>
        <p:nvSpPr>
          <p:cNvPr id="6" name="Slide Number Placeholder 5"/>
          <p:cNvSpPr>
            <a:spLocks noGrp="1"/>
          </p:cNvSpPr>
          <p:nvPr>
            <p:ph type="sldNum" sz="quarter" idx="12"/>
          </p:nvPr>
        </p:nvSpPr>
        <p:spPr/>
        <p:txBody>
          <a:bodyPr/>
          <a:lstStyle/>
          <a:p>
            <a:fld id="{859873C9-BF5D-4A9A-BB31-45BBB7BABAF7}" type="slidenum">
              <a:rPr lang="da-DK" noProof="0" smtClean="0"/>
              <a:t>‹nr.›</a:t>
            </a:fld>
            <a:endParaRPr lang="da-DK" noProof="0" dirty="0"/>
          </a:p>
        </p:txBody>
      </p:sp>
    </p:spTree>
    <p:extLst>
      <p:ext uri="{BB962C8B-B14F-4D97-AF65-F5344CB8AC3E}">
        <p14:creationId xmlns:p14="http://schemas.microsoft.com/office/powerpoint/2010/main" val="21426026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UK_Tre indhold hv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10752002" cy="893928"/>
          </a:xfrm>
        </p:spPr>
        <p:txBody>
          <a:bodyPr/>
          <a:lstStyle>
            <a:lvl1pPr>
              <a:defRPr/>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3344400" cy="3949200"/>
          </a:xfrm>
        </p:spPr>
        <p:txBody>
          <a:bodyPr/>
          <a:lstStyle>
            <a:lvl1pPr>
              <a:defRPr/>
            </a:lvl1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4424163" y="2192400"/>
            <a:ext cx="3344400" cy="3949200"/>
          </a:xfrm>
        </p:spPr>
        <p:txBody>
          <a:bodyPr/>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8127601" y="2192400"/>
            <a:ext cx="3344400" cy="3949200"/>
          </a:xfrm>
        </p:spPr>
        <p:txBody>
          <a:bodyPr/>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8903129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UK_Indhold og 2/3 billede hvid">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A9D288E-FE9E-44C8-8107-0308EB870B92}"/>
              </a:ext>
            </a:extLst>
          </p:cNvPr>
          <p:cNvSpPr>
            <a:spLocks noGrp="1"/>
          </p:cNvSpPr>
          <p:nvPr>
            <p:ph type="title" hasCustomPrompt="1"/>
          </p:nvPr>
        </p:nvSpPr>
        <p:spPr>
          <a:xfrm>
            <a:off x="719999" y="894268"/>
            <a:ext cx="3344400" cy="893928"/>
          </a:xfrm>
          <a:prstGeom prst="rect">
            <a:avLst/>
          </a:prstGeom>
        </p:spPr>
        <p:txBody>
          <a:bodyPr vert="horz" lIns="0" tIns="0" rIns="0" bIns="0" rtlCol="0" anchor="b" anchorCtr="0">
            <a:noAutofit/>
          </a:bodyPr>
          <a:lstStyle>
            <a:lvl1pPr>
              <a:defRPr/>
            </a:lvl1pPr>
          </a:lstStyle>
          <a:p>
            <a:r>
              <a:rPr lang="da-DK" dirty="0"/>
              <a:t>Klik for at tilføje titel</a:t>
            </a:r>
          </a:p>
        </p:txBody>
      </p:sp>
      <p:sp>
        <p:nvSpPr>
          <p:cNvPr id="3" name="Content Placeholder 2"/>
          <p:cNvSpPr>
            <a:spLocks noGrp="1"/>
          </p:cNvSpPr>
          <p:nvPr>
            <p:ph idx="1" hasCustomPrompt="1"/>
          </p:nvPr>
        </p:nvSpPr>
        <p:spPr>
          <a:xfrm>
            <a:off x="719999" y="2192138"/>
            <a:ext cx="3344400" cy="3945862"/>
          </a:xfrm>
        </p:spPr>
        <p:txBody>
          <a:bodyPr/>
          <a:lstStyle>
            <a:lvl1pPr>
              <a:defRPr/>
            </a:lvl1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8" name="Picture Placeholder 7">
            <a:extLst>
              <a:ext uri="{FF2B5EF4-FFF2-40B4-BE49-F238E27FC236}">
                <a16:creationId xmlns:a16="http://schemas.microsoft.com/office/drawing/2014/main" id="{04ABBDF6-16BA-46D9-A90D-28EBC268C872}"/>
              </a:ext>
            </a:extLst>
          </p:cNvPr>
          <p:cNvSpPr>
            <a:spLocks noGrp="1"/>
          </p:cNvSpPr>
          <p:nvPr>
            <p:ph type="pic" sz="quarter" idx="13"/>
          </p:nvPr>
        </p:nvSpPr>
        <p:spPr>
          <a:xfrm>
            <a:off x="4424401" y="0"/>
            <a:ext cx="7767600" cy="6858000"/>
          </a:xfrm>
        </p:spPr>
        <p:txBody>
          <a:bodyPr tIns="36000"/>
          <a:lstStyle>
            <a:lvl1pPr marL="0" indent="0" algn="ctr">
              <a:buNone/>
              <a:defRPr/>
            </a:lvl1pPr>
          </a:lstStyle>
          <a:p>
            <a:endParaRPr lang="da-DK"/>
          </a:p>
        </p:txBody>
      </p:sp>
      <p:sp>
        <p:nvSpPr>
          <p:cNvPr id="9" name="Date_GeneralDate">
            <a:extLst>
              <a:ext uri="{FF2B5EF4-FFF2-40B4-BE49-F238E27FC236}">
                <a16:creationId xmlns:a16="http://schemas.microsoft.com/office/drawing/2014/main" id="{7A3DA441-2DEB-4514-AAC8-CF11F3E1E8B9}"/>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0" name="FLD_PresentationTitle">
            <a:extLst>
              <a:ext uri="{FF2B5EF4-FFF2-40B4-BE49-F238E27FC236}">
                <a16:creationId xmlns:a16="http://schemas.microsoft.com/office/drawing/2014/main" id="{45313C7E-88CA-4F1A-B38E-6BE726A7542D}"/>
              </a:ext>
            </a:extLst>
          </p:cNvPr>
          <p:cNvSpPr>
            <a:spLocks noGrp="1"/>
          </p:cNvSpPr>
          <p:nvPr>
            <p:ph type="ftr" sz="quarter" idx="11"/>
          </p:nvPr>
        </p:nvSpPr>
        <p:spPr>
          <a:xfrm>
            <a:off x="0" y="6912000"/>
            <a:ext cx="0" cy="0"/>
          </a:xfrm>
        </p:spPr>
        <p:txBody>
          <a:bodyPr/>
          <a:lstStyle>
            <a:lvl1pPr>
              <a:defRPr>
                <a:noFill/>
              </a:defRPr>
            </a:lvl1pPr>
          </a:lstStyle>
          <a:p>
            <a:r>
              <a:rPr lang="da-DK" dirty="0"/>
              <a:t>Sidehoved</a:t>
            </a:r>
          </a:p>
        </p:txBody>
      </p:sp>
      <p:sp>
        <p:nvSpPr>
          <p:cNvPr id="11" name="Slide Number Placeholder 5">
            <a:extLst>
              <a:ext uri="{FF2B5EF4-FFF2-40B4-BE49-F238E27FC236}">
                <a16:creationId xmlns:a16="http://schemas.microsoft.com/office/drawing/2014/main" id="{375DF70B-4895-4E76-B8EF-32B6EE62971C}"/>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3938536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UK_To indhold og 1/3 billede hvid">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A9D288E-FE9E-44C8-8107-0308EB870B92}"/>
              </a:ext>
            </a:extLst>
          </p:cNvPr>
          <p:cNvSpPr>
            <a:spLocks noGrp="1"/>
          </p:cNvSpPr>
          <p:nvPr>
            <p:ph type="title" hasCustomPrompt="1"/>
          </p:nvPr>
        </p:nvSpPr>
        <p:spPr>
          <a:xfrm>
            <a:off x="719997" y="894268"/>
            <a:ext cx="7048404" cy="893928"/>
          </a:xfrm>
          <a:prstGeom prst="rect">
            <a:avLst/>
          </a:prstGeom>
        </p:spPr>
        <p:txBody>
          <a:bodyPr vert="horz" lIns="0" tIns="0" rIns="0" bIns="0" rtlCol="0" anchor="b" anchorCtr="0">
            <a:noAutofit/>
          </a:bodyPr>
          <a:lstStyle>
            <a:lvl1pPr>
              <a:defRPr/>
            </a:lvl1pPr>
          </a:lstStyle>
          <a:p>
            <a:r>
              <a:rPr lang="da-DK" dirty="0"/>
              <a:t>Klik for at tilføje titel</a:t>
            </a:r>
          </a:p>
        </p:txBody>
      </p:sp>
      <p:sp>
        <p:nvSpPr>
          <p:cNvPr id="3" name="Content Placeholder 2"/>
          <p:cNvSpPr>
            <a:spLocks noGrp="1"/>
          </p:cNvSpPr>
          <p:nvPr>
            <p:ph idx="1" hasCustomPrompt="1"/>
          </p:nvPr>
        </p:nvSpPr>
        <p:spPr>
          <a:xfrm>
            <a:off x="719999" y="2192138"/>
            <a:ext cx="3344400" cy="3945862"/>
          </a:xfrm>
        </p:spPr>
        <p:txBody>
          <a:bodyPr/>
          <a:lstStyle>
            <a:lvl1pPr>
              <a:defRPr/>
            </a:lvl1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8" name="Picture Placeholder 7">
            <a:extLst>
              <a:ext uri="{FF2B5EF4-FFF2-40B4-BE49-F238E27FC236}">
                <a16:creationId xmlns:a16="http://schemas.microsoft.com/office/drawing/2014/main" id="{04ABBDF6-16BA-46D9-A90D-28EBC268C872}"/>
              </a:ext>
            </a:extLst>
          </p:cNvPr>
          <p:cNvSpPr>
            <a:spLocks noGrp="1"/>
          </p:cNvSpPr>
          <p:nvPr>
            <p:ph type="pic" sz="quarter" idx="13"/>
          </p:nvPr>
        </p:nvSpPr>
        <p:spPr>
          <a:xfrm>
            <a:off x="8127605" y="0"/>
            <a:ext cx="4064396" cy="6858000"/>
          </a:xfrm>
        </p:spPr>
        <p:txBody>
          <a:bodyPr tIns="36000"/>
          <a:lstStyle>
            <a:lvl1pPr marL="0" indent="0" algn="ctr">
              <a:buNone/>
              <a:defRPr/>
            </a:lvl1pPr>
          </a:lstStyle>
          <a:p>
            <a:endParaRPr lang="da-DK"/>
          </a:p>
        </p:txBody>
      </p:sp>
      <p:sp>
        <p:nvSpPr>
          <p:cNvPr id="16" name="Content Placeholder 8">
            <a:extLst>
              <a:ext uri="{FF2B5EF4-FFF2-40B4-BE49-F238E27FC236}">
                <a16:creationId xmlns:a16="http://schemas.microsoft.com/office/drawing/2014/main" id="{226B16CC-F459-45AB-8AF6-621CD4FF544B}"/>
              </a:ext>
            </a:extLst>
          </p:cNvPr>
          <p:cNvSpPr>
            <a:spLocks noGrp="1"/>
          </p:cNvSpPr>
          <p:nvPr>
            <p:ph sz="quarter" idx="14" hasCustomPrompt="1"/>
          </p:nvPr>
        </p:nvSpPr>
        <p:spPr>
          <a:xfrm>
            <a:off x="4424163" y="2192400"/>
            <a:ext cx="3344400" cy="3949200"/>
          </a:xfrm>
        </p:spPr>
        <p:txBody>
          <a:bodyPr/>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7" name="SD_FLD_PresentationTitle">
            <a:extLst>
              <a:ext uri="{FF2B5EF4-FFF2-40B4-BE49-F238E27FC236}">
                <a16:creationId xmlns:a16="http://schemas.microsoft.com/office/drawing/2014/main" id="{DA1AF7FD-5A49-4384-823E-604A843641B9}"/>
              </a:ext>
            </a:extLst>
          </p:cNvPr>
          <p:cNvSpPr>
            <a:spLocks noGrp="1"/>
          </p:cNvSpPr>
          <p:nvPr>
            <p:ph type="ftr" sz="quarter" idx="11"/>
          </p:nvPr>
        </p:nvSpPr>
        <p:spPr>
          <a:xfrm>
            <a:off x="4424003" y="310327"/>
            <a:ext cx="3344400" cy="180000"/>
          </a:xfrm>
        </p:spPr>
        <p:txBody>
          <a:bodyPr/>
          <a:lstStyle/>
          <a:p>
            <a:r>
              <a:rPr lang="da-DK" noProof="0" dirty="0"/>
              <a:t>Sidehoved</a:t>
            </a:r>
          </a:p>
        </p:txBody>
      </p:sp>
      <p:sp>
        <p:nvSpPr>
          <p:cNvPr id="18" name="Date_GeneralDate">
            <a:extLst>
              <a:ext uri="{FF2B5EF4-FFF2-40B4-BE49-F238E27FC236}">
                <a16:creationId xmlns:a16="http://schemas.microsoft.com/office/drawing/2014/main" id="{2B4A2A1D-0176-4332-9C1E-CC3936502FBC}"/>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9" name="Slide Number Placeholder 5">
            <a:extLst>
              <a:ext uri="{FF2B5EF4-FFF2-40B4-BE49-F238E27FC236}">
                <a16:creationId xmlns:a16="http://schemas.microsoft.com/office/drawing/2014/main" id="{95BD4D9E-7254-4650-B1A9-3F266C131F8F}"/>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37269651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UK_Indhold og 1/3 billede hvid">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A9D288E-FE9E-44C8-8107-0308EB870B92}"/>
              </a:ext>
            </a:extLst>
          </p:cNvPr>
          <p:cNvSpPr>
            <a:spLocks noGrp="1"/>
          </p:cNvSpPr>
          <p:nvPr>
            <p:ph type="title" hasCustomPrompt="1"/>
          </p:nvPr>
        </p:nvSpPr>
        <p:spPr>
          <a:xfrm>
            <a:off x="719997" y="894268"/>
            <a:ext cx="7048404" cy="893928"/>
          </a:xfrm>
          <a:prstGeom prst="rect">
            <a:avLst/>
          </a:prstGeom>
        </p:spPr>
        <p:txBody>
          <a:bodyPr vert="horz" lIns="0" tIns="0" rIns="0" bIns="0" rtlCol="0" anchor="b" anchorCtr="0">
            <a:noAutofit/>
          </a:bodyPr>
          <a:lstStyle>
            <a:lvl1pPr>
              <a:defRPr/>
            </a:lvl1pPr>
          </a:lstStyle>
          <a:p>
            <a:r>
              <a:rPr lang="da-DK" dirty="0"/>
              <a:t>Klik for at tilføje titel</a:t>
            </a:r>
          </a:p>
        </p:txBody>
      </p:sp>
      <p:sp>
        <p:nvSpPr>
          <p:cNvPr id="3" name="Content Placeholder 2"/>
          <p:cNvSpPr>
            <a:spLocks noGrp="1"/>
          </p:cNvSpPr>
          <p:nvPr>
            <p:ph idx="1" hasCustomPrompt="1"/>
          </p:nvPr>
        </p:nvSpPr>
        <p:spPr>
          <a:xfrm>
            <a:off x="719998" y="2192138"/>
            <a:ext cx="7048402" cy="3945862"/>
          </a:xfrm>
        </p:spPr>
        <p:txBody>
          <a:bodyPr/>
          <a:lstStyle>
            <a:lvl1pPr>
              <a:defRPr/>
            </a:lvl1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p:txBody>
      </p:sp>
      <p:sp>
        <p:nvSpPr>
          <p:cNvPr id="8" name="Picture Placeholder 7">
            <a:extLst>
              <a:ext uri="{FF2B5EF4-FFF2-40B4-BE49-F238E27FC236}">
                <a16:creationId xmlns:a16="http://schemas.microsoft.com/office/drawing/2014/main" id="{04ABBDF6-16BA-46D9-A90D-28EBC268C872}"/>
              </a:ext>
            </a:extLst>
          </p:cNvPr>
          <p:cNvSpPr>
            <a:spLocks noGrp="1"/>
          </p:cNvSpPr>
          <p:nvPr>
            <p:ph type="pic" sz="quarter" idx="13"/>
          </p:nvPr>
        </p:nvSpPr>
        <p:spPr>
          <a:xfrm>
            <a:off x="8127605" y="0"/>
            <a:ext cx="4064396" cy="6858000"/>
          </a:xfrm>
        </p:spPr>
        <p:txBody>
          <a:bodyPr tIns="36000"/>
          <a:lstStyle>
            <a:lvl1pPr marL="0" indent="0" algn="ctr">
              <a:buNone/>
              <a:defRPr/>
            </a:lvl1pPr>
          </a:lstStyle>
          <a:p>
            <a:endParaRPr lang="da-DK"/>
          </a:p>
        </p:txBody>
      </p:sp>
      <p:sp>
        <p:nvSpPr>
          <p:cNvPr id="17" name="SD_FLD_PresentationTitle">
            <a:extLst>
              <a:ext uri="{FF2B5EF4-FFF2-40B4-BE49-F238E27FC236}">
                <a16:creationId xmlns:a16="http://schemas.microsoft.com/office/drawing/2014/main" id="{DA1AF7FD-5A49-4384-823E-604A843641B9}"/>
              </a:ext>
            </a:extLst>
          </p:cNvPr>
          <p:cNvSpPr>
            <a:spLocks noGrp="1"/>
          </p:cNvSpPr>
          <p:nvPr>
            <p:ph type="ftr" sz="quarter" idx="11"/>
          </p:nvPr>
        </p:nvSpPr>
        <p:spPr>
          <a:xfrm>
            <a:off x="4424003" y="310327"/>
            <a:ext cx="3344400" cy="180000"/>
          </a:xfrm>
        </p:spPr>
        <p:txBody>
          <a:bodyPr/>
          <a:lstStyle/>
          <a:p>
            <a:r>
              <a:rPr lang="da-DK" noProof="0" dirty="0"/>
              <a:t>Sidehoved</a:t>
            </a:r>
          </a:p>
        </p:txBody>
      </p:sp>
      <p:sp>
        <p:nvSpPr>
          <p:cNvPr id="18" name="Date_GeneralDate">
            <a:extLst>
              <a:ext uri="{FF2B5EF4-FFF2-40B4-BE49-F238E27FC236}">
                <a16:creationId xmlns:a16="http://schemas.microsoft.com/office/drawing/2014/main" id="{2B4A2A1D-0176-4332-9C1E-CC3936502FBC}"/>
              </a:ext>
            </a:extLst>
          </p:cNvPr>
          <p:cNvSpPr>
            <a:spLocks noGrp="1"/>
          </p:cNvSpPr>
          <p:nvPr>
            <p:ph type="dt" sz="half" idx="10"/>
          </p:nvPr>
        </p:nvSpPr>
        <p:spPr>
          <a:xfrm>
            <a:off x="0" y="6912000"/>
            <a:ext cx="0" cy="0"/>
          </a:xfrm>
        </p:spPr>
        <p:txBody>
          <a:bodyPr/>
          <a:lstStyle>
            <a:lvl1pPr>
              <a:defRPr>
                <a:noFill/>
              </a:defRPr>
            </a:lvl1pPr>
          </a:lstStyle>
          <a:p>
            <a:endParaRPr lang="da-DK" dirty="0"/>
          </a:p>
        </p:txBody>
      </p:sp>
      <p:sp>
        <p:nvSpPr>
          <p:cNvPr id="19" name="Slide Number Placeholder 5">
            <a:extLst>
              <a:ext uri="{FF2B5EF4-FFF2-40B4-BE49-F238E27FC236}">
                <a16:creationId xmlns:a16="http://schemas.microsoft.com/office/drawing/2014/main" id="{95BD4D9E-7254-4650-B1A9-3F266C131F8F}"/>
              </a:ext>
            </a:extLst>
          </p:cNvPr>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3959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UK_Stort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p:spPr>
        <p:txBody>
          <a:bodyPr tIns="36000" anchor="t" anchorCtr="0"/>
          <a:lstStyle>
            <a:lvl1pPr marL="0" indent="0" algn="ctr">
              <a:buNone/>
              <a:defRPr sz="506"/>
            </a:lvl1pPr>
          </a:lstStyle>
          <a:p>
            <a:r>
              <a:rPr lang="da-DK" noProof="0" dirty="0"/>
              <a:t>Klik på denne pladsholder og indsæt baggrundsbillede</a:t>
            </a:r>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hidden="1"/>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154689418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UK_Titel og baggrunds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solidFill>
            <a:schemeClr val="bg1">
              <a:lumMod val="95000"/>
            </a:schemeClr>
          </a:solidFill>
        </p:spPr>
        <p:txBody>
          <a:bodyPr tIns="36000" anchor="t" anchorCtr="0"/>
          <a:lstStyle>
            <a:lvl1pPr marL="0" indent="0" algn="ctr">
              <a:buNone/>
              <a:defRPr sz="506"/>
            </a:lvl1pPr>
          </a:lstStyle>
          <a:p>
            <a:r>
              <a:rPr lang="da-DK" noProof="0" dirty="0"/>
              <a:t>Klik på denne pladsholder og indsæt baggrundsbillede</a:t>
            </a:r>
          </a:p>
        </p:txBody>
      </p:sp>
      <p:sp>
        <p:nvSpPr>
          <p:cNvPr id="2" name="Title 1"/>
          <p:cNvSpPr>
            <a:spLocks noGrp="1"/>
          </p:cNvSpPr>
          <p:nvPr>
            <p:ph type="title" hasCustomPrompt="1"/>
          </p:nvPr>
        </p:nvSpPr>
        <p:spPr>
          <a:xfrm>
            <a:off x="719999" y="949689"/>
            <a:ext cx="10752002" cy="4328894"/>
          </a:xfrm>
        </p:spPr>
        <p:txBody>
          <a:bodyPr>
            <a:normAutofit/>
          </a:bodyPr>
          <a:lstStyle>
            <a:lvl1pPr>
              <a:defRPr sz="4114">
                <a:solidFill>
                  <a:schemeClr val="bg1"/>
                </a:solidFill>
              </a:defRPr>
            </a:lvl1pPr>
          </a:lstStyle>
          <a:p>
            <a:r>
              <a:rPr lang="da-DK" noProof="0" dirty="0"/>
              <a:t>Indsæt titel</a:t>
            </a:r>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hidden="1"/>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4603073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UK_To tekstbokse og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noFill/>
        </p:spPr>
        <p:txBody>
          <a:bodyPr tIns="36000" anchor="t" anchorCtr="0"/>
          <a:lstStyle>
            <a:lvl1pPr marL="0" indent="0" algn="ctr">
              <a:buNone/>
              <a:defRPr sz="506"/>
            </a:lvl1pPr>
          </a:lstStyle>
          <a:p>
            <a:r>
              <a:rPr lang="da-DK" dirty="0"/>
              <a:t>Klik her og indsæt baggrundsbillede, via fanen Indsæt, Billeder</a:t>
            </a:r>
          </a:p>
        </p:txBody>
      </p:sp>
      <p:sp>
        <p:nvSpPr>
          <p:cNvPr id="4" name="Text Placeholder 3">
            <a:extLst>
              <a:ext uri="{FF2B5EF4-FFF2-40B4-BE49-F238E27FC236}">
                <a16:creationId xmlns:a16="http://schemas.microsoft.com/office/drawing/2014/main" id="{89DBA786-081A-49F3-8117-122AE3631193}"/>
              </a:ext>
            </a:extLst>
          </p:cNvPr>
          <p:cNvSpPr>
            <a:spLocks noGrp="1"/>
          </p:cNvSpPr>
          <p:nvPr>
            <p:ph type="body" sz="quarter" idx="14" hasCustomPrompt="1"/>
          </p:nvPr>
        </p:nvSpPr>
        <p:spPr>
          <a:xfrm>
            <a:off x="4419116" y="719999"/>
            <a:ext cx="3346444" cy="5418000"/>
          </a:xfrm>
          <a:solidFill>
            <a:schemeClr val="bg1"/>
          </a:solidFill>
        </p:spPr>
        <p:txBody>
          <a:bodyPr lIns="360000" tIns="342000" rIns="360000" bIns="342000"/>
          <a:lstStyle>
            <a:lvl1pPr>
              <a:defRPr/>
            </a:lvl1pPr>
          </a:lstStyle>
          <a:p>
            <a:pPr lvl="0"/>
            <a:r>
              <a:rPr lang="da-DK" dirty="0"/>
              <a:t>Brug TAB og </a:t>
            </a:r>
            <a:r>
              <a:rPr lang="da-DK" dirty="0" err="1"/>
              <a:t>Shift+TAB</a:t>
            </a:r>
            <a:r>
              <a:rPr lang="da-DK" dirty="0"/>
              <a:t>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Text Placeholder 5">
            <a:extLst>
              <a:ext uri="{FF2B5EF4-FFF2-40B4-BE49-F238E27FC236}">
                <a16:creationId xmlns:a16="http://schemas.microsoft.com/office/drawing/2014/main" id="{57DC5362-52A5-4FC5-A4EF-20A7DA7FD426}"/>
              </a:ext>
            </a:extLst>
          </p:cNvPr>
          <p:cNvSpPr>
            <a:spLocks noGrp="1"/>
          </p:cNvSpPr>
          <p:nvPr>
            <p:ph type="body" sz="quarter" idx="15" hasCustomPrompt="1"/>
          </p:nvPr>
        </p:nvSpPr>
        <p:spPr>
          <a:xfrm>
            <a:off x="8125558" y="720000"/>
            <a:ext cx="3346444" cy="5418000"/>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41724131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UK_Tre tekstbokse og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noFill/>
        </p:spPr>
        <p:txBody>
          <a:bodyPr tIns="36000" anchor="t" anchorCtr="0"/>
          <a:lstStyle>
            <a:lvl1pPr marL="0" indent="0" algn="ctr">
              <a:buNone/>
              <a:defRPr sz="506"/>
            </a:lvl1pPr>
          </a:lstStyle>
          <a:p>
            <a:r>
              <a:rPr lang="da-DK" noProof="0" dirty="0"/>
              <a:t>Klik her og indsæt baggrundsbillede, via fanen Indsæt, Billeder</a:t>
            </a:r>
          </a:p>
        </p:txBody>
      </p:sp>
      <p:sp>
        <p:nvSpPr>
          <p:cNvPr id="4" name="Text Placeholder 3">
            <a:extLst>
              <a:ext uri="{FF2B5EF4-FFF2-40B4-BE49-F238E27FC236}">
                <a16:creationId xmlns:a16="http://schemas.microsoft.com/office/drawing/2014/main" id="{89DBA786-081A-49F3-8117-122AE3631193}"/>
              </a:ext>
            </a:extLst>
          </p:cNvPr>
          <p:cNvSpPr>
            <a:spLocks noGrp="1"/>
          </p:cNvSpPr>
          <p:nvPr>
            <p:ph type="body" sz="quarter" idx="14" hasCustomPrompt="1"/>
          </p:nvPr>
        </p:nvSpPr>
        <p:spPr>
          <a:xfrm>
            <a:off x="720001" y="2192138"/>
            <a:ext cx="3346444" cy="2534374"/>
          </a:xfrm>
          <a:solidFill>
            <a:schemeClr val="bg1"/>
          </a:solidFill>
        </p:spPr>
        <p:txBody>
          <a:bodyPr lIns="360000" tIns="342000" rIns="360000" bIns="342000"/>
          <a:lstStyle>
            <a:lvl1pPr>
              <a:defRPr/>
            </a:lvl1pPr>
          </a:lstStyle>
          <a:p>
            <a:pPr lvl="0"/>
            <a:r>
              <a:rPr lang="da-DK" dirty="0"/>
              <a:t>Brug TAB og </a:t>
            </a:r>
            <a:r>
              <a:rPr lang="da-DK" dirty="0" err="1"/>
              <a:t>Shift+TAB</a:t>
            </a:r>
            <a:r>
              <a:rPr lang="da-DK" dirty="0"/>
              <a:t>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Text Placeholder 5">
            <a:extLst>
              <a:ext uri="{FF2B5EF4-FFF2-40B4-BE49-F238E27FC236}">
                <a16:creationId xmlns:a16="http://schemas.microsoft.com/office/drawing/2014/main" id="{57DC5362-52A5-4FC5-A4EF-20A7DA7FD426}"/>
              </a:ext>
            </a:extLst>
          </p:cNvPr>
          <p:cNvSpPr>
            <a:spLocks noGrp="1"/>
          </p:cNvSpPr>
          <p:nvPr>
            <p:ph type="body" sz="quarter" idx="15" hasCustomPrompt="1"/>
          </p:nvPr>
        </p:nvSpPr>
        <p:spPr>
          <a:xfrm>
            <a:off x="4419116" y="2192138"/>
            <a:ext cx="3346444"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2" name="Text Placeholder 11">
            <a:extLst>
              <a:ext uri="{FF2B5EF4-FFF2-40B4-BE49-F238E27FC236}">
                <a16:creationId xmlns:a16="http://schemas.microsoft.com/office/drawing/2014/main" id="{F48BBDC9-F22E-43C8-9794-F5F2CF1FECEA}"/>
              </a:ext>
            </a:extLst>
          </p:cNvPr>
          <p:cNvSpPr>
            <a:spLocks noGrp="1"/>
          </p:cNvSpPr>
          <p:nvPr>
            <p:ph type="body" sz="quarter" idx="16" hasCustomPrompt="1"/>
          </p:nvPr>
        </p:nvSpPr>
        <p:spPr>
          <a:xfrm>
            <a:off x="8125558" y="2192138"/>
            <a:ext cx="3346444"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7067040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UK_Fire tekstbokse og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noFill/>
        </p:spPr>
        <p:txBody>
          <a:bodyPr tIns="36000" anchor="t" anchorCtr="0"/>
          <a:lstStyle>
            <a:lvl1pPr marL="0" indent="0" algn="ctr">
              <a:buNone/>
              <a:defRPr sz="506"/>
            </a:lvl1pPr>
          </a:lstStyle>
          <a:p>
            <a:r>
              <a:rPr lang="da-DK" noProof="0" dirty="0"/>
              <a:t>Klik her og indsæt baggrundsbillede, via fanen Indsæt, Billeder</a:t>
            </a:r>
          </a:p>
        </p:txBody>
      </p:sp>
      <p:sp>
        <p:nvSpPr>
          <p:cNvPr id="4" name="Text Placeholder 3">
            <a:extLst>
              <a:ext uri="{FF2B5EF4-FFF2-40B4-BE49-F238E27FC236}">
                <a16:creationId xmlns:a16="http://schemas.microsoft.com/office/drawing/2014/main" id="{89DBA786-081A-49F3-8117-122AE3631193}"/>
              </a:ext>
            </a:extLst>
          </p:cNvPr>
          <p:cNvSpPr>
            <a:spLocks noGrp="1"/>
          </p:cNvSpPr>
          <p:nvPr>
            <p:ph type="body" sz="quarter" idx="14" hasCustomPrompt="1"/>
          </p:nvPr>
        </p:nvSpPr>
        <p:spPr>
          <a:xfrm>
            <a:off x="4419116" y="720000"/>
            <a:ext cx="3346444" cy="2534374"/>
          </a:xfrm>
          <a:solidFill>
            <a:schemeClr val="bg1"/>
          </a:solidFill>
        </p:spPr>
        <p:txBody>
          <a:bodyPr lIns="360000" tIns="342000" rIns="360000" bIns="342000"/>
          <a:lstStyle>
            <a:lvl1pPr>
              <a:defRPr/>
            </a:lvl1pPr>
          </a:lstStyle>
          <a:p>
            <a:pPr lvl="0"/>
            <a:r>
              <a:rPr lang="da-DK" dirty="0"/>
              <a:t>Brug TAB og </a:t>
            </a:r>
            <a:r>
              <a:rPr lang="da-DK" dirty="0" err="1"/>
              <a:t>Shift+TAB</a:t>
            </a:r>
            <a:r>
              <a:rPr lang="da-DK" dirty="0"/>
              <a:t>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Text Placeholder 5">
            <a:extLst>
              <a:ext uri="{FF2B5EF4-FFF2-40B4-BE49-F238E27FC236}">
                <a16:creationId xmlns:a16="http://schemas.microsoft.com/office/drawing/2014/main" id="{57DC5362-52A5-4FC5-A4EF-20A7DA7FD426}"/>
              </a:ext>
            </a:extLst>
          </p:cNvPr>
          <p:cNvSpPr>
            <a:spLocks noGrp="1"/>
          </p:cNvSpPr>
          <p:nvPr>
            <p:ph type="body" sz="quarter" idx="15" hasCustomPrompt="1"/>
          </p:nvPr>
        </p:nvSpPr>
        <p:spPr>
          <a:xfrm>
            <a:off x="4419116" y="3603626"/>
            <a:ext cx="3346444"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2" name="Text Placeholder 11">
            <a:extLst>
              <a:ext uri="{FF2B5EF4-FFF2-40B4-BE49-F238E27FC236}">
                <a16:creationId xmlns:a16="http://schemas.microsoft.com/office/drawing/2014/main" id="{F48BBDC9-F22E-43C8-9794-F5F2CF1FECEA}"/>
              </a:ext>
            </a:extLst>
          </p:cNvPr>
          <p:cNvSpPr>
            <a:spLocks noGrp="1"/>
          </p:cNvSpPr>
          <p:nvPr>
            <p:ph type="body" sz="quarter" idx="16" hasCustomPrompt="1"/>
          </p:nvPr>
        </p:nvSpPr>
        <p:spPr>
          <a:xfrm>
            <a:off x="8125558" y="720000"/>
            <a:ext cx="3346444"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4" name="Text Placeholder 13">
            <a:extLst>
              <a:ext uri="{FF2B5EF4-FFF2-40B4-BE49-F238E27FC236}">
                <a16:creationId xmlns:a16="http://schemas.microsoft.com/office/drawing/2014/main" id="{35BA7BD3-EF06-4551-A428-51A46E5A897E}"/>
              </a:ext>
            </a:extLst>
          </p:cNvPr>
          <p:cNvSpPr>
            <a:spLocks noGrp="1"/>
          </p:cNvSpPr>
          <p:nvPr>
            <p:ph type="body" sz="quarter" idx="17" hasCustomPrompt="1"/>
          </p:nvPr>
        </p:nvSpPr>
        <p:spPr>
          <a:xfrm>
            <a:off x="8125559" y="3603626"/>
            <a:ext cx="3346443" cy="2534374"/>
          </a:xfrm>
          <a:solidFill>
            <a:schemeClr val="bg1"/>
          </a:solidFill>
        </p:spPr>
        <p:txBody>
          <a:bodyPr lIns="360000" tIns="342000" rIns="360000" bIns="342000"/>
          <a:lstStyle>
            <a:lvl1pPr>
              <a:defRPr/>
            </a:lvl1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88101486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UK_Tekstboks mørk og billede">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1" y="0"/>
            <a:ext cx="12193200" cy="6861600"/>
          </a:xfrm>
          <a:noFill/>
        </p:spPr>
        <p:txBody>
          <a:bodyPr tIns="36000" anchor="t" anchorCtr="0"/>
          <a:lstStyle>
            <a:lvl1pPr marL="0" indent="0" algn="ctr">
              <a:buNone/>
              <a:defRPr sz="506"/>
            </a:lvl1pPr>
          </a:lstStyle>
          <a:p>
            <a:r>
              <a:rPr lang="da-DK" noProof="0" dirty="0"/>
              <a:t>Klik her og indsæt baggrundsbillede, via fanen Indsæt, Billeder</a:t>
            </a:r>
          </a:p>
        </p:txBody>
      </p:sp>
      <p:sp>
        <p:nvSpPr>
          <p:cNvPr id="4" name="Text Placeholder 3">
            <a:extLst>
              <a:ext uri="{FF2B5EF4-FFF2-40B4-BE49-F238E27FC236}">
                <a16:creationId xmlns:a16="http://schemas.microsoft.com/office/drawing/2014/main" id="{89DBA786-081A-49F3-8117-122AE3631193}"/>
              </a:ext>
            </a:extLst>
          </p:cNvPr>
          <p:cNvSpPr>
            <a:spLocks noGrp="1"/>
          </p:cNvSpPr>
          <p:nvPr>
            <p:ph type="body" sz="quarter" idx="14" hasCustomPrompt="1"/>
          </p:nvPr>
        </p:nvSpPr>
        <p:spPr>
          <a:xfrm>
            <a:off x="4419113" y="719999"/>
            <a:ext cx="7052889" cy="5418000"/>
          </a:xfrm>
          <a:solidFill>
            <a:schemeClr val="tx2"/>
          </a:solidFill>
        </p:spPr>
        <p:txBody>
          <a:bodyPr lIns="360000" tIns="342000" rIns="360000" bIns="342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a-DK" dirty="0"/>
              <a:t>Brug TAB og </a:t>
            </a:r>
            <a:r>
              <a:rPr lang="da-DK" dirty="0" err="1"/>
              <a:t>Shift+TAB</a:t>
            </a:r>
            <a:r>
              <a:rPr lang="da-DK" dirty="0"/>
              <a:t>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6666</a:t>
            </a:r>
          </a:p>
          <a:p>
            <a:pPr lvl="6"/>
            <a:r>
              <a:rPr lang="da-DK" dirty="0"/>
              <a:t>777</a:t>
            </a:r>
          </a:p>
          <a:p>
            <a:pPr lvl="7"/>
            <a:r>
              <a:rPr lang="da-DK" dirty="0"/>
              <a:t>8888</a:t>
            </a:r>
          </a:p>
          <a:p>
            <a:pPr lvl="8"/>
            <a:r>
              <a:rPr lang="da-DK" dirty="0"/>
              <a:t>9999</a:t>
            </a:r>
          </a:p>
        </p:txBody>
      </p:sp>
      <p:sp>
        <p:nvSpPr>
          <p:cNvPr id="9" name="Date_GeneralDate"/>
          <p:cNvSpPr>
            <a:spLocks noGrp="1"/>
          </p:cNvSpPr>
          <p:nvPr>
            <p:ph type="dt" sz="half" idx="10"/>
          </p:nvPr>
        </p:nvSpPr>
        <p:spPr>
          <a:xfrm>
            <a:off x="0" y="6912000"/>
            <a:ext cx="0" cy="0"/>
          </a:xfrm>
        </p:spPr>
        <p:txBody>
          <a:bodyPr/>
          <a:lstStyle>
            <a:lvl1pPr>
              <a:defRPr sz="100">
                <a:noFill/>
              </a:defRPr>
            </a:lvl1pPr>
          </a:lstStyle>
          <a:p>
            <a:endParaRPr lang="da-DK" dirty="0"/>
          </a:p>
        </p:txBody>
      </p:sp>
      <p:sp>
        <p:nvSpPr>
          <p:cNvPr id="10" name="FLD_PresentationTitle"/>
          <p:cNvSpPr>
            <a:spLocks noGrp="1"/>
          </p:cNvSpPr>
          <p:nvPr>
            <p:ph type="ftr" sz="quarter" idx="11"/>
          </p:nvPr>
        </p:nvSpPr>
        <p:spPr>
          <a:xfrm>
            <a:off x="0" y="6912000"/>
            <a:ext cx="0" cy="0"/>
          </a:xfrm>
        </p:spPr>
        <p:txBody>
          <a:bodyPr/>
          <a:lstStyle>
            <a:lvl1pPr>
              <a:defRPr sz="100">
                <a:noFill/>
              </a:defRPr>
            </a:lvl1pPr>
          </a:lstStyle>
          <a:p>
            <a:r>
              <a:rPr lang="da-DK" dirty="0"/>
              <a:t>Sidehoved</a:t>
            </a:r>
          </a:p>
        </p:txBody>
      </p:sp>
      <p:sp>
        <p:nvSpPr>
          <p:cNvPr id="11" name="Slide Number Placeholder 5"/>
          <p:cNvSpPr>
            <a:spLocks noGrp="1"/>
          </p:cNvSpPr>
          <p:nvPr>
            <p:ph type="sldNum" sz="quarter" idx="12"/>
          </p:nvPr>
        </p:nvSpPr>
        <p:spPr>
          <a:xfrm>
            <a:off x="0" y="6912000"/>
            <a:ext cx="0" cy="0"/>
          </a:xfrm>
        </p:spPr>
        <p:txBody>
          <a:bodyPr/>
          <a:lstStyle>
            <a:lvl1pPr>
              <a:defRPr>
                <a:noFill/>
              </a:defRPr>
            </a:lvl1p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23640947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UK_Kun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a-DK" dirty="0"/>
              <a:t>Klik for at tilføje titel</a:t>
            </a:r>
          </a:p>
        </p:txBody>
      </p:sp>
      <p:sp>
        <p:nvSpPr>
          <p:cNvPr id="3" name="Date_GeneralDate"/>
          <p:cNvSpPr>
            <a:spLocks noGrp="1"/>
          </p:cNvSpPr>
          <p:nvPr>
            <p:ph type="dt" sz="half" idx="10"/>
          </p:nvPr>
        </p:nvSpPr>
        <p:spPr/>
        <p:txBody>
          <a:bodyPr/>
          <a:lstStyle/>
          <a:p>
            <a:endParaRPr lang="da-DK" dirty="0"/>
          </a:p>
        </p:txBody>
      </p:sp>
      <p:sp>
        <p:nvSpPr>
          <p:cNvPr id="4" name="SD_FLD_PresentationTitle"/>
          <p:cNvSpPr>
            <a:spLocks noGrp="1"/>
          </p:cNvSpPr>
          <p:nvPr>
            <p:ph type="ftr" sz="quarter" idx="11"/>
          </p:nvPr>
        </p:nvSpPr>
        <p:spPr/>
        <p:txBody>
          <a:bodyPr/>
          <a:lstStyle/>
          <a:p>
            <a:r>
              <a:rPr lang="da-DK" dirty="0"/>
              <a:t>Sidehoved</a:t>
            </a:r>
          </a:p>
        </p:txBody>
      </p:sp>
      <p:sp>
        <p:nvSpPr>
          <p:cNvPr id="5" name="Slide Number Placeholder 4"/>
          <p:cNvSpPr>
            <a:spLocks noGrp="1"/>
          </p:cNvSpPr>
          <p:nvPr>
            <p:ph type="sldNum" sz="quarter" idx="12"/>
          </p:nvPr>
        </p:nvSpPr>
        <p:spPr/>
        <p:txBody>
          <a:bodyPr/>
          <a:lstStyle/>
          <a:p>
            <a:fld id="{24C8C45C-947F-4981-8B3F-4F32E973C901}" type="slidenum">
              <a:rPr lang="da-DK" smtClean="0"/>
              <a:t>‹nr.›</a:t>
            </a:fld>
            <a:endParaRPr lang="da-DK" dirty="0"/>
          </a:p>
        </p:txBody>
      </p:sp>
    </p:spTree>
    <p:extLst>
      <p:ext uri="{BB962C8B-B14F-4D97-AF65-F5344CB8AC3E}">
        <p14:creationId xmlns:p14="http://schemas.microsoft.com/office/powerpoint/2010/main" val="7717917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UK_Tom">
    <p:spTree>
      <p:nvGrpSpPr>
        <p:cNvPr id="1" name=""/>
        <p:cNvGrpSpPr/>
        <p:nvPr/>
      </p:nvGrpSpPr>
      <p:grpSpPr>
        <a:xfrm>
          <a:off x="0" y="0"/>
          <a:ext cx="0" cy="0"/>
          <a:chOff x="0" y="0"/>
          <a:chExt cx="0" cy="0"/>
        </a:xfrm>
      </p:grpSpPr>
      <p:sp>
        <p:nvSpPr>
          <p:cNvPr id="2" name="Date_GeneralDate"/>
          <p:cNvSpPr>
            <a:spLocks noGrp="1"/>
          </p:cNvSpPr>
          <p:nvPr>
            <p:ph type="dt" sz="half" idx="10"/>
          </p:nvPr>
        </p:nvSpPr>
        <p:spPr/>
        <p:txBody>
          <a:bodyPr/>
          <a:lstStyle/>
          <a:p>
            <a:endParaRPr lang="da-DK" dirty="0"/>
          </a:p>
        </p:txBody>
      </p:sp>
      <p:sp>
        <p:nvSpPr>
          <p:cNvPr id="3" name="SD_FLD_PresentationTitle"/>
          <p:cNvSpPr>
            <a:spLocks noGrp="1"/>
          </p:cNvSpPr>
          <p:nvPr>
            <p:ph type="ftr" sz="quarter" idx="11"/>
          </p:nvPr>
        </p:nvSpPr>
        <p:spPr/>
        <p:txBody>
          <a:bodyPr/>
          <a:lstStyle/>
          <a:p>
            <a:r>
              <a:rPr lang="da-DK" dirty="0"/>
              <a:t>Sidehoved</a:t>
            </a:r>
          </a:p>
        </p:txBody>
      </p:sp>
      <p:sp>
        <p:nvSpPr>
          <p:cNvPr id="4" name="Slide Number Placeholder 3"/>
          <p:cNvSpPr>
            <a:spLocks noGrp="1"/>
          </p:cNvSpPr>
          <p:nvPr>
            <p:ph type="sldNum" sz="quarter" idx="12"/>
          </p:nvPr>
        </p:nvSpPr>
        <p:spPr/>
        <p:txBody>
          <a:bodyPr/>
          <a:lstStyle/>
          <a:p>
            <a:fld id="{24C8C45C-947F-4981-8B3F-4F32E973C901}" type="slidenum">
              <a:rPr lang="da-DK" smtClean="0"/>
              <a:t>‹nr.›</a:t>
            </a:fld>
            <a:endParaRPr lang="da-DK" dirty="0"/>
          </a:p>
        </p:txBody>
      </p:sp>
    </p:spTree>
    <p:extLst>
      <p:ext uri="{BB962C8B-B14F-4D97-AF65-F5344CB8AC3E}">
        <p14:creationId xmlns:p14="http://schemas.microsoft.com/office/powerpoint/2010/main" val="29516626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UK_Rapport: To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0675-C315-4700-B9B7-A5AB773CA2BB}"/>
              </a:ext>
            </a:extLst>
          </p:cNvPr>
          <p:cNvSpPr>
            <a:spLocks noGrp="1"/>
          </p:cNvSpPr>
          <p:nvPr>
            <p:ph type="title" hasCustomPrompt="1"/>
          </p:nvPr>
        </p:nvSpPr>
        <p:spPr>
          <a:xfrm>
            <a:off x="719999" y="894268"/>
            <a:ext cx="5194800" cy="850742"/>
          </a:xfrm>
        </p:spPr>
        <p:txBody>
          <a:bodyPr/>
          <a:lstStyle>
            <a:lvl1pPr>
              <a:defRPr sz="633"/>
            </a:lvl1pPr>
          </a:lstStyle>
          <a:p>
            <a:r>
              <a:rPr lang="da-DK" dirty="0"/>
              <a:t>Klik for at tilføje titel</a:t>
            </a:r>
          </a:p>
        </p:txBody>
      </p:sp>
      <p:sp>
        <p:nvSpPr>
          <p:cNvPr id="3" name="Content Placeholder 2"/>
          <p:cNvSpPr>
            <a:spLocks noGrp="1"/>
          </p:cNvSpPr>
          <p:nvPr>
            <p:ph idx="1" hasCustomPrompt="1"/>
          </p:nvPr>
        </p:nvSpPr>
        <p:spPr>
          <a:xfrm>
            <a:off x="719998" y="2192138"/>
            <a:ext cx="5196199" cy="3945862"/>
          </a:xfrm>
        </p:spPr>
        <p:txBody>
          <a:bodyPr/>
          <a:lstStyle>
            <a:lvl1pPr>
              <a:defRPr sz="380">
                <a:latin typeface="KBH Tekst" panose="00000500000000000000" pitchFamily="2" charset="0"/>
              </a:defRPr>
            </a:lvl1pPr>
            <a:lvl2pPr marL="117537" indent="-56760">
              <a:defRPr sz="380">
                <a:latin typeface="KBH Tekst" panose="00000500000000000000" pitchFamily="2" charset="0"/>
              </a:defRPr>
            </a:lvl2pPr>
            <a:lvl3pPr marL="172288" indent="-51737">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noProof="0" dirty="0"/>
              <a:t>Brug TAB og Shift + TAB til at skifte tekst- og bulletniveau. Stå på ny linje inden du trykker på TAB. </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a:p>
            <a:pPr lvl="5"/>
            <a:r>
              <a:rPr lang="da-DK" noProof="0" dirty="0" err="1"/>
              <a:t>Sixth</a:t>
            </a:r>
            <a:r>
              <a:rPr lang="da-DK" noProof="0" dirty="0"/>
              <a:t> </a:t>
            </a:r>
            <a:r>
              <a:rPr lang="da-DK" noProof="0" dirty="0" err="1"/>
              <a:t>level</a:t>
            </a:r>
            <a:endParaRPr lang="da-DK" noProof="0" dirty="0"/>
          </a:p>
          <a:p>
            <a:pPr lvl="6"/>
            <a:r>
              <a:rPr lang="da-DK" noProof="0" dirty="0" err="1"/>
              <a:t>Seventh</a:t>
            </a:r>
            <a:r>
              <a:rPr lang="da-DK" noProof="0" dirty="0"/>
              <a:t> </a:t>
            </a:r>
            <a:r>
              <a:rPr lang="da-DK" noProof="0" dirty="0" err="1"/>
              <a:t>level</a:t>
            </a:r>
            <a:endParaRPr lang="da-DK" noProof="0" dirty="0"/>
          </a:p>
          <a:p>
            <a:pPr lvl="7"/>
            <a:r>
              <a:rPr lang="da-DK" noProof="0" dirty="0" err="1"/>
              <a:t>Eight</a:t>
            </a:r>
            <a:r>
              <a:rPr lang="da-DK" noProof="0" dirty="0"/>
              <a:t> </a:t>
            </a:r>
            <a:r>
              <a:rPr lang="da-DK" noProof="0" dirty="0" err="1"/>
              <a:t>level</a:t>
            </a:r>
            <a:endParaRPr lang="da-DK" noProof="0" dirty="0"/>
          </a:p>
          <a:p>
            <a:pPr lvl="8"/>
            <a:r>
              <a:rPr lang="da-DK" noProof="0" dirty="0"/>
              <a:t>Ninth</a:t>
            </a:r>
          </a:p>
        </p:txBody>
      </p:sp>
      <p:sp>
        <p:nvSpPr>
          <p:cNvPr id="16" name="Content Placeholder 8">
            <a:extLst>
              <a:ext uri="{FF2B5EF4-FFF2-40B4-BE49-F238E27FC236}">
                <a16:creationId xmlns:a16="http://schemas.microsoft.com/office/drawing/2014/main" id="{226B16CC-F459-45AB-8AF6-621CD4FF544B}"/>
              </a:ext>
            </a:extLst>
          </p:cNvPr>
          <p:cNvSpPr>
            <a:spLocks noGrp="1"/>
          </p:cNvSpPr>
          <p:nvPr>
            <p:ph sz="quarter" idx="14" hasCustomPrompt="1"/>
          </p:nvPr>
        </p:nvSpPr>
        <p:spPr>
          <a:xfrm>
            <a:off x="6275800" y="2192400"/>
            <a:ext cx="5196201"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9" name="Date_GeneralDate">
            <a:extLst>
              <a:ext uri="{FF2B5EF4-FFF2-40B4-BE49-F238E27FC236}">
                <a16:creationId xmlns:a16="http://schemas.microsoft.com/office/drawing/2014/main" id="{1E57683A-B89A-4C49-94F5-D6FE2971887C}"/>
              </a:ext>
            </a:extLst>
          </p:cNvPr>
          <p:cNvSpPr>
            <a:spLocks noGrp="1"/>
          </p:cNvSpPr>
          <p:nvPr>
            <p:ph type="dt" sz="half" idx="10"/>
          </p:nvPr>
        </p:nvSpPr>
        <p:spPr>
          <a:xfrm>
            <a:off x="8659423" y="310327"/>
            <a:ext cx="2401755" cy="180000"/>
          </a:xfrm>
        </p:spPr>
        <p:txBody>
          <a:bodyPr/>
          <a:lstStyle/>
          <a:p>
            <a:endParaRPr lang="da-DK" noProof="0" dirty="0"/>
          </a:p>
        </p:txBody>
      </p:sp>
      <p:sp>
        <p:nvSpPr>
          <p:cNvPr id="10" name="Slide Number Placeholder 5">
            <a:extLst>
              <a:ext uri="{FF2B5EF4-FFF2-40B4-BE49-F238E27FC236}">
                <a16:creationId xmlns:a16="http://schemas.microsoft.com/office/drawing/2014/main" id="{B0C0F55C-0196-46B3-A323-46BEB6056D64}"/>
              </a:ext>
            </a:extLst>
          </p:cNvPr>
          <p:cNvSpPr>
            <a:spLocks noGrp="1"/>
          </p:cNvSpPr>
          <p:nvPr>
            <p:ph type="sldNum" sz="quarter" idx="12"/>
          </p:nvPr>
        </p:nvSpPr>
        <p:spPr>
          <a:xfrm>
            <a:off x="11077082" y="310327"/>
            <a:ext cx="394921" cy="180000"/>
          </a:xfrm>
        </p:spPr>
        <p:txBody>
          <a:bodyPr/>
          <a:lstStyle/>
          <a:p>
            <a:fld id="{859873C9-BF5D-4A9A-BB31-45BBB7BABAF7}" type="slidenum">
              <a:rPr lang="da-DK" noProof="0" smtClean="0"/>
              <a:t>‹nr.›</a:t>
            </a:fld>
            <a:endParaRPr lang="da-DK" noProof="0" dirty="0"/>
          </a:p>
        </p:txBody>
      </p:sp>
      <p:sp>
        <p:nvSpPr>
          <p:cNvPr id="12" name="SD_FLD_PresentationTitle">
            <a:extLst>
              <a:ext uri="{FF2B5EF4-FFF2-40B4-BE49-F238E27FC236}">
                <a16:creationId xmlns:a16="http://schemas.microsoft.com/office/drawing/2014/main" id="{0E1D2869-881F-4A30-85CD-63C245E1C06D}"/>
              </a:ext>
            </a:extLst>
          </p:cNvPr>
          <p:cNvSpPr>
            <a:spLocks noGrp="1"/>
          </p:cNvSpPr>
          <p:nvPr>
            <p:ph type="ftr" sz="quarter" idx="11"/>
          </p:nvPr>
        </p:nvSpPr>
        <p:spPr>
          <a:xfrm>
            <a:off x="4424000" y="310327"/>
            <a:ext cx="4097593" cy="180000"/>
          </a:xfrm>
        </p:spPr>
        <p:txBody>
          <a:bodyPr/>
          <a:lstStyle/>
          <a:p>
            <a:r>
              <a:rPr lang="da-DK" noProof="0" dirty="0"/>
              <a:t>Sidehoved</a:t>
            </a:r>
          </a:p>
        </p:txBody>
      </p:sp>
    </p:spTree>
    <p:extLst>
      <p:ext uri="{BB962C8B-B14F-4D97-AF65-F5344CB8AC3E}">
        <p14:creationId xmlns:p14="http://schemas.microsoft.com/office/powerpoint/2010/main" val="1335217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UK_Rapport: T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33444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4424163" y="2192400"/>
            <a:ext cx="33444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8127601" y="2192400"/>
            <a:ext cx="33444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42136911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UK_Rapport: Fire indhold vertik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24183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3498382" y="2192399"/>
            <a:ext cx="24183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6276041" y="2192399"/>
            <a:ext cx="2418300" cy="39492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12" name="Content Placeholder 15">
            <a:extLst>
              <a:ext uri="{FF2B5EF4-FFF2-40B4-BE49-F238E27FC236}">
                <a16:creationId xmlns:a16="http://schemas.microsoft.com/office/drawing/2014/main" id="{C28262A3-2655-4D67-8500-DD40B48725D0}"/>
              </a:ext>
            </a:extLst>
          </p:cNvPr>
          <p:cNvSpPr>
            <a:spLocks noGrp="1"/>
          </p:cNvSpPr>
          <p:nvPr>
            <p:ph sz="quarter" idx="19" hasCustomPrompt="1"/>
          </p:nvPr>
        </p:nvSpPr>
        <p:spPr>
          <a:xfrm>
            <a:off x="9053700" y="2192399"/>
            <a:ext cx="2418300" cy="3949199"/>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r>
              <a:rPr lang="da-DK" dirty="0"/>
              <a:t>6</a:t>
            </a:r>
          </a:p>
          <a:p>
            <a:pPr lvl="6"/>
            <a:r>
              <a:rPr lang="da-DK" dirty="0"/>
              <a:t>7</a:t>
            </a:r>
          </a:p>
          <a:p>
            <a:pPr lvl="7"/>
            <a:r>
              <a:rPr lang="da-DK" dirty="0"/>
              <a:t>8</a:t>
            </a:r>
          </a:p>
          <a:p>
            <a:pPr lvl="8"/>
            <a:r>
              <a:rPr lang="da-DK" dirty="0"/>
              <a:t>9</a:t>
            </a:r>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90423681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UK_Rapport: Fire indhold horis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51948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720724" y="4346999"/>
            <a:ext cx="51948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6276042" y="2192399"/>
            <a:ext cx="51948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2" name="Content Placeholder 15">
            <a:extLst>
              <a:ext uri="{FF2B5EF4-FFF2-40B4-BE49-F238E27FC236}">
                <a16:creationId xmlns:a16="http://schemas.microsoft.com/office/drawing/2014/main" id="{C28262A3-2655-4D67-8500-DD40B48725D0}"/>
              </a:ext>
            </a:extLst>
          </p:cNvPr>
          <p:cNvSpPr>
            <a:spLocks noGrp="1"/>
          </p:cNvSpPr>
          <p:nvPr>
            <p:ph sz="quarter" idx="19" hasCustomPrompt="1"/>
          </p:nvPr>
        </p:nvSpPr>
        <p:spPr>
          <a:xfrm>
            <a:off x="6276042" y="4346999"/>
            <a:ext cx="51948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7305992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UK_Rapport: Seks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33444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720724" y="4348800"/>
            <a:ext cx="33444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4424401" y="2192400"/>
            <a:ext cx="33444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0" name="Content Placeholder 15">
            <a:extLst>
              <a:ext uri="{FF2B5EF4-FFF2-40B4-BE49-F238E27FC236}">
                <a16:creationId xmlns:a16="http://schemas.microsoft.com/office/drawing/2014/main" id="{8A779418-EA1C-402E-8FE9-04BF21BF1288}"/>
              </a:ext>
            </a:extLst>
          </p:cNvPr>
          <p:cNvSpPr>
            <a:spLocks noGrp="1"/>
          </p:cNvSpPr>
          <p:nvPr>
            <p:ph sz="quarter" idx="19" hasCustomPrompt="1"/>
          </p:nvPr>
        </p:nvSpPr>
        <p:spPr>
          <a:xfrm>
            <a:off x="4424401" y="4346999"/>
            <a:ext cx="33444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7" name="Content Placeholder 16">
            <a:extLst>
              <a:ext uri="{FF2B5EF4-FFF2-40B4-BE49-F238E27FC236}">
                <a16:creationId xmlns:a16="http://schemas.microsoft.com/office/drawing/2014/main" id="{ACB9BD8A-549C-46D6-8DF3-8D5B50A83395}"/>
              </a:ext>
            </a:extLst>
          </p:cNvPr>
          <p:cNvSpPr>
            <a:spLocks noGrp="1"/>
          </p:cNvSpPr>
          <p:nvPr>
            <p:ph sz="quarter" idx="23" hasCustomPrompt="1"/>
          </p:nvPr>
        </p:nvSpPr>
        <p:spPr>
          <a:xfrm>
            <a:off x="8127602" y="2192401"/>
            <a:ext cx="3344398" cy="1794599"/>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9" name="Content Placeholder 18">
            <a:extLst>
              <a:ext uri="{FF2B5EF4-FFF2-40B4-BE49-F238E27FC236}">
                <a16:creationId xmlns:a16="http://schemas.microsoft.com/office/drawing/2014/main" id="{48639A0C-5FD1-4E6D-AC45-D97BFF484704}"/>
              </a:ext>
            </a:extLst>
          </p:cNvPr>
          <p:cNvSpPr>
            <a:spLocks noGrp="1"/>
          </p:cNvSpPr>
          <p:nvPr>
            <p:ph sz="quarter" idx="24" hasCustomPrompt="1"/>
          </p:nvPr>
        </p:nvSpPr>
        <p:spPr>
          <a:xfrm>
            <a:off x="8127602" y="4346999"/>
            <a:ext cx="3344398" cy="1794598"/>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90891978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UK_Rapport: Ott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58BA-6B62-4A58-AEFA-E9846DB03BF3}"/>
              </a:ext>
            </a:extLst>
          </p:cNvPr>
          <p:cNvSpPr>
            <a:spLocks noGrp="1"/>
          </p:cNvSpPr>
          <p:nvPr>
            <p:ph type="title" hasCustomPrompt="1"/>
          </p:nvPr>
        </p:nvSpPr>
        <p:spPr>
          <a:xfrm>
            <a:off x="719999" y="894268"/>
            <a:ext cx="5194800" cy="849600"/>
          </a:xfrm>
        </p:spPr>
        <p:txBody>
          <a:bodyPr/>
          <a:lstStyle>
            <a:lvl1pPr>
              <a:defRPr sz="633"/>
            </a:lvl1pPr>
          </a:lstStyle>
          <a:p>
            <a:r>
              <a:rPr lang="da-DK" dirty="0"/>
              <a:t>Klik for at tilføje titel</a:t>
            </a:r>
          </a:p>
        </p:txBody>
      </p:sp>
      <p:sp>
        <p:nvSpPr>
          <p:cNvPr id="7" name="Content Placeholder 6">
            <a:extLst>
              <a:ext uri="{FF2B5EF4-FFF2-40B4-BE49-F238E27FC236}">
                <a16:creationId xmlns:a16="http://schemas.microsoft.com/office/drawing/2014/main" id="{FA410FE0-7A8F-4A71-8BC4-0C37E165C5B0}"/>
              </a:ext>
            </a:extLst>
          </p:cNvPr>
          <p:cNvSpPr>
            <a:spLocks noGrp="1"/>
          </p:cNvSpPr>
          <p:nvPr>
            <p:ph sz="quarter" idx="13" hasCustomPrompt="1"/>
          </p:nvPr>
        </p:nvSpPr>
        <p:spPr>
          <a:xfrm>
            <a:off x="720724" y="2192399"/>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Brug TAB og Shift + TAB til at skifte tekst- og bulletniveau. Stå på ny linje inden du trykker på TAB. </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9" name="Content Placeholder 8">
            <a:extLst>
              <a:ext uri="{FF2B5EF4-FFF2-40B4-BE49-F238E27FC236}">
                <a16:creationId xmlns:a16="http://schemas.microsoft.com/office/drawing/2014/main" id="{77B0EEE2-E293-4765-AF01-90FB78356EB5}"/>
              </a:ext>
            </a:extLst>
          </p:cNvPr>
          <p:cNvSpPr>
            <a:spLocks noGrp="1"/>
          </p:cNvSpPr>
          <p:nvPr>
            <p:ph sz="quarter" idx="14" hasCustomPrompt="1"/>
          </p:nvPr>
        </p:nvSpPr>
        <p:spPr>
          <a:xfrm>
            <a:off x="720724" y="4348800"/>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1" name="Content Placeholder 10">
            <a:extLst>
              <a:ext uri="{FF2B5EF4-FFF2-40B4-BE49-F238E27FC236}">
                <a16:creationId xmlns:a16="http://schemas.microsoft.com/office/drawing/2014/main" id="{86ED6EB6-926F-4A7D-BBD8-5577956512A8}"/>
              </a:ext>
            </a:extLst>
          </p:cNvPr>
          <p:cNvSpPr>
            <a:spLocks noGrp="1"/>
          </p:cNvSpPr>
          <p:nvPr>
            <p:ph sz="quarter" idx="15" hasCustomPrompt="1"/>
          </p:nvPr>
        </p:nvSpPr>
        <p:spPr>
          <a:xfrm>
            <a:off x="3499200" y="2192399"/>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2" name="Content Placeholder 15">
            <a:extLst>
              <a:ext uri="{FF2B5EF4-FFF2-40B4-BE49-F238E27FC236}">
                <a16:creationId xmlns:a16="http://schemas.microsoft.com/office/drawing/2014/main" id="{C28262A3-2655-4D67-8500-DD40B48725D0}"/>
              </a:ext>
            </a:extLst>
          </p:cNvPr>
          <p:cNvSpPr>
            <a:spLocks noGrp="1"/>
          </p:cNvSpPr>
          <p:nvPr>
            <p:ph sz="quarter" idx="19" hasCustomPrompt="1"/>
          </p:nvPr>
        </p:nvSpPr>
        <p:spPr>
          <a:xfrm>
            <a:off x="3499200" y="4348800"/>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13" name="Content Placeholder 16">
            <a:extLst>
              <a:ext uri="{FF2B5EF4-FFF2-40B4-BE49-F238E27FC236}">
                <a16:creationId xmlns:a16="http://schemas.microsoft.com/office/drawing/2014/main" id="{B2917A20-9A14-4A88-B799-05327B9EBDEE}"/>
              </a:ext>
            </a:extLst>
          </p:cNvPr>
          <p:cNvSpPr>
            <a:spLocks noGrp="1"/>
          </p:cNvSpPr>
          <p:nvPr>
            <p:ph sz="quarter" idx="23" hasCustomPrompt="1"/>
          </p:nvPr>
        </p:nvSpPr>
        <p:spPr>
          <a:xfrm>
            <a:off x="6274801" y="2192401"/>
            <a:ext cx="2418480" cy="1794599"/>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14" name="Content Placeholder 18">
            <a:extLst>
              <a:ext uri="{FF2B5EF4-FFF2-40B4-BE49-F238E27FC236}">
                <a16:creationId xmlns:a16="http://schemas.microsoft.com/office/drawing/2014/main" id="{B3711F40-BEA7-48C1-AEBB-C27EBAB6E411}"/>
              </a:ext>
            </a:extLst>
          </p:cNvPr>
          <p:cNvSpPr>
            <a:spLocks noGrp="1"/>
          </p:cNvSpPr>
          <p:nvPr>
            <p:ph sz="quarter" idx="24" hasCustomPrompt="1"/>
          </p:nvPr>
        </p:nvSpPr>
        <p:spPr>
          <a:xfrm>
            <a:off x="6274801" y="4346999"/>
            <a:ext cx="2418480" cy="1794598"/>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a:p>
            <a:pPr lvl="5"/>
            <a:endParaRPr lang="da-DK" dirty="0"/>
          </a:p>
        </p:txBody>
      </p:sp>
      <p:sp>
        <p:nvSpPr>
          <p:cNvPr id="21" name="Content Placeholder 20">
            <a:extLst>
              <a:ext uri="{FF2B5EF4-FFF2-40B4-BE49-F238E27FC236}">
                <a16:creationId xmlns:a16="http://schemas.microsoft.com/office/drawing/2014/main" id="{7ACBB5A9-99A6-4806-8AFF-8B50DD841B99}"/>
              </a:ext>
            </a:extLst>
          </p:cNvPr>
          <p:cNvSpPr>
            <a:spLocks noGrp="1"/>
          </p:cNvSpPr>
          <p:nvPr>
            <p:ph sz="quarter" idx="29" hasCustomPrompt="1"/>
          </p:nvPr>
        </p:nvSpPr>
        <p:spPr>
          <a:xfrm>
            <a:off x="9054000" y="2192401"/>
            <a:ext cx="2418300" cy="1794599"/>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23" name="Content Placeholder 22">
            <a:extLst>
              <a:ext uri="{FF2B5EF4-FFF2-40B4-BE49-F238E27FC236}">
                <a16:creationId xmlns:a16="http://schemas.microsoft.com/office/drawing/2014/main" id="{E2F627CA-639B-47B1-A5E4-A4CDD045B183}"/>
              </a:ext>
            </a:extLst>
          </p:cNvPr>
          <p:cNvSpPr>
            <a:spLocks noGrp="1"/>
          </p:cNvSpPr>
          <p:nvPr>
            <p:ph sz="quarter" idx="30" hasCustomPrompt="1"/>
          </p:nvPr>
        </p:nvSpPr>
        <p:spPr>
          <a:xfrm>
            <a:off x="9054000" y="4348800"/>
            <a:ext cx="2418300" cy="1794600"/>
          </a:xfrm>
        </p:spPr>
        <p:txBody>
          <a:bodyPr/>
          <a:lstStyle>
            <a:lvl1pPr>
              <a:defRPr sz="380">
                <a:latin typeface="KBH Tekst" panose="00000500000000000000" pitchFamily="2" charset="0"/>
              </a:defRPr>
            </a:lvl1pPr>
            <a:lvl2pPr marL="117323" indent="-56953">
              <a:defRPr sz="380">
                <a:latin typeface="KBH Tekst" panose="00000500000000000000" pitchFamily="2" charset="0"/>
              </a:defRPr>
            </a:lvl2pPr>
            <a:lvl3pPr marL="171998">
              <a:defRPr sz="380">
                <a:latin typeface="KBH Tekst" panose="00000500000000000000" pitchFamily="2" charset="0"/>
              </a:defRPr>
            </a:lvl3pPr>
            <a:lvl4pPr>
              <a:defRPr sz="380"/>
            </a:lvl4pPr>
            <a:lvl5pPr>
              <a:defRPr sz="380">
                <a:latin typeface="KBH Tekst" panose="00000500000000000000" pitchFamily="2" charset="0"/>
              </a:defRPr>
            </a:lvl5pPr>
            <a:lvl6pPr>
              <a:defRPr sz="633"/>
            </a:lvl6pPr>
            <a:lvl7pPr>
              <a:defRPr sz="633"/>
            </a:lvl7pPr>
            <a:lvl8pPr>
              <a:defRPr sz="633"/>
            </a:lvl8pPr>
          </a:lstStyle>
          <a:p>
            <a:pPr lvl="0"/>
            <a:r>
              <a:rPr lang="da-DK" dirty="0"/>
              <a:t>Klik for at tilføje tekst</a:t>
            </a:r>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 name="Date Placeholder 2">
            <a:extLst>
              <a:ext uri="{FF2B5EF4-FFF2-40B4-BE49-F238E27FC236}">
                <a16:creationId xmlns:a16="http://schemas.microsoft.com/office/drawing/2014/main" id="{F5A3D93A-84B5-4FA0-A1F3-D8CC22C3076A}"/>
              </a:ext>
            </a:extLst>
          </p:cNvPr>
          <p:cNvSpPr>
            <a:spLocks noGrp="1"/>
          </p:cNvSpPr>
          <p:nvPr>
            <p:ph type="dt" sz="half" idx="10"/>
          </p:nvPr>
        </p:nvSpPr>
        <p:spPr/>
        <p:txBody>
          <a:bodyPr/>
          <a:lstStyle/>
          <a:p>
            <a:endParaRPr lang="da-DK" dirty="0"/>
          </a:p>
        </p:txBody>
      </p:sp>
      <p:sp>
        <p:nvSpPr>
          <p:cNvPr id="4" name="SD_FLD_PresentationTitle">
            <a:extLst>
              <a:ext uri="{FF2B5EF4-FFF2-40B4-BE49-F238E27FC236}">
                <a16:creationId xmlns:a16="http://schemas.microsoft.com/office/drawing/2014/main" id="{379D5D20-A791-420E-8BE7-578613533DA8}"/>
              </a:ext>
            </a:extLst>
          </p:cNvPr>
          <p:cNvSpPr>
            <a:spLocks noGrp="1"/>
          </p:cNvSpPr>
          <p:nvPr>
            <p:ph type="ftr" sz="quarter" idx="11"/>
          </p:nvPr>
        </p:nvSpPr>
        <p:spPr/>
        <p:txBody>
          <a:bodyPr/>
          <a:lstStyle/>
          <a:p>
            <a:r>
              <a:rPr lang="da-DK" dirty="0"/>
              <a:t>Sidehoved</a:t>
            </a:r>
          </a:p>
        </p:txBody>
      </p:sp>
      <p:sp>
        <p:nvSpPr>
          <p:cNvPr id="5" name="Slide Number Placeholder 4">
            <a:extLst>
              <a:ext uri="{FF2B5EF4-FFF2-40B4-BE49-F238E27FC236}">
                <a16:creationId xmlns:a16="http://schemas.microsoft.com/office/drawing/2014/main" id="{F0835B99-7F5A-4336-AEC2-7D9ACC94156C}"/>
              </a:ext>
            </a:extLst>
          </p:cNvPr>
          <p:cNvSpPr>
            <a:spLocks noGrp="1"/>
          </p:cNvSpPr>
          <p:nvPr>
            <p:ph type="sldNum" sz="quarter" idx="12"/>
          </p:nvPr>
        </p:nvSpPr>
        <p:spPr/>
        <p:txBody>
          <a:bodyPr/>
          <a:lstStyle/>
          <a:p>
            <a:fld id="{24C8C45C-947F-4981-8B3F-4F32E973C901}" type="slidenum">
              <a:rPr lang="da-DK" smtClean="0"/>
              <a:pPr/>
              <a:t>‹nr.›</a:t>
            </a:fld>
            <a:endParaRPr lang="da-DK" dirty="0"/>
          </a:p>
        </p:txBody>
      </p:sp>
    </p:spTree>
    <p:extLst>
      <p:ext uri="{BB962C8B-B14F-4D97-AF65-F5344CB8AC3E}">
        <p14:creationId xmlns:p14="http://schemas.microsoft.com/office/powerpoint/2010/main" val="34416721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2.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5.xml"/><Relationship Id="rId47" Type="http://schemas.openxmlformats.org/officeDocument/2006/relationships/tags" Target="../tags/tag10.xml"/><Relationship Id="rId50" Type="http://schemas.openxmlformats.org/officeDocument/2006/relationships/tags" Target="../tags/tag1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40" Type="http://schemas.openxmlformats.org/officeDocument/2006/relationships/tags" Target="../tags/tag3.xml"/><Relationship Id="rId45" Type="http://schemas.openxmlformats.org/officeDocument/2006/relationships/tags" Target="../tags/tag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6.xml"/><Relationship Id="rId48" Type="http://schemas.openxmlformats.org/officeDocument/2006/relationships/tags" Target="../tags/tag1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1.xml"/><Relationship Id="rId46" Type="http://schemas.openxmlformats.org/officeDocument/2006/relationships/tags" Target="../tags/tag9.xml"/><Relationship Id="rId20" Type="http://schemas.openxmlformats.org/officeDocument/2006/relationships/slideLayout" Target="../slideLayouts/slideLayout20.xml"/><Relationship Id="rId41"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tags" Target="../tags/tag16.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42" Type="http://schemas.openxmlformats.org/officeDocument/2006/relationships/tags" Target="../tags/tag19.xml"/><Relationship Id="rId47" Type="http://schemas.openxmlformats.org/officeDocument/2006/relationships/tags" Target="../tags/tag24.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9" Type="http://schemas.openxmlformats.org/officeDocument/2006/relationships/slideLayout" Target="../slideLayouts/slideLayout65.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tags" Target="../tags/tag14.xml"/><Relationship Id="rId40" Type="http://schemas.openxmlformats.org/officeDocument/2006/relationships/tags" Target="../tags/tag17.xml"/><Relationship Id="rId45" Type="http://schemas.openxmlformats.org/officeDocument/2006/relationships/tags" Target="../tags/tag22.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theme" Target="../theme/theme2.xml"/><Relationship Id="rId49" Type="http://schemas.openxmlformats.org/officeDocument/2006/relationships/tags" Target="../tags/tag26.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4" Type="http://schemas.openxmlformats.org/officeDocument/2006/relationships/tags" Target="../tags/tag21.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43" Type="http://schemas.openxmlformats.org/officeDocument/2006/relationships/tags" Target="../tags/tag20.xml"/><Relationship Id="rId48" Type="http://schemas.openxmlformats.org/officeDocument/2006/relationships/tags" Target="../tags/tag25.xml"/><Relationship Id="rId8" Type="http://schemas.openxmlformats.org/officeDocument/2006/relationships/slideLayout" Target="../slideLayouts/slideLayout44.xml"/><Relationship Id="rId3" Type="http://schemas.openxmlformats.org/officeDocument/2006/relationships/slideLayout" Target="../slideLayouts/slideLayout39.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tags" Target="../tags/tag15.xml"/><Relationship Id="rId46" Type="http://schemas.openxmlformats.org/officeDocument/2006/relationships/tags" Target="../tags/tag23.xml"/><Relationship Id="rId20" Type="http://schemas.openxmlformats.org/officeDocument/2006/relationships/slideLayout" Target="../slideLayouts/slideLayout56.xml"/><Relationship Id="rId41" Type="http://schemas.openxmlformats.org/officeDocument/2006/relationships/tags" Target="../tags/tag18.xml"/><Relationship Id="rId1" Type="http://schemas.openxmlformats.org/officeDocument/2006/relationships/slideLayout" Target="../slideLayouts/slideLayout37.xml"/><Relationship Id="rId6"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19999" y="2192138"/>
            <a:ext cx="10752002" cy="3945862"/>
          </a:xfrm>
          <a:prstGeom prst="rect">
            <a:avLst/>
          </a:prstGeom>
        </p:spPr>
        <p:txBody>
          <a:bodyPr vert="horz" lIns="0" tIns="0" rIns="0" bIns="0" rtlCol="0">
            <a:noAutofit/>
          </a:bodyPr>
          <a:lstStyle/>
          <a:p>
            <a:pPr lvl="0"/>
            <a:r>
              <a:rPr lang="da-DK" noProof="0" dirty="0"/>
              <a:t>Level 1</a:t>
            </a:r>
          </a:p>
          <a:p>
            <a:pPr lvl="1"/>
            <a:r>
              <a:rPr lang="da-DK" noProof="0" dirty="0"/>
              <a:t>Level 2</a:t>
            </a:r>
          </a:p>
          <a:p>
            <a:pPr lvl="2"/>
            <a:r>
              <a:rPr lang="da-DK" noProof="0" dirty="0"/>
              <a:t>Level 3</a:t>
            </a:r>
          </a:p>
          <a:p>
            <a:pPr lvl="3"/>
            <a:r>
              <a:rPr lang="da-DK" noProof="0" dirty="0"/>
              <a:t>Level 4, Header</a:t>
            </a:r>
          </a:p>
          <a:p>
            <a:pPr lvl="4"/>
            <a:r>
              <a:rPr lang="da-DK" noProof="0" dirty="0"/>
              <a:t>Level 5, Body</a:t>
            </a:r>
          </a:p>
          <a:p>
            <a:pPr lvl="5"/>
            <a:r>
              <a:rPr lang="da-DK" noProof="0" dirty="0"/>
              <a:t>Level 6 Report bullet</a:t>
            </a:r>
          </a:p>
          <a:p>
            <a:pPr lvl="6"/>
            <a:r>
              <a:rPr lang="da-DK" noProof="0" dirty="0"/>
              <a:t>Level 7, Report Header</a:t>
            </a:r>
          </a:p>
          <a:p>
            <a:pPr lvl="7"/>
            <a:r>
              <a:rPr lang="da-DK" noProof="0" dirty="0"/>
              <a:t>Level 8, Report Body</a:t>
            </a:r>
          </a:p>
          <a:p>
            <a:pPr lvl="8"/>
            <a:r>
              <a:rPr lang="da-DK" noProof="0" dirty="0" err="1"/>
              <a:t>Infographic</a:t>
            </a:r>
            <a:endParaRPr lang="da-DK" noProof="0" dirty="0"/>
          </a:p>
        </p:txBody>
      </p:sp>
      <p:sp>
        <p:nvSpPr>
          <p:cNvPr id="4" name="Date_GeneralDate"/>
          <p:cNvSpPr>
            <a:spLocks noGrp="1"/>
          </p:cNvSpPr>
          <p:nvPr>
            <p:ph type="dt" sz="half" idx="2"/>
          </p:nvPr>
        </p:nvSpPr>
        <p:spPr>
          <a:xfrm>
            <a:off x="8659423" y="310327"/>
            <a:ext cx="2401755" cy="180000"/>
          </a:xfrm>
          <a:prstGeom prst="rect">
            <a:avLst/>
          </a:prstGeom>
        </p:spPr>
        <p:txBody>
          <a:bodyPr vert="horz" lIns="0" tIns="0" rIns="0" bIns="0" rtlCol="0" anchor="b" anchorCtr="0"/>
          <a:lstStyle>
            <a:lvl1pPr algn="l">
              <a:defRPr sz="317">
                <a:solidFill>
                  <a:schemeClr val="tx1"/>
                </a:solidFill>
                <a:latin typeface="KBH Tekst" panose="00000500000000000000" pitchFamily="2" charset="0"/>
              </a:defRPr>
            </a:lvl1pPr>
          </a:lstStyle>
          <a:p>
            <a:endParaRPr lang="da-DK" dirty="0"/>
          </a:p>
        </p:txBody>
      </p:sp>
      <p:sp>
        <p:nvSpPr>
          <p:cNvPr id="5" name="SD_FLD_PresentationTitle"/>
          <p:cNvSpPr>
            <a:spLocks noGrp="1"/>
          </p:cNvSpPr>
          <p:nvPr>
            <p:ph type="ftr" sz="quarter" idx="3"/>
          </p:nvPr>
        </p:nvSpPr>
        <p:spPr>
          <a:xfrm>
            <a:off x="4424000" y="310327"/>
            <a:ext cx="4097593" cy="180000"/>
          </a:xfrm>
          <a:prstGeom prst="rect">
            <a:avLst/>
          </a:prstGeom>
        </p:spPr>
        <p:txBody>
          <a:bodyPr vert="horz" lIns="0" tIns="0" rIns="0" bIns="0" rtlCol="0" anchor="b" anchorCtr="0"/>
          <a:lstStyle>
            <a:lvl1pPr algn="l">
              <a:defRPr sz="317">
                <a:solidFill>
                  <a:schemeClr val="tx1"/>
                </a:solidFill>
                <a:latin typeface="KBH Tekst" panose="00000500000000000000" pitchFamily="2" charset="0"/>
              </a:defRPr>
            </a:lvl1pPr>
          </a:lstStyle>
          <a:p>
            <a:r>
              <a:rPr lang="da-DK" dirty="0"/>
              <a:t>Sidehoved</a:t>
            </a:r>
          </a:p>
        </p:txBody>
      </p:sp>
      <p:sp>
        <p:nvSpPr>
          <p:cNvPr id="6" name="Slide Number Placeholder 5"/>
          <p:cNvSpPr>
            <a:spLocks noGrp="1"/>
          </p:cNvSpPr>
          <p:nvPr>
            <p:ph type="sldNum" sz="quarter" idx="4"/>
          </p:nvPr>
        </p:nvSpPr>
        <p:spPr>
          <a:xfrm>
            <a:off x="11077082" y="310327"/>
            <a:ext cx="394921" cy="180000"/>
          </a:xfrm>
          <a:prstGeom prst="rect">
            <a:avLst/>
          </a:prstGeom>
        </p:spPr>
        <p:txBody>
          <a:bodyPr vert="horz" lIns="0" tIns="0" rIns="0" bIns="0" rtlCol="0" anchor="b" anchorCtr="0"/>
          <a:lstStyle>
            <a:lvl1pPr algn="r">
              <a:defRPr sz="317">
                <a:solidFill>
                  <a:schemeClr val="tx1"/>
                </a:solidFill>
                <a:latin typeface="KBH" panose="00000500000000000000" pitchFamily="2" charset="0"/>
              </a:defRPr>
            </a:lvl1pPr>
          </a:lstStyle>
          <a:p>
            <a:fld id="{24C8C45C-947F-4981-8B3F-4F32E973C901}" type="slidenum">
              <a:rPr lang="da-DK" smtClean="0"/>
              <a:pPr/>
              <a:t>‹nr.›</a:t>
            </a:fld>
            <a:endParaRPr lang="da-DK" dirty="0"/>
          </a:p>
        </p:txBody>
      </p:sp>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719999" y="894268"/>
            <a:ext cx="10752002" cy="893928"/>
          </a:xfrm>
          <a:prstGeom prst="rect">
            <a:avLst/>
          </a:prstGeom>
        </p:spPr>
        <p:txBody>
          <a:bodyPr vert="horz" lIns="0" tIns="0" rIns="0" bIns="0" rtlCol="0" anchor="b" anchorCtr="0">
            <a:noAutofit/>
          </a:bodyPr>
          <a:lstStyle/>
          <a:p>
            <a:r>
              <a:rPr lang="da-DK"/>
              <a:t>Klik for at redigere titeltypografien i masteren</a:t>
            </a:r>
            <a:endParaRPr lang="da-DK" dirty="0"/>
          </a:p>
        </p:txBody>
      </p:sp>
      <p:sp>
        <p:nvSpPr>
          <p:cNvPr id="32" name="TextBox 31">
            <a:extLst>
              <a:ext uri="{FF2B5EF4-FFF2-40B4-BE49-F238E27FC236}">
                <a16:creationId xmlns:a16="http://schemas.microsoft.com/office/drawing/2014/main" id="{57FFECA4-A506-4CDF-A5E2-B83624E71218}"/>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da-DK" sz="317" dirty="0">
                <a:solidFill>
                  <a:schemeClr val="tx1"/>
                </a:solidFill>
                <a:latin typeface="KBH Tekst" panose="00000500000000000000" pitchFamily="2" charset="0"/>
              </a:rPr>
              <a:t>Københavns Kommune</a:t>
            </a:r>
          </a:p>
        </p:txBody>
      </p:sp>
      <p:sp>
        <p:nvSpPr>
          <p:cNvPr id="2" name="[WorkArea]" descr="&lt;?xml version=&quot;1.0&quot; encoding=&quot;utf-16&quot;?&gt;&#10;&lt;GridTheme xmlns:xsi=&quot;http://www.w3.org/2001/XMLSchema-instance&quot; xmlns:xsd=&quot;http://www.w3.org/2001/XMLSchema&quot;&gt;&#10;  &lt;GuideLines /&gt;&#10;  &lt;SubGrids&gt;&#10;    &lt;SubGrid&gt;&#10;      &lt;Left&gt;56.6929131&lt;/Left&gt;&#10;      &lt;Top&gt;172.6093&lt;/Top&gt;&#10;      &lt;Width&gt;44.56693&lt;/Width&gt;&#10;      &lt;Height&gt;310.697784&lt;/Height&gt;&#10;    &lt;/SubGrid&gt;&#10;    &lt;SubGrid&gt;&#10;      &lt;Left&gt;129.6063&lt;/Left&gt;&#10;      &lt;Top&gt;172.6093&lt;/Top&gt;&#10;      &lt;Width&gt;44.56693&lt;/Width&gt;&#10;      &lt;Height&gt;310.697784&lt;/Height&gt;&#10;    &lt;/SubGrid&gt;&#10;    &lt;SubGrid&gt;&#10;      &lt;Left&gt;202.519684&lt;/Left&gt;&#10;      &lt;Top&gt;172.6093&lt;/Top&gt;&#10;      &lt;Width&gt;44.56693&lt;/Width&gt;&#10;      &lt;Height&gt;310.697784&lt;/Height&gt;&#10;    &lt;/SubGrid&gt;&#10;    &lt;SubGrid&gt;&#10;      &lt;Left&gt;275.433075&lt;/Left&gt;&#10;      &lt;Top&gt;172.6093&lt;/Top&gt;&#10;      &lt;Width&gt;44.56693&lt;/Width&gt;&#10;      &lt;Height&gt;310.697784&lt;/Height&gt;&#10;    &lt;/SubGrid&gt;&#10;    &lt;SubGrid&gt;&#10;      &lt;Left&gt;348.346466&lt;/Left&gt;&#10;      &lt;Top&gt;172.6093&lt;/Top&gt;&#10;      &lt;Width&gt;44.56693&lt;/Width&gt;&#10;      &lt;Height&gt;310.697784&lt;/Height&gt;&#10;    &lt;/SubGrid&gt;&#10;    &lt;SubGrid&gt;&#10;      &lt;Left&gt;421.259857&lt;/Left&gt;&#10;      &lt;Top&gt;172.6093&lt;/Top&gt;&#10;      &lt;Width&gt;44.56693&lt;/Width&gt;&#10;      &lt;Height&gt;310.697784&lt;/Height&gt;&#10;    &lt;/SubGrid&gt;&#10;    &lt;SubGrid&gt;&#10;      &lt;Left&gt;494.173218&lt;/Left&gt;&#10;      &lt;Top&gt;172.6093&lt;/Top&gt;&#10;      &lt;Width&gt;44.56693&lt;/Width&gt;&#10;      &lt;Height&gt;310.697784&lt;/Height&gt;&#10;    &lt;/SubGrid&gt;&#10;    &lt;SubGrid&gt;&#10;      &lt;Left&gt;567.0866&lt;/Left&gt;&#10;      &lt;Top&gt;172.6093&lt;/Top&gt;&#10;      &lt;Width&gt;44.56693&lt;/Width&gt;&#10;      &lt;Height&gt;310.697784&lt;/Height&gt;&#10;    &lt;/SubGrid&gt;&#10;    &lt;SubGrid&gt;&#10;      &lt;Left&gt;640&lt;/Left&gt;&#10;      &lt;Top&gt;172.6093&lt;/Top&gt;&#10;      &lt;Width&gt;44.56693&lt;/Width&gt;&#10;      &lt;Height&gt;310.697784&lt;/Height&gt;&#10;    &lt;/SubGrid&gt;&#10;    &lt;SubGrid&gt;&#10;      &lt;Left&gt;712.9134&lt;/Left&gt;&#10;      &lt;Top&gt;172.6093&lt;/Top&gt;&#10;      &lt;Width&gt;44.56693&lt;/Width&gt;&#10;      &lt;Height&gt;310.697784&lt;/Height&gt;&#10;    &lt;/SubGrid&gt;&#10;    &lt;SubGrid&gt;&#10;      &lt;Left&gt;785.8268&lt;/Left&gt;&#10;      &lt;Top&gt;172.6093&lt;/Top&gt;&#10;      &lt;Width&gt;44.56693&lt;/Width&gt;&#10;      &lt;Height&gt;310.697784&lt;/Height&gt;&#10;    &lt;/SubGrid&gt;&#10;    &lt;SubGrid&gt;&#10;      &lt;Left&gt;858.7402&lt;/Left&gt;&#10;      &lt;Top&gt;172.6093&lt;/Top&gt;&#10;      &lt;Width&gt;44.56701&lt;/Width&gt;&#10;      &lt;Height&gt;310.697784&lt;/Height&gt;&#10;    &lt;/SubGrid&gt;&#10;    &lt;SubGrid&gt;&#10;      &lt;Left&gt;56.6929131&lt;/Left&gt;&#10;      &lt;Top&gt;106.789925&lt;/Top&gt;&#10;      &lt;Width&gt;846.614136&lt;/Width&gt;&#10;      &lt;Height&gt;65.81937&lt;/Height&gt;&#10;    &lt;/SubGrid&gt;&#10;  &lt;/SubGrids&gt;&#10;  &lt;WorkArea&gt;&#10;    &lt;Top&gt;56.6929131&lt;/Top&gt;&#10;    &lt;Left&gt;56.6929131&lt;/Left&gt;&#10;    &lt;Width&gt;846.614258&lt;/Width&gt;&#10;    &lt;Height&gt;426.614166&lt;/Height&gt;&#10;  &lt;/WorkArea&gt;&#10;  &lt;AspectW&gt;16&lt;/AspectW&gt;&#10;  &lt;AspectH&gt;9&lt;/AspectH&gt;&#10;  &lt;Width&gt;960&lt;/Width&gt;&#10;  &lt;Height&gt;540&lt;/Height&gt;&#10;  &lt;HGap&gt;10&lt;/HGap&gt;&#10;  &lt;VGap&gt;10&lt;/VGap&gt;&#10;  &lt;OfficeVersion&gt;160&lt;/OfficeVersion&gt;&#10;&lt;/GridTheme&gt;" hidden="1">
            <a:extLst>
              <a:ext uri="{FF2B5EF4-FFF2-40B4-BE49-F238E27FC236}">
                <a16:creationId xmlns:a16="http://schemas.microsoft.com/office/drawing/2014/main" id="{B6505486-83F9-4E71-8187-5FD1461A152A}"/>
              </a:ext>
            </a:extLst>
          </p:cNvPr>
          <p:cNvSpPr/>
          <p:nvPr userDrawn="1"/>
        </p:nvSpPr>
        <p:spPr>
          <a:xfrm>
            <a:off x="720001" y="720000"/>
            <a:ext cx="10752002" cy="541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4" name="Rectangle 33" hidden="1">
            <a:extLst>
              <a:ext uri="{FF2B5EF4-FFF2-40B4-BE49-F238E27FC236}">
                <a16:creationId xmlns:a16="http://schemas.microsoft.com/office/drawing/2014/main" id="{CB710F3F-D32A-427F-95E1-331D903169A9}"/>
              </a:ext>
            </a:extLst>
          </p:cNvPr>
          <p:cNvSpPr/>
          <p:nvPr userDrawn="1">
            <p:custDataLst>
              <p:tags r:id="rId38"/>
            </p:custDataLst>
          </p:nvPr>
        </p:nvSpPr>
        <p:spPr>
          <a:xfrm>
            <a:off x="720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5" name="Rectangle 34" hidden="1">
            <a:extLst>
              <a:ext uri="{FF2B5EF4-FFF2-40B4-BE49-F238E27FC236}">
                <a16:creationId xmlns:a16="http://schemas.microsoft.com/office/drawing/2014/main" id="{5CB96580-3D08-4D7A-B9FA-419A1A34FDCE}"/>
              </a:ext>
            </a:extLst>
          </p:cNvPr>
          <p:cNvSpPr/>
          <p:nvPr userDrawn="1">
            <p:custDataLst>
              <p:tags r:id="rId39"/>
            </p:custDataLst>
          </p:nvPr>
        </p:nvSpPr>
        <p:spPr>
          <a:xfrm>
            <a:off x="1646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6" name="Rectangle 35" hidden="1">
            <a:extLst>
              <a:ext uri="{FF2B5EF4-FFF2-40B4-BE49-F238E27FC236}">
                <a16:creationId xmlns:a16="http://schemas.microsoft.com/office/drawing/2014/main" id="{45346A71-5DB5-4F96-AE7E-84EC6788B03A}"/>
              </a:ext>
            </a:extLst>
          </p:cNvPr>
          <p:cNvSpPr/>
          <p:nvPr userDrawn="1">
            <p:custDataLst>
              <p:tags r:id="rId40"/>
            </p:custDataLst>
          </p:nvPr>
        </p:nvSpPr>
        <p:spPr>
          <a:xfrm>
            <a:off x="2572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7" name="Rectangle 36" hidden="1">
            <a:extLst>
              <a:ext uri="{FF2B5EF4-FFF2-40B4-BE49-F238E27FC236}">
                <a16:creationId xmlns:a16="http://schemas.microsoft.com/office/drawing/2014/main" id="{7CD04DB1-2BF7-4B35-8C91-A50D70ED9894}"/>
              </a:ext>
            </a:extLst>
          </p:cNvPr>
          <p:cNvSpPr/>
          <p:nvPr userDrawn="1">
            <p:custDataLst>
              <p:tags r:id="rId41"/>
            </p:custDataLst>
          </p:nvPr>
        </p:nvSpPr>
        <p:spPr>
          <a:xfrm>
            <a:off x="3498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8" name="Rectangle 37" hidden="1">
            <a:extLst>
              <a:ext uri="{FF2B5EF4-FFF2-40B4-BE49-F238E27FC236}">
                <a16:creationId xmlns:a16="http://schemas.microsoft.com/office/drawing/2014/main" id="{17BD7207-F9C6-42A9-B0FC-7611D0F4E891}"/>
              </a:ext>
            </a:extLst>
          </p:cNvPr>
          <p:cNvSpPr/>
          <p:nvPr userDrawn="1">
            <p:custDataLst>
              <p:tags r:id="rId42"/>
            </p:custDataLst>
          </p:nvPr>
        </p:nvSpPr>
        <p:spPr>
          <a:xfrm>
            <a:off x="4424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9" name="Rectangle 38" hidden="1">
            <a:extLst>
              <a:ext uri="{FF2B5EF4-FFF2-40B4-BE49-F238E27FC236}">
                <a16:creationId xmlns:a16="http://schemas.microsoft.com/office/drawing/2014/main" id="{13500D02-31DC-408F-A3C2-61D4899A0B41}"/>
              </a:ext>
            </a:extLst>
          </p:cNvPr>
          <p:cNvSpPr/>
          <p:nvPr userDrawn="1">
            <p:custDataLst>
              <p:tags r:id="rId43"/>
            </p:custDataLst>
          </p:nvPr>
        </p:nvSpPr>
        <p:spPr>
          <a:xfrm>
            <a:off x="5350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0" name="Rectangle 39" hidden="1">
            <a:extLst>
              <a:ext uri="{FF2B5EF4-FFF2-40B4-BE49-F238E27FC236}">
                <a16:creationId xmlns:a16="http://schemas.microsoft.com/office/drawing/2014/main" id="{2AB0E2F7-7457-44D5-A045-97510FA1B41F}"/>
              </a:ext>
            </a:extLst>
          </p:cNvPr>
          <p:cNvSpPr/>
          <p:nvPr userDrawn="1">
            <p:custDataLst>
              <p:tags r:id="rId44"/>
            </p:custDataLst>
          </p:nvPr>
        </p:nvSpPr>
        <p:spPr>
          <a:xfrm>
            <a:off x="6276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1" name="Rectangle 40" hidden="1">
            <a:extLst>
              <a:ext uri="{FF2B5EF4-FFF2-40B4-BE49-F238E27FC236}">
                <a16:creationId xmlns:a16="http://schemas.microsoft.com/office/drawing/2014/main" id="{D55F16DA-B2A0-4EB4-98D3-BA973AA26134}"/>
              </a:ext>
            </a:extLst>
          </p:cNvPr>
          <p:cNvSpPr/>
          <p:nvPr userDrawn="1">
            <p:custDataLst>
              <p:tags r:id="rId45"/>
            </p:custDataLst>
          </p:nvPr>
        </p:nvSpPr>
        <p:spPr>
          <a:xfrm>
            <a:off x="7202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2" name="Rectangle 41" hidden="1">
            <a:extLst>
              <a:ext uri="{FF2B5EF4-FFF2-40B4-BE49-F238E27FC236}">
                <a16:creationId xmlns:a16="http://schemas.microsoft.com/office/drawing/2014/main" id="{8E737572-C5EE-488A-B15A-9F6A221D7CC7}"/>
              </a:ext>
            </a:extLst>
          </p:cNvPr>
          <p:cNvSpPr/>
          <p:nvPr userDrawn="1">
            <p:custDataLst>
              <p:tags r:id="rId46"/>
            </p:custDataLst>
          </p:nvPr>
        </p:nvSpPr>
        <p:spPr>
          <a:xfrm>
            <a:off x="8128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3" name="Rectangle 42" hidden="1">
            <a:extLst>
              <a:ext uri="{FF2B5EF4-FFF2-40B4-BE49-F238E27FC236}">
                <a16:creationId xmlns:a16="http://schemas.microsoft.com/office/drawing/2014/main" id="{39EBCFDB-1653-4600-BB4A-6FD9AB7782C7}"/>
              </a:ext>
            </a:extLst>
          </p:cNvPr>
          <p:cNvSpPr/>
          <p:nvPr userDrawn="1">
            <p:custDataLst>
              <p:tags r:id="rId47"/>
            </p:custDataLst>
          </p:nvPr>
        </p:nvSpPr>
        <p:spPr>
          <a:xfrm>
            <a:off x="9054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4" name="Rectangle 43" hidden="1">
            <a:extLst>
              <a:ext uri="{FF2B5EF4-FFF2-40B4-BE49-F238E27FC236}">
                <a16:creationId xmlns:a16="http://schemas.microsoft.com/office/drawing/2014/main" id="{791248E9-A913-4935-A806-E175CA7724D5}"/>
              </a:ext>
            </a:extLst>
          </p:cNvPr>
          <p:cNvSpPr/>
          <p:nvPr userDrawn="1">
            <p:custDataLst>
              <p:tags r:id="rId48"/>
            </p:custDataLst>
          </p:nvPr>
        </p:nvSpPr>
        <p:spPr>
          <a:xfrm>
            <a:off x="9980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5" name="Rectangle 44" hidden="1">
            <a:extLst>
              <a:ext uri="{FF2B5EF4-FFF2-40B4-BE49-F238E27FC236}">
                <a16:creationId xmlns:a16="http://schemas.microsoft.com/office/drawing/2014/main" id="{332D62CB-AC31-435B-8E19-DC5EB0BA3E67}"/>
              </a:ext>
            </a:extLst>
          </p:cNvPr>
          <p:cNvSpPr/>
          <p:nvPr userDrawn="1">
            <p:custDataLst>
              <p:tags r:id="rId49"/>
            </p:custDataLst>
          </p:nvPr>
        </p:nvSpPr>
        <p:spPr>
          <a:xfrm>
            <a:off x="10906000" y="2192138"/>
            <a:ext cx="566002"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6" name="Rectangle 45" hidden="1">
            <a:extLst>
              <a:ext uri="{FF2B5EF4-FFF2-40B4-BE49-F238E27FC236}">
                <a16:creationId xmlns:a16="http://schemas.microsoft.com/office/drawing/2014/main" id="{27E02A88-63E5-41AE-9681-54160E3850AC}"/>
              </a:ext>
            </a:extLst>
          </p:cNvPr>
          <p:cNvSpPr/>
          <p:nvPr userDrawn="1">
            <p:custDataLst>
              <p:tags r:id="rId50"/>
            </p:custDataLst>
          </p:nvPr>
        </p:nvSpPr>
        <p:spPr>
          <a:xfrm>
            <a:off x="720000" y="1356232"/>
            <a:ext cx="10752000" cy="835906"/>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Tree>
    <p:extLst>
      <p:ext uri="{BB962C8B-B14F-4D97-AF65-F5344CB8AC3E}">
        <p14:creationId xmlns:p14="http://schemas.microsoft.com/office/powerpoint/2010/main" val="344296498"/>
      </p:ext>
    </p:extLst>
  </p:cSld>
  <p:clrMap bg1="lt1" tx1="dk1" bg2="lt2" tx2="dk2" accent1="accent1" accent2="accent2" accent3="accent3" accent4="accent4" accent5="accent5" accent6="accent6" hlink="hlink" folHlink="folHlink"/>
  <p:sldLayoutIdLst>
    <p:sldLayoutId id="2147483752" r:id="rId1"/>
    <p:sldLayoutId id="2147483776" r:id="rId2"/>
    <p:sldLayoutId id="2147483785" r:id="rId3"/>
    <p:sldLayoutId id="2147483813" r:id="rId4"/>
    <p:sldLayoutId id="2147483777" r:id="rId5"/>
    <p:sldLayoutId id="2147483812" r:id="rId6"/>
    <p:sldLayoutId id="2147483778" r:id="rId7"/>
    <p:sldLayoutId id="2147483811" r:id="rId8"/>
    <p:sldLayoutId id="2147483786" r:id="rId9"/>
    <p:sldLayoutId id="2147483787" r:id="rId10"/>
    <p:sldLayoutId id="2147483788" r:id="rId11"/>
    <p:sldLayoutId id="2147483784" r:id="rId12"/>
    <p:sldLayoutId id="2147483780" r:id="rId13"/>
    <p:sldLayoutId id="2147483783" r:id="rId14"/>
    <p:sldLayoutId id="2147483756" r:id="rId15"/>
    <p:sldLayoutId id="2147483781" r:id="rId16"/>
    <p:sldLayoutId id="2147483779" r:id="rId17"/>
    <p:sldLayoutId id="2147483790" r:id="rId18"/>
    <p:sldLayoutId id="2147483791" r:id="rId19"/>
    <p:sldLayoutId id="2147483792" r:id="rId20"/>
    <p:sldLayoutId id="2147483793" r:id="rId21"/>
    <p:sldLayoutId id="2147483764" r:id="rId22"/>
    <p:sldLayoutId id="2147483794" r:id="rId23"/>
    <p:sldLayoutId id="2147483797" r:id="rId24"/>
    <p:sldLayoutId id="2147483796" r:id="rId25"/>
    <p:sldLayoutId id="2147483795" r:id="rId26"/>
    <p:sldLayoutId id="2147483798" r:id="rId27"/>
    <p:sldLayoutId id="2147483767" r:id="rId28"/>
    <p:sldLayoutId id="2147483768" r:id="rId29"/>
    <p:sldLayoutId id="2147483805" r:id="rId30"/>
    <p:sldLayoutId id="2147483806" r:id="rId31"/>
    <p:sldLayoutId id="2147483807" r:id="rId32"/>
    <p:sldLayoutId id="2147483808" r:id="rId33"/>
    <p:sldLayoutId id="2147483809" r:id="rId34"/>
    <p:sldLayoutId id="2147483810" r:id="rId35"/>
    <p:sldLayoutId id="2147483850" r:id="rId36"/>
  </p:sldLayoutIdLst>
  <p:hf hdr="0" dt="0"/>
  <p:txStyles>
    <p:title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p:titleStyle>
    <p:bodyStyle>
      <a:lvl1pPr marL="56953" indent="-56953" algn="l" defTabSz="289322" rtl="0" eaLnBrk="1" latinLnBrk="0" hangingPunct="1">
        <a:lnSpc>
          <a:spcPct val="100000"/>
        </a:lnSpc>
        <a:spcBef>
          <a:spcPts val="0"/>
        </a:spcBef>
        <a:spcAft>
          <a:spcPts val="190"/>
        </a:spcAft>
        <a:buFont typeface="Arial" panose="020B0604020202020204" pitchFamily="34" charset="0"/>
        <a:buChar char="•"/>
        <a:defRPr sz="633" kern="1200">
          <a:solidFill>
            <a:srgbClr val="000C2E"/>
          </a:solidFill>
          <a:latin typeface="+mn-lt"/>
          <a:ea typeface="+mn-ea"/>
          <a:cs typeface="+mn-cs"/>
        </a:defRPr>
      </a:lvl1pPr>
      <a:lvl2pPr marL="136688" indent="-72833" algn="l" defTabSz="289322" rtl="0" eaLnBrk="1" latinLnBrk="0" hangingPunct="1">
        <a:lnSpc>
          <a:spcPct val="100000"/>
        </a:lnSpc>
        <a:spcBef>
          <a:spcPts val="0"/>
        </a:spcBef>
        <a:spcAft>
          <a:spcPts val="190"/>
        </a:spcAft>
        <a:buFont typeface="Arial" panose="020B0604020202020204" pitchFamily="34" charset="0"/>
        <a:buChar char="–"/>
        <a:defRPr sz="570" kern="1200">
          <a:solidFill>
            <a:srgbClr val="000C2E"/>
          </a:solidFill>
          <a:latin typeface="+mn-lt"/>
          <a:ea typeface="+mn-ea"/>
          <a:cs typeface="+mn-cs"/>
        </a:defRPr>
      </a:lvl2pPr>
      <a:lvl3pPr marL="193384" indent="-51737" algn="l" defTabSz="289322" rtl="0" eaLnBrk="1" latinLnBrk="0" hangingPunct="1">
        <a:lnSpc>
          <a:spcPct val="100000"/>
        </a:lnSpc>
        <a:spcBef>
          <a:spcPts val="0"/>
        </a:spcBef>
        <a:spcAft>
          <a:spcPts val="190"/>
        </a:spcAft>
        <a:buFont typeface="Arial" panose="020B0604020202020204" pitchFamily="34" charset="0"/>
        <a:buChar char="•"/>
        <a:defRPr sz="506" kern="1200">
          <a:solidFill>
            <a:srgbClr val="000C2E"/>
          </a:solidFill>
          <a:latin typeface="+mn-lt"/>
          <a:ea typeface="+mn-ea"/>
          <a:cs typeface="+mn-cs"/>
        </a:defRPr>
      </a:lvl3pPr>
      <a:lvl4pPr marL="0" indent="0" algn="l" defTabSz="289322" rtl="0" eaLnBrk="1" latinLnBrk="0" hangingPunct="1">
        <a:lnSpc>
          <a:spcPct val="100000"/>
        </a:lnSpc>
        <a:spcBef>
          <a:spcPts val="0"/>
        </a:spcBef>
        <a:spcAft>
          <a:spcPts val="190"/>
        </a:spcAft>
        <a:buFont typeface="Arial" panose="020B0604020202020204" pitchFamily="34" charset="0"/>
        <a:buChar char="​"/>
        <a:defRPr sz="633" b="0" kern="1200">
          <a:solidFill>
            <a:srgbClr val="000C2E"/>
          </a:solidFill>
          <a:latin typeface="+mj-lt"/>
          <a:ea typeface="+mn-ea"/>
          <a:cs typeface="+mn-cs"/>
        </a:defRPr>
      </a:lvl4pPr>
      <a:lvl5pPr marL="0" indent="0" algn="l" defTabSz="289322" rtl="0" eaLnBrk="1" latinLnBrk="0" hangingPunct="1">
        <a:lnSpc>
          <a:spcPct val="100000"/>
        </a:lnSpc>
        <a:spcBef>
          <a:spcPts val="0"/>
        </a:spcBef>
        <a:spcAft>
          <a:spcPts val="190"/>
        </a:spcAft>
        <a:buFont typeface="Arial" panose="020B0604020202020204" pitchFamily="34" charset="0"/>
        <a:buChar char="​"/>
        <a:tabLst/>
        <a:defRPr sz="633" kern="1200">
          <a:solidFill>
            <a:srgbClr val="000C2E"/>
          </a:solidFill>
          <a:latin typeface="+mn-lt"/>
          <a:ea typeface="+mn-ea"/>
          <a:cs typeface="+mn-cs"/>
        </a:defRPr>
      </a:lvl5pPr>
      <a:lvl6pPr marL="56953" indent="-56953" algn="l" defTabSz="289322" rtl="0" eaLnBrk="1" latinLnBrk="0" hangingPunct="1">
        <a:lnSpc>
          <a:spcPct val="100000"/>
        </a:lnSpc>
        <a:spcBef>
          <a:spcPts val="0"/>
        </a:spcBef>
        <a:spcAft>
          <a:spcPts val="190"/>
        </a:spcAft>
        <a:buFont typeface="Arial" panose="020B0604020202020204" pitchFamily="34" charset="0"/>
        <a:buChar char="•"/>
        <a:defRPr sz="317" kern="1200">
          <a:solidFill>
            <a:srgbClr val="000C2E"/>
          </a:solidFill>
          <a:latin typeface="+mn-lt"/>
          <a:ea typeface="+mn-ea"/>
          <a:cs typeface="+mn-cs"/>
        </a:defRPr>
      </a:lvl6pPr>
      <a:lvl7pPr marL="0" indent="0" algn="l" defTabSz="289322" rtl="0" eaLnBrk="1" latinLnBrk="0" hangingPunct="1">
        <a:lnSpc>
          <a:spcPct val="100000"/>
        </a:lnSpc>
        <a:spcBef>
          <a:spcPts val="0"/>
        </a:spcBef>
        <a:spcAft>
          <a:spcPts val="190"/>
        </a:spcAft>
        <a:buFont typeface="Arial" panose="020B0604020202020204" pitchFamily="34" charset="0"/>
        <a:buChar char="​"/>
        <a:defRPr sz="317" b="1" kern="1200" baseline="0">
          <a:solidFill>
            <a:srgbClr val="000C2E"/>
          </a:solidFill>
          <a:latin typeface="+mj-lt"/>
          <a:ea typeface="+mn-ea"/>
          <a:cs typeface="+mn-cs"/>
        </a:defRPr>
      </a:lvl7pPr>
      <a:lvl8pPr marL="0" indent="0" algn="l" defTabSz="289322" rtl="0" eaLnBrk="1" latinLnBrk="0" hangingPunct="1">
        <a:lnSpc>
          <a:spcPct val="100000"/>
        </a:lnSpc>
        <a:spcBef>
          <a:spcPts val="0"/>
        </a:spcBef>
        <a:spcAft>
          <a:spcPts val="190"/>
        </a:spcAft>
        <a:buFont typeface="Arial" panose="020B0604020202020204" pitchFamily="34" charset="0"/>
        <a:buChar char="​"/>
        <a:defRPr sz="317" kern="1200">
          <a:solidFill>
            <a:srgbClr val="000C2E"/>
          </a:solidFill>
          <a:latin typeface="+mn-lt"/>
          <a:ea typeface="+mn-ea"/>
          <a:cs typeface="+mn-cs"/>
        </a:defRPr>
      </a:lvl8pPr>
      <a:lvl9pPr marL="0" indent="0" algn="l" defTabSz="289322" rtl="0" eaLnBrk="1" latinLnBrk="0" hangingPunct="1">
        <a:lnSpc>
          <a:spcPct val="90000"/>
        </a:lnSpc>
        <a:spcBef>
          <a:spcPts val="0"/>
        </a:spcBef>
        <a:spcAft>
          <a:spcPts val="0"/>
        </a:spcAft>
        <a:buFont typeface="Arial" panose="020B0604020202020204" pitchFamily="34" charset="0"/>
        <a:buChar char="​"/>
        <a:defRPr sz="2089" b="0" kern="1200" baseline="0">
          <a:solidFill>
            <a:srgbClr val="000C2E"/>
          </a:solidFill>
          <a:latin typeface="+mj-lt"/>
          <a:ea typeface="+mn-ea"/>
          <a:cs typeface="+mn-cs"/>
        </a:defRPr>
      </a:lvl9pPr>
    </p:bodyStyle>
    <p:otherStyle>
      <a:defPPr>
        <a:defRPr lang="en-US"/>
      </a:defPPr>
      <a:lvl1pPr marL="0" algn="l" defTabSz="289322" rtl="0" eaLnBrk="1" latinLnBrk="0" hangingPunct="1">
        <a:defRPr sz="570" kern="1200">
          <a:solidFill>
            <a:schemeClr val="tx1"/>
          </a:solidFill>
          <a:latin typeface="+mn-lt"/>
          <a:ea typeface="+mn-ea"/>
          <a:cs typeface="+mn-cs"/>
        </a:defRPr>
      </a:lvl1pPr>
      <a:lvl2pPr marL="144661" algn="l" defTabSz="289322" rtl="0" eaLnBrk="1" latinLnBrk="0" hangingPunct="1">
        <a:defRPr sz="570" kern="1200">
          <a:solidFill>
            <a:schemeClr val="tx1"/>
          </a:solidFill>
          <a:latin typeface="+mn-lt"/>
          <a:ea typeface="+mn-ea"/>
          <a:cs typeface="+mn-cs"/>
        </a:defRPr>
      </a:lvl2pPr>
      <a:lvl3pPr marL="289322" algn="l" defTabSz="289322" rtl="0" eaLnBrk="1" latinLnBrk="0" hangingPunct="1">
        <a:defRPr sz="570" kern="1200">
          <a:solidFill>
            <a:schemeClr val="tx1"/>
          </a:solidFill>
          <a:latin typeface="+mn-lt"/>
          <a:ea typeface="+mn-ea"/>
          <a:cs typeface="+mn-cs"/>
        </a:defRPr>
      </a:lvl3pPr>
      <a:lvl4pPr marL="433983" algn="l" defTabSz="289322" rtl="0" eaLnBrk="1" latinLnBrk="0" hangingPunct="1">
        <a:defRPr sz="570" kern="1200">
          <a:solidFill>
            <a:schemeClr val="tx1"/>
          </a:solidFill>
          <a:latin typeface="+mn-lt"/>
          <a:ea typeface="+mn-ea"/>
          <a:cs typeface="+mn-cs"/>
        </a:defRPr>
      </a:lvl4pPr>
      <a:lvl5pPr marL="578644" algn="l" defTabSz="289322" rtl="0" eaLnBrk="1" latinLnBrk="0" hangingPunct="1">
        <a:defRPr sz="570" kern="1200">
          <a:solidFill>
            <a:schemeClr val="tx1"/>
          </a:solidFill>
          <a:latin typeface="+mn-lt"/>
          <a:ea typeface="+mn-ea"/>
          <a:cs typeface="+mn-cs"/>
        </a:defRPr>
      </a:lvl5pPr>
      <a:lvl6pPr marL="723305" algn="l" defTabSz="289322" rtl="0" eaLnBrk="1" latinLnBrk="0" hangingPunct="1">
        <a:defRPr sz="570" kern="1200">
          <a:solidFill>
            <a:schemeClr val="tx1"/>
          </a:solidFill>
          <a:latin typeface="+mn-lt"/>
          <a:ea typeface="+mn-ea"/>
          <a:cs typeface="+mn-cs"/>
        </a:defRPr>
      </a:lvl6pPr>
      <a:lvl7pPr marL="867966" algn="l" defTabSz="289322" rtl="0" eaLnBrk="1" latinLnBrk="0" hangingPunct="1">
        <a:defRPr sz="570" kern="1200">
          <a:solidFill>
            <a:schemeClr val="tx1"/>
          </a:solidFill>
          <a:latin typeface="+mn-lt"/>
          <a:ea typeface="+mn-ea"/>
          <a:cs typeface="+mn-cs"/>
        </a:defRPr>
      </a:lvl7pPr>
      <a:lvl8pPr marL="1012627" algn="l" defTabSz="289322" rtl="0" eaLnBrk="1" latinLnBrk="0" hangingPunct="1">
        <a:defRPr sz="570" kern="1200">
          <a:solidFill>
            <a:schemeClr val="tx1"/>
          </a:solidFill>
          <a:latin typeface="+mn-lt"/>
          <a:ea typeface="+mn-ea"/>
          <a:cs typeface="+mn-cs"/>
        </a:defRPr>
      </a:lvl8pPr>
      <a:lvl9pPr marL="1157288" algn="l" defTabSz="289322" rtl="0" eaLnBrk="1" latinLnBrk="0" hangingPunct="1">
        <a:defRPr sz="57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19999" y="2192138"/>
            <a:ext cx="10752002" cy="3945862"/>
          </a:xfrm>
          <a:prstGeom prst="rect">
            <a:avLst/>
          </a:prstGeom>
        </p:spPr>
        <p:txBody>
          <a:bodyPr vert="horz" lIns="0" tIns="0" rIns="0" bIns="0" rtlCol="0">
            <a:noAutofit/>
          </a:bodyPr>
          <a:lstStyle/>
          <a:p>
            <a:pPr lvl="0"/>
            <a:r>
              <a:rPr lang="en-GB" noProof="0" dirty="0"/>
              <a:t>Level 1</a:t>
            </a:r>
          </a:p>
          <a:p>
            <a:pPr lvl="1"/>
            <a:r>
              <a:rPr lang="en-GB" noProof="0" dirty="0"/>
              <a:t>Level 2</a:t>
            </a:r>
          </a:p>
          <a:p>
            <a:pPr lvl="2"/>
            <a:r>
              <a:rPr lang="en-GB" noProof="0" dirty="0"/>
              <a:t>Level 3</a:t>
            </a:r>
          </a:p>
          <a:p>
            <a:pPr lvl="3"/>
            <a:r>
              <a:rPr lang="en-GB" noProof="0" dirty="0"/>
              <a:t>Level 4, Header</a:t>
            </a:r>
          </a:p>
          <a:p>
            <a:pPr lvl="4"/>
            <a:r>
              <a:rPr lang="en-GB" noProof="0" dirty="0"/>
              <a:t>Level 5, Body</a:t>
            </a:r>
          </a:p>
          <a:p>
            <a:pPr lvl="5"/>
            <a:r>
              <a:rPr lang="en-GB" noProof="0" dirty="0"/>
              <a:t>Level 6 Report bullet</a:t>
            </a:r>
          </a:p>
          <a:p>
            <a:pPr lvl="6"/>
            <a:r>
              <a:rPr lang="en-GB" noProof="0" dirty="0"/>
              <a:t>Level 7, Report Header</a:t>
            </a:r>
          </a:p>
          <a:p>
            <a:pPr lvl="7"/>
            <a:r>
              <a:rPr lang="en-GB" noProof="0" dirty="0"/>
              <a:t>Level 8, Report Body</a:t>
            </a:r>
          </a:p>
          <a:p>
            <a:pPr lvl="8"/>
            <a:r>
              <a:rPr lang="en-GB" noProof="0" dirty="0"/>
              <a:t>Infographic</a:t>
            </a:r>
          </a:p>
        </p:txBody>
      </p:sp>
      <p:sp>
        <p:nvSpPr>
          <p:cNvPr id="4" name="Date_GeneralDate"/>
          <p:cNvSpPr>
            <a:spLocks noGrp="1"/>
          </p:cNvSpPr>
          <p:nvPr>
            <p:ph type="dt" sz="half" idx="2"/>
          </p:nvPr>
        </p:nvSpPr>
        <p:spPr>
          <a:xfrm>
            <a:off x="8659423" y="310327"/>
            <a:ext cx="2401755" cy="180000"/>
          </a:xfrm>
          <a:prstGeom prst="rect">
            <a:avLst/>
          </a:prstGeom>
        </p:spPr>
        <p:txBody>
          <a:bodyPr vert="horz" lIns="0" tIns="0" rIns="0" bIns="0" rtlCol="0" anchor="b" anchorCtr="0"/>
          <a:lstStyle>
            <a:lvl1pPr algn="l">
              <a:defRPr sz="317">
                <a:solidFill>
                  <a:schemeClr val="tx1"/>
                </a:solidFill>
                <a:latin typeface="KBH Tekst" panose="00000500000000000000" pitchFamily="2" charset="0"/>
              </a:defRPr>
            </a:lvl1pPr>
          </a:lstStyle>
          <a:p>
            <a:endParaRPr lang="en-GB" dirty="0"/>
          </a:p>
        </p:txBody>
      </p:sp>
      <p:sp>
        <p:nvSpPr>
          <p:cNvPr id="5" name="SD_FLD_PresentationTitle"/>
          <p:cNvSpPr>
            <a:spLocks noGrp="1"/>
          </p:cNvSpPr>
          <p:nvPr>
            <p:ph type="ftr" sz="quarter" idx="3"/>
          </p:nvPr>
        </p:nvSpPr>
        <p:spPr>
          <a:xfrm>
            <a:off x="4424000" y="310327"/>
            <a:ext cx="4097593" cy="180000"/>
          </a:xfrm>
          <a:prstGeom prst="rect">
            <a:avLst/>
          </a:prstGeom>
        </p:spPr>
        <p:txBody>
          <a:bodyPr vert="horz" lIns="0" tIns="0" rIns="0" bIns="0" rtlCol="0" anchor="b" anchorCtr="0"/>
          <a:lstStyle>
            <a:lvl1pPr algn="l">
              <a:defRPr sz="317">
                <a:solidFill>
                  <a:schemeClr val="tx1"/>
                </a:solidFill>
                <a:latin typeface="KBH Tekst" panose="00000500000000000000" pitchFamily="2" charset="0"/>
              </a:defRPr>
            </a:lvl1pPr>
          </a:lstStyle>
          <a:p>
            <a:r>
              <a:rPr lang="en-GB"/>
              <a:t>Sidehoved</a:t>
            </a:r>
            <a:endParaRPr lang="en-GB" dirty="0"/>
          </a:p>
        </p:txBody>
      </p:sp>
      <p:sp>
        <p:nvSpPr>
          <p:cNvPr id="6" name="Slide Number Placeholder 5"/>
          <p:cNvSpPr>
            <a:spLocks noGrp="1"/>
          </p:cNvSpPr>
          <p:nvPr>
            <p:ph type="sldNum" sz="quarter" idx="4"/>
          </p:nvPr>
        </p:nvSpPr>
        <p:spPr>
          <a:xfrm>
            <a:off x="11077082" y="310327"/>
            <a:ext cx="394921" cy="180000"/>
          </a:xfrm>
          <a:prstGeom prst="rect">
            <a:avLst/>
          </a:prstGeom>
        </p:spPr>
        <p:txBody>
          <a:bodyPr vert="horz" lIns="0" tIns="0" rIns="0" bIns="0" rtlCol="0" anchor="b" anchorCtr="0"/>
          <a:lstStyle>
            <a:lvl1pPr algn="r">
              <a:defRPr sz="317">
                <a:solidFill>
                  <a:schemeClr val="tx1"/>
                </a:solidFill>
                <a:latin typeface="KBH" panose="00000500000000000000" pitchFamily="2" charset="0"/>
              </a:defRPr>
            </a:lvl1pPr>
          </a:lstStyle>
          <a:p>
            <a:fld id="{24C8C45C-947F-4981-8B3F-4F32E973C901}" type="slidenum">
              <a:rPr lang="en-GB" smtClean="0"/>
              <a:pPr/>
              <a:t>‹nr.›</a:t>
            </a:fld>
            <a:endParaRPr lang="en-GB" dirty="0"/>
          </a:p>
        </p:txBody>
      </p:sp>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719999" y="894268"/>
            <a:ext cx="10752002" cy="893928"/>
          </a:xfrm>
          <a:prstGeom prst="rect">
            <a:avLst/>
          </a:prstGeom>
        </p:spPr>
        <p:txBody>
          <a:bodyPr vert="horz" lIns="0" tIns="0" rIns="0" bIns="0" rtlCol="0" anchor="b" anchorCtr="0">
            <a:noAutofit/>
          </a:bodyPr>
          <a:lstStyle/>
          <a:p>
            <a:r>
              <a:rPr lang="en-US" dirty="0"/>
              <a:t>Click to edit Master title style</a:t>
            </a:r>
            <a:endParaRPr lang="en-GB" dirty="0"/>
          </a:p>
        </p:txBody>
      </p:sp>
      <p:sp>
        <p:nvSpPr>
          <p:cNvPr id="32" name="TextBox 31">
            <a:extLst>
              <a:ext uri="{FF2B5EF4-FFF2-40B4-BE49-F238E27FC236}">
                <a16:creationId xmlns:a16="http://schemas.microsoft.com/office/drawing/2014/main" id="{57FFECA4-A506-4CDF-A5E2-B83624E71218}"/>
              </a:ext>
            </a:extLst>
          </p:cNvPr>
          <p:cNvSpPr txBox="1"/>
          <p:nvPr userDrawn="1"/>
        </p:nvSpPr>
        <p:spPr>
          <a:xfrm>
            <a:off x="724880" y="310327"/>
            <a:ext cx="3519122" cy="180000"/>
          </a:xfrm>
          <a:prstGeom prst="rect">
            <a:avLst/>
          </a:prstGeom>
        </p:spPr>
        <p:txBody>
          <a:bodyPr vert="horz" lIns="0" tIns="0" rIns="0" bIns="0" rtlCol="0" anchor="b" anchorCtr="0"/>
          <a:lstStyle>
            <a:defPPr>
              <a:defRPr lang="en-US"/>
            </a:defPPr>
            <a:lvl1pPr>
              <a:defRPr sz="1000">
                <a:solidFill>
                  <a:schemeClr val="bg1"/>
                </a:solidFill>
              </a:defRPr>
            </a:lvl1pPr>
          </a:lstStyle>
          <a:p>
            <a:pPr lvl="0"/>
            <a:r>
              <a:rPr lang="en-GB" sz="317" dirty="0">
                <a:solidFill>
                  <a:schemeClr val="tx1"/>
                </a:solidFill>
                <a:latin typeface="KBH Tekst" panose="00000500000000000000" pitchFamily="2" charset="0"/>
              </a:rPr>
              <a:t>City of Copenhagen</a:t>
            </a:r>
          </a:p>
        </p:txBody>
      </p:sp>
      <p:sp>
        <p:nvSpPr>
          <p:cNvPr id="2" name="[WorkArea]" descr="&lt;?xml version=&quot;1.0&quot; encoding=&quot;utf-16&quot;?&gt;&#10;&lt;GridTheme xmlns:xsi=&quot;http://www.w3.org/2001/XMLSchema-instance&quot; xmlns:xsd=&quot;http://www.w3.org/2001/XMLSchema&quot;&gt;&#10;  &lt;GuideLines /&gt;&#10;  &lt;SubGrids&gt;&#10;    &lt;SubGrid&gt;&#10;      &lt;Left&gt;56.6929131&lt;/Left&gt;&#10;      &lt;Top&gt;172.6093&lt;/Top&gt;&#10;      &lt;Width&gt;44.56693&lt;/Width&gt;&#10;      &lt;Height&gt;310.697784&lt;/Height&gt;&#10;    &lt;/SubGrid&gt;&#10;    &lt;SubGrid&gt;&#10;      &lt;Left&gt;129.6063&lt;/Left&gt;&#10;      &lt;Top&gt;172.6093&lt;/Top&gt;&#10;      &lt;Width&gt;44.56693&lt;/Width&gt;&#10;      &lt;Height&gt;310.697784&lt;/Height&gt;&#10;    &lt;/SubGrid&gt;&#10;    &lt;SubGrid&gt;&#10;      &lt;Left&gt;202.519684&lt;/Left&gt;&#10;      &lt;Top&gt;172.6093&lt;/Top&gt;&#10;      &lt;Width&gt;44.56693&lt;/Width&gt;&#10;      &lt;Height&gt;310.697784&lt;/Height&gt;&#10;    &lt;/SubGrid&gt;&#10;    &lt;SubGrid&gt;&#10;      &lt;Left&gt;275.433075&lt;/Left&gt;&#10;      &lt;Top&gt;172.6093&lt;/Top&gt;&#10;      &lt;Width&gt;44.56693&lt;/Width&gt;&#10;      &lt;Height&gt;310.697784&lt;/Height&gt;&#10;    &lt;/SubGrid&gt;&#10;    &lt;SubGrid&gt;&#10;      &lt;Left&gt;348.346466&lt;/Left&gt;&#10;      &lt;Top&gt;172.6093&lt;/Top&gt;&#10;      &lt;Width&gt;44.56693&lt;/Width&gt;&#10;      &lt;Height&gt;310.697784&lt;/Height&gt;&#10;    &lt;/SubGrid&gt;&#10;    &lt;SubGrid&gt;&#10;      &lt;Left&gt;421.259857&lt;/Left&gt;&#10;      &lt;Top&gt;172.6093&lt;/Top&gt;&#10;      &lt;Width&gt;44.56693&lt;/Width&gt;&#10;      &lt;Height&gt;310.697784&lt;/Height&gt;&#10;    &lt;/SubGrid&gt;&#10;    &lt;SubGrid&gt;&#10;      &lt;Left&gt;494.173218&lt;/Left&gt;&#10;      &lt;Top&gt;172.6093&lt;/Top&gt;&#10;      &lt;Width&gt;44.56693&lt;/Width&gt;&#10;      &lt;Height&gt;310.697784&lt;/Height&gt;&#10;    &lt;/SubGrid&gt;&#10;    &lt;SubGrid&gt;&#10;      &lt;Left&gt;567.0866&lt;/Left&gt;&#10;      &lt;Top&gt;172.6093&lt;/Top&gt;&#10;      &lt;Width&gt;44.56693&lt;/Width&gt;&#10;      &lt;Height&gt;310.697784&lt;/Height&gt;&#10;    &lt;/SubGrid&gt;&#10;    &lt;SubGrid&gt;&#10;      &lt;Left&gt;640&lt;/Left&gt;&#10;      &lt;Top&gt;172.6093&lt;/Top&gt;&#10;      &lt;Width&gt;44.56693&lt;/Width&gt;&#10;      &lt;Height&gt;310.697784&lt;/Height&gt;&#10;    &lt;/SubGrid&gt;&#10;    &lt;SubGrid&gt;&#10;      &lt;Left&gt;712.9134&lt;/Left&gt;&#10;      &lt;Top&gt;172.6093&lt;/Top&gt;&#10;      &lt;Width&gt;44.56693&lt;/Width&gt;&#10;      &lt;Height&gt;310.697784&lt;/Height&gt;&#10;    &lt;/SubGrid&gt;&#10;    &lt;SubGrid&gt;&#10;      &lt;Left&gt;785.8268&lt;/Left&gt;&#10;      &lt;Top&gt;172.6093&lt;/Top&gt;&#10;      &lt;Width&gt;44.56693&lt;/Width&gt;&#10;      &lt;Height&gt;310.697784&lt;/Height&gt;&#10;    &lt;/SubGrid&gt;&#10;    &lt;SubGrid&gt;&#10;      &lt;Left&gt;858.7402&lt;/Left&gt;&#10;      &lt;Top&gt;172.6093&lt;/Top&gt;&#10;      &lt;Width&gt;44.56701&lt;/Width&gt;&#10;      &lt;Height&gt;310.697784&lt;/Height&gt;&#10;    &lt;/SubGrid&gt;&#10;    &lt;SubGrid&gt;&#10;      &lt;Left&gt;56.6929131&lt;/Left&gt;&#10;      &lt;Top&gt;106.789925&lt;/Top&gt;&#10;      &lt;Width&gt;846.614136&lt;/Width&gt;&#10;      &lt;Height&gt;65.81937&lt;/Height&gt;&#10;    &lt;/SubGrid&gt;&#10;  &lt;/SubGrids&gt;&#10;  &lt;WorkArea&gt;&#10;    &lt;Top&gt;56.6929131&lt;/Top&gt;&#10;    &lt;Left&gt;56.6929131&lt;/Left&gt;&#10;    &lt;Width&gt;846.614258&lt;/Width&gt;&#10;    &lt;Height&gt;426.614166&lt;/Height&gt;&#10;  &lt;/WorkArea&gt;&#10;  &lt;AspectW&gt;16&lt;/AspectW&gt;&#10;  &lt;AspectH&gt;9&lt;/AspectH&gt;&#10;  &lt;Width&gt;960&lt;/Width&gt;&#10;  &lt;Height&gt;540&lt;/Height&gt;&#10;  &lt;HGap&gt;10&lt;/HGap&gt;&#10;  &lt;VGap&gt;10&lt;/VGap&gt;&#10;  &lt;OfficeVersion&gt;160&lt;/OfficeVersion&gt;&#10;&lt;/GridTheme&gt;" hidden="1">
            <a:extLst>
              <a:ext uri="{FF2B5EF4-FFF2-40B4-BE49-F238E27FC236}">
                <a16:creationId xmlns:a16="http://schemas.microsoft.com/office/drawing/2014/main" id="{B6505486-83F9-4E71-8187-5FD1461A152A}"/>
              </a:ext>
            </a:extLst>
          </p:cNvPr>
          <p:cNvSpPr/>
          <p:nvPr userDrawn="1"/>
        </p:nvSpPr>
        <p:spPr>
          <a:xfrm>
            <a:off x="720001" y="720000"/>
            <a:ext cx="10752002" cy="541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4" name="Rectangle 33" hidden="1">
            <a:extLst>
              <a:ext uri="{FF2B5EF4-FFF2-40B4-BE49-F238E27FC236}">
                <a16:creationId xmlns:a16="http://schemas.microsoft.com/office/drawing/2014/main" id="{CB710F3F-D32A-427F-95E1-331D903169A9}"/>
              </a:ext>
            </a:extLst>
          </p:cNvPr>
          <p:cNvSpPr/>
          <p:nvPr userDrawn="1">
            <p:custDataLst>
              <p:tags r:id="rId37"/>
            </p:custDataLst>
          </p:nvPr>
        </p:nvSpPr>
        <p:spPr>
          <a:xfrm>
            <a:off x="720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5" name="Rectangle 34" hidden="1">
            <a:extLst>
              <a:ext uri="{FF2B5EF4-FFF2-40B4-BE49-F238E27FC236}">
                <a16:creationId xmlns:a16="http://schemas.microsoft.com/office/drawing/2014/main" id="{5CB96580-3D08-4D7A-B9FA-419A1A34FDCE}"/>
              </a:ext>
            </a:extLst>
          </p:cNvPr>
          <p:cNvSpPr/>
          <p:nvPr userDrawn="1">
            <p:custDataLst>
              <p:tags r:id="rId38"/>
            </p:custDataLst>
          </p:nvPr>
        </p:nvSpPr>
        <p:spPr>
          <a:xfrm>
            <a:off x="1646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6" name="Rectangle 35" hidden="1">
            <a:extLst>
              <a:ext uri="{FF2B5EF4-FFF2-40B4-BE49-F238E27FC236}">
                <a16:creationId xmlns:a16="http://schemas.microsoft.com/office/drawing/2014/main" id="{45346A71-5DB5-4F96-AE7E-84EC6788B03A}"/>
              </a:ext>
            </a:extLst>
          </p:cNvPr>
          <p:cNvSpPr/>
          <p:nvPr userDrawn="1">
            <p:custDataLst>
              <p:tags r:id="rId39"/>
            </p:custDataLst>
          </p:nvPr>
        </p:nvSpPr>
        <p:spPr>
          <a:xfrm>
            <a:off x="2572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7" name="Rectangle 36" hidden="1">
            <a:extLst>
              <a:ext uri="{FF2B5EF4-FFF2-40B4-BE49-F238E27FC236}">
                <a16:creationId xmlns:a16="http://schemas.microsoft.com/office/drawing/2014/main" id="{7CD04DB1-2BF7-4B35-8C91-A50D70ED9894}"/>
              </a:ext>
            </a:extLst>
          </p:cNvPr>
          <p:cNvSpPr/>
          <p:nvPr userDrawn="1">
            <p:custDataLst>
              <p:tags r:id="rId40"/>
            </p:custDataLst>
          </p:nvPr>
        </p:nvSpPr>
        <p:spPr>
          <a:xfrm>
            <a:off x="3498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8" name="Rectangle 37" hidden="1">
            <a:extLst>
              <a:ext uri="{FF2B5EF4-FFF2-40B4-BE49-F238E27FC236}">
                <a16:creationId xmlns:a16="http://schemas.microsoft.com/office/drawing/2014/main" id="{17BD7207-F9C6-42A9-B0FC-7611D0F4E891}"/>
              </a:ext>
            </a:extLst>
          </p:cNvPr>
          <p:cNvSpPr/>
          <p:nvPr userDrawn="1">
            <p:custDataLst>
              <p:tags r:id="rId41"/>
            </p:custDataLst>
          </p:nvPr>
        </p:nvSpPr>
        <p:spPr>
          <a:xfrm>
            <a:off x="4424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39" name="Rectangle 38" hidden="1">
            <a:extLst>
              <a:ext uri="{FF2B5EF4-FFF2-40B4-BE49-F238E27FC236}">
                <a16:creationId xmlns:a16="http://schemas.microsoft.com/office/drawing/2014/main" id="{13500D02-31DC-408F-A3C2-61D4899A0B41}"/>
              </a:ext>
            </a:extLst>
          </p:cNvPr>
          <p:cNvSpPr/>
          <p:nvPr userDrawn="1">
            <p:custDataLst>
              <p:tags r:id="rId42"/>
            </p:custDataLst>
          </p:nvPr>
        </p:nvSpPr>
        <p:spPr>
          <a:xfrm>
            <a:off x="5350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0" name="Rectangle 39" hidden="1">
            <a:extLst>
              <a:ext uri="{FF2B5EF4-FFF2-40B4-BE49-F238E27FC236}">
                <a16:creationId xmlns:a16="http://schemas.microsoft.com/office/drawing/2014/main" id="{2AB0E2F7-7457-44D5-A045-97510FA1B41F}"/>
              </a:ext>
            </a:extLst>
          </p:cNvPr>
          <p:cNvSpPr/>
          <p:nvPr userDrawn="1">
            <p:custDataLst>
              <p:tags r:id="rId43"/>
            </p:custDataLst>
          </p:nvPr>
        </p:nvSpPr>
        <p:spPr>
          <a:xfrm>
            <a:off x="6276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1" name="Rectangle 40" hidden="1">
            <a:extLst>
              <a:ext uri="{FF2B5EF4-FFF2-40B4-BE49-F238E27FC236}">
                <a16:creationId xmlns:a16="http://schemas.microsoft.com/office/drawing/2014/main" id="{D55F16DA-B2A0-4EB4-98D3-BA973AA26134}"/>
              </a:ext>
            </a:extLst>
          </p:cNvPr>
          <p:cNvSpPr/>
          <p:nvPr userDrawn="1">
            <p:custDataLst>
              <p:tags r:id="rId44"/>
            </p:custDataLst>
          </p:nvPr>
        </p:nvSpPr>
        <p:spPr>
          <a:xfrm>
            <a:off x="7202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2" name="Rectangle 41" hidden="1">
            <a:extLst>
              <a:ext uri="{FF2B5EF4-FFF2-40B4-BE49-F238E27FC236}">
                <a16:creationId xmlns:a16="http://schemas.microsoft.com/office/drawing/2014/main" id="{8E737572-C5EE-488A-B15A-9F6A221D7CC7}"/>
              </a:ext>
            </a:extLst>
          </p:cNvPr>
          <p:cNvSpPr/>
          <p:nvPr userDrawn="1">
            <p:custDataLst>
              <p:tags r:id="rId45"/>
            </p:custDataLst>
          </p:nvPr>
        </p:nvSpPr>
        <p:spPr>
          <a:xfrm>
            <a:off x="8128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3" name="Rectangle 42" hidden="1">
            <a:extLst>
              <a:ext uri="{FF2B5EF4-FFF2-40B4-BE49-F238E27FC236}">
                <a16:creationId xmlns:a16="http://schemas.microsoft.com/office/drawing/2014/main" id="{39EBCFDB-1653-4600-BB4A-6FD9AB7782C7}"/>
              </a:ext>
            </a:extLst>
          </p:cNvPr>
          <p:cNvSpPr/>
          <p:nvPr userDrawn="1">
            <p:custDataLst>
              <p:tags r:id="rId46"/>
            </p:custDataLst>
          </p:nvPr>
        </p:nvSpPr>
        <p:spPr>
          <a:xfrm>
            <a:off x="9054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4" name="Rectangle 43" hidden="1">
            <a:extLst>
              <a:ext uri="{FF2B5EF4-FFF2-40B4-BE49-F238E27FC236}">
                <a16:creationId xmlns:a16="http://schemas.microsoft.com/office/drawing/2014/main" id="{791248E9-A913-4935-A806-E175CA7724D5}"/>
              </a:ext>
            </a:extLst>
          </p:cNvPr>
          <p:cNvSpPr/>
          <p:nvPr userDrawn="1">
            <p:custDataLst>
              <p:tags r:id="rId47"/>
            </p:custDataLst>
          </p:nvPr>
        </p:nvSpPr>
        <p:spPr>
          <a:xfrm>
            <a:off x="9980001" y="2192138"/>
            <a:ext cx="566000"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5" name="Rectangle 44" hidden="1">
            <a:extLst>
              <a:ext uri="{FF2B5EF4-FFF2-40B4-BE49-F238E27FC236}">
                <a16:creationId xmlns:a16="http://schemas.microsoft.com/office/drawing/2014/main" id="{332D62CB-AC31-435B-8E19-DC5EB0BA3E67}"/>
              </a:ext>
            </a:extLst>
          </p:cNvPr>
          <p:cNvSpPr/>
          <p:nvPr userDrawn="1">
            <p:custDataLst>
              <p:tags r:id="rId48"/>
            </p:custDataLst>
          </p:nvPr>
        </p:nvSpPr>
        <p:spPr>
          <a:xfrm>
            <a:off x="10906000" y="2192138"/>
            <a:ext cx="566002" cy="3945862"/>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
        <p:nvSpPr>
          <p:cNvPr id="46" name="Rectangle 45" hidden="1">
            <a:extLst>
              <a:ext uri="{FF2B5EF4-FFF2-40B4-BE49-F238E27FC236}">
                <a16:creationId xmlns:a16="http://schemas.microsoft.com/office/drawing/2014/main" id="{27E02A88-63E5-41AE-9681-54160E3850AC}"/>
              </a:ext>
            </a:extLst>
          </p:cNvPr>
          <p:cNvSpPr/>
          <p:nvPr userDrawn="1">
            <p:custDataLst>
              <p:tags r:id="rId49"/>
            </p:custDataLst>
          </p:nvPr>
        </p:nvSpPr>
        <p:spPr>
          <a:xfrm>
            <a:off x="720000" y="1356232"/>
            <a:ext cx="10752000" cy="835906"/>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22781" tIns="11391" rIns="22781" bIns="11391" rtlCol="0" anchor="ctr"/>
          <a:lstStyle/>
          <a:p>
            <a:pPr algn="ctr"/>
            <a:endParaRPr lang="da-DK" sz="633" noProof="0" dirty="0" err="1"/>
          </a:p>
        </p:txBody>
      </p:sp>
    </p:spTree>
    <p:extLst>
      <p:ext uri="{BB962C8B-B14F-4D97-AF65-F5344CB8AC3E}">
        <p14:creationId xmlns:p14="http://schemas.microsoft.com/office/powerpoint/2010/main" val="3847610736"/>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 id="2147483831" r:id="rId17"/>
    <p:sldLayoutId id="2147483832" r:id="rId18"/>
    <p:sldLayoutId id="2147483833" r:id="rId19"/>
    <p:sldLayoutId id="2147483834" r:id="rId20"/>
    <p:sldLayoutId id="2147483835" r:id="rId21"/>
    <p:sldLayoutId id="2147483836" r:id="rId22"/>
    <p:sldLayoutId id="2147483837" r:id="rId23"/>
    <p:sldLayoutId id="2147483838" r:id="rId24"/>
    <p:sldLayoutId id="2147483839" r:id="rId25"/>
    <p:sldLayoutId id="2147483840" r:id="rId26"/>
    <p:sldLayoutId id="2147483841" r:id="rId27"/>
    <p:sldLayoutId id="2147483842" r:id="rId28"/>
    <p:sldLayoutId id="2147483843" r:id="rId29"/>
    <p:sldLayoutId id="2147483844" r:id="rId30"/>
    <p:sldLayoutId id="2147483845" r:id="rId31"/>
    <p:sldLayoutId id="2147483846" r:id="rId32"/>
    <p:sldLayoutId id="2147483847" r:id="rId33"/>
    <p:sldLayoutId id="2147483848" r:id="rId34"/>
    <p:sldLayoutId id="2147483849" r:id="rId35"/>
  </p:sldLayoutIdLst>
  <p:hf hdr="0" dt="0"/>
  <p:txStyles>
    <p:title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p:titleStyle>
    <p:bodyStyle>
      <a:lvl1pPr marL="56953" indent="-56953" algn="l" defTabSz="289322" rtl="0" eaLnBrk="1" latinLnBrk="0" hangingPunct="1">
        <a:lnSpc>
          <a:spcPct val="100000"/>
        </a:lnSpc>
        <a:spcBef>
          <a:spcPts val="0"/>
        </a:spcBef>
        <a:spcAft>
          <a:spcPts val="190"/>
        </a:spcAft>
        <a:buFont typeface="Arial" panose="020B0604020202020204" pitchFamily="34" charset="0"/>
        <a:buChar char="•"/>
        <a:defRPr sz="633" kern="1200">
          <a:solidFill>
            <a:srgbClr val="000C2E"/>
          </a:solidFill>
          <a:latin typeface="+mn-lt"/>
          <a:ea typeface="+mn-ea"/>
          <a:cs typeface="+mn-cs"/>
        </a:defRPr>
      </a:lvl1pPr>
      <a:lvl2pPr marL="136688" indent="-72833" algn="l" defTabSz="289322" rtl="0" eaLnBrk="1" latinLnBrk="0" hangingPunct="1">
        <a:lnSpc>
          <a:spcPct val="100000"/>
        </a:lnSpc>
        <a:spcBef>
          <a:spcPts val="0"/>
        </a:spcBef>
        <a:spcAft>
          <a:spcPts val="190"/>
        </a:spcAft>
        <a:buFont typeface="Arial" panose="020B0604020202020204" pitchFamily="34" charset="0"/>
        <a:buChar char="–"/>
        <a:defRPr sz="570" kern="1200">
          <a:solidFill>
            <a:srgbClr val="000C2E"/>
          </a:solidFill>
          <a:latin typeface="+mn-lt"/>
          <a:ea typeface="+mn-ea"/>
          <a:cs typeface="+mn-cs"/>
        </a:defRPr>
      </a:lvl2pPr>
      <a:lvl3pPr marL="193384" indent="-51737" algn="l" defTabSz="289322" rtl="0" eaLnBrk="1" latinLnBrk="0" hangingPunct="1">
        <a:lnSpc>
          <a:spcPct val="100000"/>
        </a:lnSpc>
        <a:spcBef>
          <a:spcPts val="0"/>
        </a:spcBef>
        <a:spcAft>
          <a:spcPts val="190"/>
        </a:spcAft>
        <a:buFont typeface="Arial" panose="020B0604020202020204" pitchFamily="34" charset="0"/>
        <a:buChar char="•"/>
        <a:defRPr sz="506" kern="1200">
          <a:solidFill>
            <a:srgbClr val="000C2E"/>
          </a:solidFill>
          <a:latin typeface="+mn-lt"/>
          <a:ea typeface="+mn-ea"/>
          <a:cs typeface="+mn-cs"/>
        </a:defRPr>
      </a:lvl3pPr>
      <a:lvl4pPr marL="0" indent="0" algn="l" defTabSz="289322" rtl="0" eaLnBrk="1" latinLnBrk="0" hangingPunct="1">
        <a:lnSpc>
          <a:spcPct val="100000"/>
        </a:lnSpc>
        <a:spcBef>
          <a:spcPts val="0"/>
        </a:spcBef>
        <a:spcAft>
          <a:spcPts val="190"/>
        </a:spcAft>
        <a:buFont typeface="Arial" panose="020B0604020202020204" pitchFamily="34" charset="0"/>
        <a:buChar char="​"/>
        <a:defRPr sz="633" b="0" kern="1200">
          <a:solidFill>
            <a:srgbClr val="000C2E"/>
          </a:solidFill>
          <a:latin typeface="+mj-lt"/>
          <a:ea typeface="+mn-ea"/>
          <a:cs typeface="+mn-cs"/>
        </a:defRPr>
      </a:lvl4pPr>
      <a:lvl5pPr marL="0" indent="0" algn="l" defTabSz="289322" rtl="0" eaLnBrk="1" latinLnBrk="0" hangingPunct="1">
        <a:lnSpc>
          <a:spcPct val="100000"/>
        </a:lnSpc>
        <a:spcBef>
          <a:spcPts val="0"/>
        </a:spcBef>
        <a:spcAft>
          <a:spcPts val="190"/>
        </a:spcAft>
        <a:buFont typeface="Arial" panose="020B0604020202020204" pitchFamily="34" charset="0"/>
        <a:buChar char="​"/>
        <a:tabLst/>
        <a:defRPr sz="633" kern="1200">
          <a:solidFill>
            <a:srgbClr val="000C2E"/>
          </a:solidFill>
          <a:latin typeface="+mn-lt"/>
          <a:ea typeface="+mn-ea"/>
          <a:cs typeface="+mn-cs"/>
        </a:defRPr>
      </a:lvl5pPr>
      <a:lvl6pPr marL="56953" indent="-56953" algn="l" defTabSz="289322" rtl="0" eaLnBrk="1" latinLnBrk="0" hangingPunct="1">
        <a:lnSpc>
          <a:spcPct val="100000"/>
        </a:lnSpc>
        <a:spcBef>
          <a:spcPts val="0"/>
        </a:spcBef>
        <a:spcAft>
          <a:spcPts val="190"/>
        </a:spcAft>
        <a:buFont typeface="Arial" panose="020B0604020202020204" pitchFamily="34" charset="0"/>
        <a:buChar char="•"/>
        <a:defRPr sz="317" kern="1200">
          <a:solidFill>
            <a:srgbClr val="000C2E"/>
          </a:solidFill>
          <a:latin typeface="+mn-lt"/>
          <a:ea typeface="+mn-ea"/>
          <a:cs typeface="+mn-cs"/>
        </a:defRPr>
      </a:lvl6pPr>
      <a:lvl7pPr marL="0" indent="0" algn="l" defTabSz="289322" rtl="0" eaLnBrk="1" latinLnBrk="0" hangingPunct="1">
        <a:lnSpc>
          <a:spcPct val="100000"/>
        </a:lnSpc>
        <a:spcBef>
          <a:spcPts val="0"/>
        </a:spcBef>
        <a:spcAft>
          <a:spcPts val="190"/>
        </a:spcAft>
        <a:buFont typeface="Arial" panose="020B0604020202020204" pitchFamily="34" charset="0"/>
        <a:buChar char="​"/>
        <a:defRPr sz="317" b="1" kern="1200" baseline="0">
          <a:solidFill>
            <a:srgbClr val="000C2E"/>
          </a:solidFill>
          <a:latin typeface="+mj-lt"/>
          <a:ea typeface="+mn-ea"/>
          <a:cs typeface="+mn-cs"/>
        </a:defRPr>
      </a:lvl7pPr>
      <a:lvl8pPr marL="0" indent="0" algn="l" defTabSz="289322" rtl="0" eaLnBrk="1" latinLnBrk="0" hangingPunct="1">
        <a:lnSpc>
          <a:spcPct val="100000"/>
        </a:lnSpc>
        <a:spcBef>
          <a:spcPts val="0"/>
        </a:spcBef>
        <a:spcAft>
          <a:spcPts val="190"/>
        </a:spcAft>
        <a:buFont typeface="Arial" panose="020B0604020202020204" pitchFamily="34" charset="0"/>
        <a:buChar char="​"/>
        <a:defRPr sz="317" kern="1200">
          <a:solidFill>
            <a:srgbClr val="000C2E"/>
          </a:solidFill>
          <a:latin typeface="+mn-lt"/>
          <a:ea typeface="+mn-ea"/>
          <a:cs typeface="+mn-cs"/>
        </a:defRPr>
      </a:lvl8pPr>
      <a:lvl9pPr marL="0" indent="0" algn="l" defTabSz="289322" rtl="0" eaLnBrk="1" latinLnBrk="0" hangingPunct="1">
        <a:lnSpc>
          <a:spcPct val="90000"/>
        </a:lnSpc>
        <a:spcBef>
          <a:spcPts val="0"/>
        </a:spcBef>
        <a:spcAft>
          <a:spcPts val="0"/>
        </a:spcAft>
        <a:buFont typeface="Arial" panose="020B0604020202020204" pitchFamily="34" charset="0"/>
        <a:buChar char="​"/>
        <a:defRPr sz="2089" b="0" kern="1200" baseline="0">
          <a:solidFill>
            <a:srgbClr val="000C2E"/>
          </a:solidFill>
          <a:latin typeface="+mj-lt"/>
          <a:ea typeface="+mn-ea"/>
          <a:cs typeface="+mn-cs"/>
        </a:defRPr>
      </a:lvl9pPr>
    </p:bodyStyle>
    <p:otherStyle>
      <a:defPPr>
        <a:defRPr lang="en-US"/>
      </a:defPPr>
      <a:lvl1pPr marL="0" algn="l" defTabSz="289322" rtl="0" eaLnBrk="1" latinLnBrk="0" hangingPunct="1">
        <a:defRPr sz="570" kern="1200">
          <a:solidFill>
            <a:schemeClr val="tx1"/>
          </a:solidFill>
          <a:latin typeface="+mn-lt"/>
          <a:ea typeface="+mn-ea"/>
          <a:cs typeface="+mn-cs"/>
        </a:defRPr>
      </a:lvl1pPr>
      <a:lvl2pPr marL="144661" algn="l" defTabSz="289322" rtl="0" eaLnBrk="1" latinLnBrk="0" hangingPunct="1">
        <a:defRPr sz="570" kern="1200">
          <a:solidFill>
            <a:schemeClr val="tx1"/>
          </a:solidFill>
          <a:latin typeface="+mn-lt"/>
          <a:ea typeface="+mn-ea"/>
          <a:cs typeface="+mn-cs"/>
        </a:defRPr>
      </a:lvl2pPr>
      <a:lvl3pPr marL="289322" algn="l" defTabSz="289322" rtl="0" eaLnBrk="1" latinLnBrk="0" hangingPunct="1">
        <a:defRPr sz="570" kern="1200">
          <a:solidFill>
            <a:schemeClr val="tx1"/>
          </a:solidFill>
          <a:latin typeface="+mn-lt"/>
          <a:ea typeface="+mn-ea"/>
          <a:cs typeface="+mn-cs"/>
        </a:defRPr>
      </a:lvl3pPr>
      <a:lvl4pPr marL="433983" algn="l" defTabSz="289322" rtl="0" eaLnBrk="1" latinLnBrk="0" hangingPunct="1">
        <a:defRPr sz="570" kern="1200">
          <a:solidFill>
            <a:schemeClr val="tx1"/>
          </a:solidFill>
          <a:latin typeface="+mn-lt"/>
          <a:ea typeface="+mn-ea"/>
          <a:cs typeface="+mn-cs"/>
        </a:defRPr>
      </a:lvl4pPr>
      <a:lvl5pPr marL="578644" algn="l" defTabSz="289322" rtl="0" eaLnBrk="1" latinLnBrk="0" hangingPunct="1">
        <a:defRPr sz="570" kern="1200">
          <a:solidFill>
            <a:schemeClr val="tx1"/>
          </a:solidFill>
          <a:latin typeface="+mn-lt"/>
          <a:ea typeface="+mn-ea"/>
          <a:cs typeface="+mn-cs"/>
        </a:defRPr>
      </a:lvl5pPr>
      <a:lvl6pPr marL="723305" algn="l" defTabSz="289322" rtl="0" eaLnBrk="1" latinLnBrk="0" hangingPunct="1">
        <a:defRPr sz="570" kern="1200">
          <a:solidFill>
            <a:schemeClr val="tx1"/>
          </a:solidFill>
          <a:latin typeface="+mn-lt"/>
          <a:ea typeface="+mn-ea"/>
          <a:cs typeface="+mn-cs"/>
        </a:defRPr>
      </a:lvl6pPr>
      <a:lvl7pPr marL="867966" algn="l" defTabSz="289322" rtl="0" eaLnBrk="1" latinLnBrk="0" hangingPunct="1">
        <a:defRPr sz="570" kern="1200">
          <a:solidFill>
            <a:schemeClr val="tx1"/>
          </a:solidFill>
          <a:latin typeface="+mn-lt"/>
          <a:ea typeface="+mn-ea"/>
          <a:cs typeface="+mn-cs"/>
        </a:defRPr>
      </a:lvl7pPr>
      <a:lvl8pPr marL="1012627" algn="l" defTabSz="289322" rtl="0" eaLnBrk="1" latinLnBrk="0" hangingPunct="1">
        <a:defRPr sz="570" kern="1200">
          <a:solidFill>
            <a:schemeClr val="tx1"/>
          </a:solidFill>
          <a:latin typeface="+mn-lt"/>
          <a:ea typeface="+mn-ea"/>
          <a:cs typeface="+mn-cs"/>
        </a:defRPr>
      </a:lvl8pPr>
      <a:lvl9pPr marL="1157288" algn="l" defTabSz="289322" rtl="0" eaLnBrk="1" latinLnBrk="0" hangingPunct="1">
        <a:defRPr sz="57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hyperlink" Target="https://www.youtube.com/watch?v=hbKdmW3Yjt4"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hyperlink" Target="https://www.youtube.com/watch?v=i552XIOQFDY"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6.emf"/></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9.xml"/><Relationship Id="rId4" Type="http://schemas.openxmlformats.org/officeDocument/2006/relationships/image" Target="../media/image15.jp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9.xml"/><Relationship Id="rId4" Type="http://schemas.openxmlformats.org/officeDocument/2006/relationships/image" Target="../media/image16.jp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9.xml"/><Relationship Id="rId4" Type="http://schemas.openxmlformats.org/officeDocument/2006/relationships/image" Target="../media/image18.emf"/></Relationships>
</file>

<file path=ppt/slides/_rels/slide35.xml.rels><?xml version="1.0" encoding="UTF-8" standalone="yes"?>
<Relationships xmlns="http://schemas.openxmlformats.org/package/2006/relationships"><Relationship Id="rId8" Type="http://schemas.openxmlformats.org/officeDocument/2006/relationships/hyperlink" Target="https://youtu.be/WHw8ZbyLlzQ&amp;t=562" TargetMode="External"/><Relationship Id="rId3" Type="http://schemas.openxmlformats.org/officeDocument/2006/relationships/image" Target="../media/image3.png"/><Relationship Id="rId7" Type="http://schemas.openxmlformats.org/officeDocument/2006/relationships/image" Target="../media/image22.jpg"/><Relationship Id="rId2" Type="http://schemas.openxmlformats.org/officeDocument/2006/relationships/notesSlide" Target="../notesSlides/notesSlide34.xml"/><Relationship Id="rId1" Type="http://schemas.openxmlformats.org/officeDocument/2006/relationships/slideLayout" Target="../slideLayouts/slideLayout19.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9.xml"/><Relationship Id="rId4" Type="http://schemas.openxmlformats.org/officeDocument/2006/relationships/hyperlink" Target="https://www.amann.com/product-finder/"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dertitel 2">
            <a:extLst>
              <a:ext uri="{FF2B5EF4-FFF2-40B4-BE49-F238E27FC236}">
                <a16:creationId xmlns:a16="http://schemas.microsoft.com/office/drawing/2014/main" id="{2333FF9F-A757-4245-BC80-3A43C46A298A}"/>
              </a:ext>
            </a:extLst>
          </p:cNvPr>
          <p:cNvSpPr>
            <a:spLocks noGrp="1"/>
          </p:cNvSpPr>
          <p:nvPr>
            <p:ph type="subTitle" idx="1"/>
          </p:nvPr>
        </p:nvSpPr>
        <p:spPr>
          <a:xfrm>
            <a:off x="662839" y="3174863"/>
            <a:ext cx="9144000" cy="1655762"/>
          </a:xfrm>
        </p:spPr>
        <p:txBody>
          <a:bodyPr>
            <a:normAutofit fontScale="85000" lnSpcReduction="20000"/>
          </a:bodyPr>
          <a:lstStyle/>
          <a:p>
            <a:pPr algn="l"/>
            <a:endParaRPr lang="en-GB" sz="2600" b="1" noProof="0" dirty="0">
              <a:solidFill>
                <a:srgbClr val="002060"/>
              </a:solidFill>
              <a:latin typeface="+mj-lt"/>
            </a:endParaRPr>
          </a:p>
          <a:p>
            <a:pPr algn="l"/>
            <a:endParaRPr lang="en-GB" sz="2600" b="1" noProof="0" dirty="0">
              <a:solidFill>
                <a:srgbClr val="002060"/>
              </a:solidFill>
              <a:latin typeface="+mj-lt"/>
            </a:endParaRPr>
          </a:p>
          <a:p>
            <a:pPr algn="l"/>
            <a:endParaRPr lang="en-GB" noProof="0" dirty="0"/>
          </a:p>
          <a:p>
            <a:pPr algn="l"/>
            <a:br>
              <a:rPr lang="en-GB" noProof="0" dirty="0"/>
            </a:br>
            <a:br>
              <a:rPr lang="en-GB" noProof="0" dirty="0"/>
            </a:br>
            <a:r>
              <a:rPr lang="en-GB" dirty="0"/>
              <a:t>April</a:t>
            </a:r>
            <a:r>
              <a:rPr lang="en-GB" noProof="0" dirty="0"/>
              <a:t> 19th, 2026  13.00 – 18.00</a:t>
            </a:r>
            <a:endParaRPr lang="en-GB" sz="2600" b="1" noProof="0" dirty="0">
              <a:solidFill>
                <a:srgbClr val="002060"/>
              </a:solidFill>
              <a:latin typeface="+mj-lt"/>
            </a:endParaRPr>
          </a:p>
        </p:txBody>
      </p:sp>
      <p:sp>
        <p:nvSpPr>
          <p:cNvPr id="5" name="Rektangel: afrundede hjørner 4">
            <a:extLst>
              <a:ext uri="{FF2B5EF4-FFF2-40B4-BE49-F238E27FC236}">
                <a16:creationId xmlns:a16="http://schemas.microsoft.com/office/drawing/2014/main" id="{AE082021-F9AF-437B-9AE5-908DF62E0093}"/>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sp>
        <p:nvSpPr>
          <p:cNvPr id="2" name="Titel 1">
            <a:extLst>
              <a:ext uri="{FF2B5EF4-FFF2-40B4-BE49-F238E27FC236}">
                <a16:creationId xmlns:a16="http://schemas.microsoft.com/office/drawing/2014/main" id="{B06E0B04-E93B-4F1C-B24A-E69657BC4C06}"/>
              </a:ext>
            </a:extLst>
          </p:cNvPr>
          <p:cNvSpPr>
            <a:spLocks noGrp="1"/>
          </p:cNvSpPr>
          <p:nvPr>
            <p:ph type="ctrTitle"/>
          </p:nvPr>
        </p:nvSpPr>
        <p:spPr>
          <a:xfrm>
            <a:off x="662839" y="2123440"/>
            <a:ext cx="9890742" cy="919798"/>
          </a:xfrm>
        </p:spPr>
        <p:txBody>
          <a:bodyPr/>
          <a:lstStyle/>
          <a:p>
            <a:pPr algn="l"/>
            <a:r>
              <a:rPr lang="en-GB" sz="2800" noProof="0" dirty="0" err="1"/>
              <a:t>Fablab</a:t>
            </a:r>
            <a:r>
              <a:rPr lang="en-GB" sz="2800" noProof="0" dirty="0"/>
              <a:t> course on sewing machines</a:t>
            </a:r>
            <a:endParaRPr lang="en-GB" sz="2800" b="1" noProof="0" dirty="0">
              <a:solidFill>
                <a:srgbClr val="151F6B"/>
              </a:solidFill>
            </a:endParaRPr>
          </a:p>
        </p:txBody>
      </p:sp>
      <p:pic>
        <p:nvPicPr>
          <p:cNvPr id="6" name="Billede 5">
            <a:extLst>
              <a:ext uri="{FF2B5EF4-FFF2-40B4-BE49-F238E27FC236}">
                <a16:creationId xmlns:a16="http://schemas.microsoft.com/office/drawing/2014/main" id="{8D2BF956-65A4-B1F8-432A-7BB0EF7B00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Tree>
    <p:extLst>
      <p:ext uri="{BB962C8B-B14F-4D97-AF65-F5344CB8AC3E}">
        <p14:creationId xmlns:p14="http://schemas.microsoft.com/office/powerpoint/2010/main" val="9163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4D0B5-1797-B77A-A531-EEA8DA04F7B9}"/>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9B49189D-D5F3-8087-C9ED-81E0235956EA}"/>
              </a:ext>
            </a:extLst>
          </p:cNvPr>
          <p:cNvSpPr>
            <a:spLocks noGrp="1"/>
          </p:cNvSpPr>
          <p:nvPr>
            <p:ph type="title"/>
          </p:nvPr>
        </p:nvSpPr>
        <p:spPr>
          <a:xfrm>
            <a:off x="725328" y="725808"/>
            <a:ext cx="6472538" cy="523875"/>
          </a:xfrm>
        </p:spPr>
        <p:txBody>
          <a:bodyPr anchor="t"/>
          <a:lstStyle/>
          <a:p>
            <a:r>
              <a:rPr lang="en-GB" sz="3200" dirty="0"/>
              <a:t>Participants, presentation </a:t>
            </a:r>
            <a:endParaRPr lang="en-GB" sz="3200" noProof="0" dirty="0"/>
          </a:p>
        </p:txBody>
      </p:sp>
      <p:sp>
        <p:nvSpPr>
          <p:cNvPr id="4" name="Slide Number Placeholder 3" hidden="1">
            <a:extLst>
              <a:ext uri="{FF2B5EF4-FFF2-40B4-BE49-F238E27FC236}">
                <a16:creationId xmlns:a16="http://schemas.microsoft.com/office/drawing/2014/main" id="{E4BDC9C9-877A-9C6D-3F22-357917616307}"/>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a:t>
            </a:fld>
            <a:endParaRPr lang="en-GB" noProof="0" dirty="0"/>
          </a:p>
        </p:txBody>
      </p:sp>
      <p:sp>
        <p:nvSpPr>
          <p:cNvPr id="6" name="Rektangel: afrundede hjørner 5">
            <a:extLst>
              <a:ext uri="{FF2B5EF4-FFF2-40B4-BE49-F238E27FC236}">
                <a16:creationId xmlns:a16="http://schemas.microsoft.com/office/drawing/2014/main" id="{F2AF6F55-DF42-42A7-7F6B-66A2A847D361}"/>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EFD87BA8-8C26-CAEF-5275-BD0947A9C6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2" name="Rektangel 1">
            <a:extLst>
              <a:ext uri="{FF2B5EF4-FFF2-40B4-BE49-F238E27FC236}">
                <a16:creationId xmlns:a16="http://schemas.microsoft.com/office/drawing/2014/main" id="{203FAB5C-465C-3B6A-5F45-BDC0F77DEA39}"/>
              </a:ext>
            </a:extLst>
          </p:cNvPr>
          <p:cNvSpPr/>
          <p:nvPr/>
        </p:nvSpPr>
        <p:spPr>
          <a:xfrm>
            <a:off x="648393" y="1327348"/>
            <a:ext cx="10365971" cy="4708981"/>
          </a:xfrm>
          <a:prstGeom prst="rect">
            <a:avLst/>
          </a:prstGeom>
        </p:spPr>
        <p:txBody>
          <a:bodyPr wrap="square">
            <a:spAutoFit/>
          </a:bodyPr>
          <a:lstStyle/>
          <a:p>
            <a:pPr lvl="0">
              <a:tabLst>
                <a:tab pos="457200" algn="l"/>
              </a:tabLst>
            </a:pPr>
            <a:r>
              <a:rPr lang="en-GB" sz="2000" b="1" dirty="0">
                <a:ea typeface="Times New Roman" panose="02020603050405020304" pitchFamily="18" charset="0"/>
              </a:rPr>
              <a:t>Jean-Paul		Superuser</a:t>
            </a:r>
          </a:p>
          <a:p>
            <a:pPr lvl="0">
              <a:tabLst>
                <a:tab pos="457200" algn="l"/>
              </a:tabLst>
            </a:pPr>
            <a:endParaRPr lang="en-GB" sz="2000" b="1" dirty="0">
              <a:ea typeface="Times New Roman" panose="02020603050405020304" pitchFamily="18" charset="0"/>
            </a:endParaRPr>
          </a:p>
          <a:p>
            <a:pPr lvl="0">
              <a:tabLst>
                <a:tab pos="457200" algn="l"/>
              </a:tabLst>
            </a:pPr>
            <a:r>
              <a:rPr lang="en-GB" sz="2000" b="1" dirty="0">
                <a:ea typeface="Times New Roman" panose="02020603050405020304" pitchFamily="18" charset="0"/>
              </a:rPr>
              <a:t>Emil			Superuser</a:t>
            </a:r>
          </a:p>
          <a:p>
            <a:pPr lvl="0">
              <a:tabLst>
                <a:tab pos="457200" algn="l"/>
              </a:tabLst>
            </a:pPr>
            <a:endParaRPr lang="en-GB" sz="2000" b="1" dirty="0">
              <a:ea typeface="Times New Roman" panose="02020603050405020304" pitchFamily="18" charset="0"/>
            </a:endParaRPr>
          </a:p>
          <a:p>
            <a:pPr lvl="0">
              <a:tabLst>
                <a:tab pos="457200" algn="l"/>
              </a:tabLst>
            </a:pPr>
            <a:r>
              <a:rPr lang="en-GB" sz="2000" b="1" dirty="0">
                <a:ea typeface="Times New Roman" panose="02020603050405020304" pitchFamily="18" charset="0"/>
              </a:rPr>
              <a:t>Silvia</a:t>
            </a:r>
          </a:p>
          <a:p>
            <a:pPr lvl="0">
              <a:tabLst>
                <a:tab pos="457200" algn="l"/>
              </a:tabLst>
            </a:pPr>
            <a:endParaRPr lang="en-GB" sz="2000" b="1" dirty="0">
              <a:ea typeface="Times New Roman" panose="02020603050405020304" pitchFamily="18" charset="0"/>
            </a:endParaRPr>
          </a:p>
          <a:p>
            <a:pPr lvl="0">
              <a:tabLst>
                <a:tab pos="457200" algn="l"/>
              </a:tabLst>
            </a:pPr>
            <a:r>
              <a:rPr lang="en-GB" sz="2000" b="1" dirty="0">
                <a:ea typeface="Times New Roman" panose="02020603050405020304" pitchFamily="18" charset="0"/>
              </a:rPr>
              <a:t>Maye</a:t>
            </a:r>
          </a:p>
          <a:p>
            <a:pPr lvl="0">
              <a:tabLst>
                <a:tab pos="457200" algn="l"/>
              </a:tabLst>
            </a:pPr>
            <a:endParaRPr lang="en-GB" sz="2000" b="1" dirty="0">
              <a:ea typeface="Times New Roman" panose="02020603050405020304" pitchFamily="18" charset="0"/>
            </a:endParaRPr>
          </a:p>
          <a:p>
            <a:pPr lvl="0">
              <a:tabLst>
                <a:tab pos="457200" algn="l"/>
              </a:tabLst>
            </a:pPr>
            <a:r>
              <a:rPr lang="en-GB" sz="2000" b="1" dirty="0" err="1">
                <a:ea typeface="Times New Roman" panose="02020603050405020304" pitchFamily="18" charset="0"/>
              </a:rPr>
              <a:t>Turjja</a:t>
            </a:r>
            <a:endParaRPr lang="en-GB" sz="2000" b="1" dirty="0">
              <a:ea typeface="Times New Roman" panose="02020603050405020304" pitchFamily="18" charset="0"/>
            </a:endParaRPr>
          </a:p>
          <a:p>
            <a:pPr lvl="0">
              <a:tabLst>
                <a:tab pos="457200" algn="l"/>
              </a:tabLst>
            </a:pPr>
            <a:endParaRPr lang="en-GB" sz="2000" b="1" dirty="0">
              <a:ea typeface="Times New Roman" panose="02020603050405020304" pitchFamily="18" charset="0"/>
            </a:endParaRPr>
          </a:p>
          <a:p>
            <a:pPr lvl="0">
              <a:tabLst>
                <a:tab pos="457200" algn="l"/>
              </a:tabLst>
            </a:pPr>
            <a:r>
              <a:rPr lang="en-GB" sz="2000" b="1" dirty="0">
                <a:ea typeface="Times New Roman" panose="02020603050405020304" pitchFamily="18" charset="0"/>
              </a:rPr>
              <a:t>Alexander</a:t>
            </a:r>
          </a:p>
          <a:p>
            <a:pPr lvl="0">
              <a:tabLst>
                <a:tab pos="457200" algn="l"/>
              </a:tabLst>
            </a:pPr>
            <a:endParaRPr lang="en-GB" sz="2000" b="1" dirty="0">
              <a:ea typeface="Times New Roman" panose="02020603050405020304" pitchFamily="18" charset="0"/>
            </a:endParaRPr>
          </a:p>
          <a:p>
            <a:pPr lvl="0">
              <a:tabLst>
                <a:tab pos="457200" algn="l"/>
              </a:tabLst>
            </a:pPr>
            <a:r>
              <a:rPr lang="en-GB" sz="2000" b="1" dirty="0">
                <a:ea typeface="Times New Roman" panose="02020603050405020304" pitchFamily="18" charset="0"/>
              </a:rPr>
              <a:t>Karl </a:t>
            </a:r>
          </a:p>
          <a:p>
            <a:pPr lvl="0">
              <a:tabLst>
                <a:tab pos="457200" algn="l"/>
              </a:tabLst>
            </a:pPr>
            <a:endParaRPr lang="en-GB" sz="2000" b="1" dirty="0">
              <a:ea typeface="Times New Roman" panose="02020603050405020304" pitchFamily="18" charset="0"/>
            </a:endParaRPr>
          </a:p>
          <a:p>
            <a:pPr lvl="0">
              <a:tabLst>
                <a:tab pos="457200" algn="l"/>
              </a:tabLst>
            </a:pPr>
            <a:r>
              <a:rPr lang="en-GB" sz="2000" b="1" dirty="0">
                <a:ea typeface="Times New Roman" panose="02020603050405020304" pitchFamily="18" charset="0"/>
              </a:rPr>
              <a:t>Look for other participants and set groups of two persons.</a:t>
            </a:r>
          </a:p>
        </p:txBody>
      </p:sp>
    </p:spTree>
    <p:extLst>
      <p:ext uri="{BB962C8B-B14F-4D97-AF65-F5344CB8AC3E}">
        <p14:creationId xmlns:p14="http://schemas.microsoft.com/office/powerpoint/2010/main" val="384627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A16C7-93DF-E9A2-A655-A07E4A7918B6}"/>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1A870078-0AF2-1B03-8D23-DC7559F0CADB}"/>
              </a:ext>
            </a:extLst>
          </p:cNvPr>
          <p:cNvSpPr>
            <a:spLocks noGrp="1"/>
          </p:cNvSpPr>
          <p:nvPr>
            <p:ph type="title"/>
          </p:nvPr>
        </p:nvSpPr>
        <p:spPr>
          <a:xfrm>
            <a:off x="725328" y="725808"/>
            <a:ext cx="6472538" cy="523875"/>
          </a:xfrm>
        </p:spPr>
        <p:txBody>
          <a:bodyPr anchor="t"/>
          <a:lstStyle/>
          <a:p>
            <a:r>
              <a:rPr lang="en-GB" sz="3200" dirty="0"/>
              <a:t>Schedule  </a:t>
            </a:r>
            <a:endParaRPr lang="en-GB" sz="3200" noProof="0" dirty="0"/>
          </a:p>
        </p:txBody>
      </p:sp>
      <p:sp>
        <p:nvSpPr>
          <p:cNvPr id="4" name="Slide Number Placeholder 3" hidden="1">
            <a:extLst>
              <a:ext uri="{FF2B5EF4-FFF2-40B4-BE49-F238E27FC236}">
                <a16:creationId xmlns:a16="http://schemas.microsoft.com/office/drawing/2014/main" id="{8B3B85FC-3ABC-4CBA-0666-63818F3B94CE}"/>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a:t>
            </a:fld>
            <a:endParaRPr lang="en-GB" noProof="0" dirty="0"/>
          </a:p>
        </p:txBody>
      </p:sp>
      <p:sp>
        <p:nvSpPr>
          <p:cNvPr id="6" name="Rektangel: afrundede hjørner 5">
            <a:extLst>
              <a:ext uri="{FF2B5EF4-FFF2-40B4-BE49-F238E27FC236}">
                <a16:creationId xmlns:a16="http://schemas.microsoft.com/office/drawing/2014/main" id="{5A33F1BD-6314-1EBB-C4EB-FB565CF6884A}"/>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D67353B7-6E56-90A7-2448-B92C1E319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2" name="Rektangel 1">
            <a:extLst>
              <a:ext uri="{FF2B5EF4-FFF2-40B4-BE49-F238E27FC236}">
                <a16:creationId xmlns:a16="http://schemas.microsoft.com/office/drawing/2014/main" id="{4F69BF42-C57B-2B43-CD2C-D38E506E0395}"/>
              </a:ext>
            </a:extLst>
          </p:cNvPr>
          <p:cNvSpPr/>
          <p:nvPr/>
        </p:nvSpPr>
        <p:spPr>
          <a:xfrm>
            <a:off x="577147" y="1327348"/>
            <a:ext cx="10437217" cy="4401205"/>
          </a:xfrm>
          <a:prstGeom prst="rect">
            <a:avLst/>
          </a:prstGeom>
        </p:spPr>
        <p:txBody>
          <a:bodyPr wrap="square">
            <a:spAutoFit/>
          </a:bodyPr>
          <a:lstStyle/>
          <a:p>
            <a:pPr marL="457200" lvl="0" indent="-457200">
              <a:buFont typeface="+mj-lt"/>
              <a:buAutoNum type="arabicPeriod"/>
              <a:tabLst>
                <a:tab pos="457200" algn="l"/>
              </a:tabLst>
            </a:pPr>
            <a:r>
              <a:rPr lang="en-GB" sz="2000" b="1" dirty="0">
                <a:ea typeface="Times New Roman" panose="02020603050405020304" pitchFamily="18" charset="0"/>
              </a:rPr>
              <a:t>Introduction, presentation and groups				13.00-13.20</a:t>
            </a:r>
            <a:r>
              <a:rPr lang="en-GB" sz="2000" b="1" noProof="0" dirty="0">
                <a:ea typeface="Times New Roman" panose="02020603050405020304" pitchFamily="18" charset="0"/>
              </a:rPr>
              <a:t>	</a:t>
            </a:r>
          </a:p>
          <a:p>
            <a:pPr marL="457200" lvl="0" indent="-457200">
              <a:buFont typeface="+mj-lt"/>
              <a:buAutoNum type="arabicPeriod"/>
              <a:tabLst>
                <a:tab pos="457200" algn="l"/>
              </a:tabLst>
            </a:pPr>
            <a:r>
              <a:rPr lang="en-GB" sz="2000" b="1" dirty="0">
                <a:ea typeface="Times New Roman" panose="02020603050405020304" pitchFamily="18" charset="0"/>
              </a:rPr>
              <a:t>Sewing machine mechanics</a:t>
            </a:r>
            <a:r>
              <a:rPr lang="en-GB" sz="2000" b="1" noProof="0" dirty="0">
                <a:ea typeface="Times New Roman" panose="02020603050405020304" pitchFamily="18" charset="0"/>
              </a:rPr>
              <a:t>					13.20-13.50</a:t>
            </a:r>
          </a:p>
          <a:p>
            <a:pPr marL="457200" lvl="0" indent="-457200">
              <a:buFont typeface="+mj-lt"/>
              <a:buAutoNum type="arabicPeriod"/>
              <a:tabLst>
                <a:tab pos="457200" algn="l"/>
              </a:tabLst>
            </a:pPr>
            <a:r>
              <a:rPr lang="en-GB" sz="2000" b="1" noProof="0" dirty="0">
                <a:ea typeface="Times New Roman" panose="02020603050405020304" pitchFamily="18" charset="0"/>
              </a:rPr>
              <a:t>Exercise 1	Sewing speed and evaluation				13.50-14.30</a:t>
            </a:r>
          </a:p>
          <a:p>
            <a:pPr marL="457200" lvl="0" indent="-457200">
              <a:buFont typeface="+mj-lt"/>
              <a:buAutoNum type="arabicPeriod"/>
              <a:tabLst>
                <a:tab pos="457200" algn="l"/>
              </a:tabLst>
            </a:pPr>
            <a:r>
              <a:rPr lang="en-GB" sz="2000" b="1" dirty="0">
                <a:ea typeface="Times New Roman" panose="02020603050405020304" pitchFamily="18" charset="0"/>
              </a:rPr>
              <a:t>Break								14.30-14.40</a:t>
            </a:r>
          </a:p>
          <a:p>
            <a:pPr marL="457200" lvl="0" indent="-457200">
              <a:buFont typeface="+mj-lt"/>
              <a:buAutoNum type="arabicPeriod"/>
              <a:tabLst>
                <a:tab pos="457200" algn="l"/>
              </a:tabLst>
            </a:pPr>
            <a:endParaRPr lang="en-GB" sz="2000" b="1" dirty="0">
              <a:ea typeface="Times New Roman" panose="02020603050405020304" pitchFamily="18" charset="0"/>
            </a:endParaRPr>
          </a:p>
          <a:p>
            <a:pPr marL="457200" lvl="0" indent="-457200">
              <a:buFont typeface="+mj-lt"/>
              <a:buAutoNum type="arabicPeriod"/>
              <a:tabLst>
                <a:tab pos="457200" algn="l"/>
              </a:tabLst>
            </a:pPr>
            <a:r>
              <a:rPr lang="en-GB" sz="2000" b="1" noProof="0" dirty="0">
                <a:ea typeface="Times New Roman" panose="02020603050405020304" pitchFamily="18" charset="0"/>
              </a:rPr>
              <a:t>Sewing machine needles						14.40-15.25</a:t>
            </a:r>
          </a:p>
          <a:p>
            <a:pPr marL="457200" lvl="0" indent="-457200">
              <a:buFont typeface="+mj-lt"/>
              <a:buAutoNum type="arabicPeriod"/>
              <a:tabLst>
                <a:tab pos="457200" algn="l"/>
              </a:tabLst>
            </a:pPr>
            <a:r>
              <a:rPr lang="en-GB" sz="2000" b="1" dirty="0">
                <a:ea typeface="Times New Roman" panose="02020603050405020304" pitchFamily="18" charset="0"/>
              </a:rPr>
              <a:t>Sewing machine preparations and checklist			15.25-16.00</a:t>
            </a:r>
          </a:p>
          <a:p>
            <a:pPr marL="457200" lvl="0" indent="-457200">
              <a:buFont typeface="+mj-lt"/>
              <a:buAutoNum type="arabicPeriod"/>
              <a:tabLst>
                <a:tab pos="457200" algn="l"/>
              </a:tabLst>
            </a:pPr>
            <a:r>
              <a:rPr lang="en-GB" sz="2000" b="1" dirty="0">
                <a:ea typeface="Times New Roman" panose="02020603050405020304" pitchFamily="18" charset="0"/>
              </a:rPr>
              <a:t>Break								16.00-16.10</a:t>
            </a:r>
          </a:p>
          <a:p>
            <a:pPr marL="457200" lvl="0" indent="-457200">
              <a:buFont typeface="+mj-lt"/>
              <a:buAutoNum type="arabicPeriod"/>
              <a:tabLst>
                <a:tab pos="457200" algn="l"/>
              </a:tabLst>
            </a:pPr>
            <a:endParaRPr lang="en-GB" sz="2000" b="1" dirty="0">
              <a:ea typeface="Times New Roman" panose="02020603050405020304" pitchFamily="18" charset="0"/>
            </a:endParaRPr>
          </a:p>
          <a:p>
            <a:pPr marL="457200" lvl="0" indent="-457200">
              <a:buFont typeface="+mj-lt"/>
              <a:buAutoNum type="arabicPeriod"/>
              <a:tabLst>
                <a:tab pos="457200" algn="l"/>
              </a:tabLst>
            </a:pPr>
            <a:r>
              <a:rPr lang="en-GB" sz="2000" b="1" dirty="0">
                <a:ea typeface="Times New Roman" panose="02020603050405020304" pitchFamily="18" charset="0"/>
              </a:rPr>
              <a:t>Sewing machine threads						16.10-16.30</a:t>
            </a:r>
          </a:p>
          <a:p>
            <a:pPr marL="457200" lvl="0" indent="-457200">
              <a:buFont typeface="+mj-lt"/>
              <a:buAutoNum type="arabicPeriod"/>
              <a:tabLst>
                <a:tab pos="457200" algn="l"/>
              </a:tabLst>
            </a:pPr>
            <a:r>
              <a:rPr lang="en-GB" sz="2000" b="1" dirty="0">
                <a:ea typeface="Times New Roman" panose="02020603050405020304" pitchFamily="18" charset="0"/>
              </a:rPr>
              <a:t>Exercise 2	 Sewing two layers </a:t>
            </a:r>
            <a:r>
              <a:rPr lang="en-GB" sz="2000" b="1" dirty="0" err="1">
                <a:ea typeface="Times New Roman" panose="02020603050405020304" pitchFamily="18" charset="0"/>
              </a:rPr>
              <a:t>Tarpauline</a:t>
            </a:r>
            <a:r>
              <a:rPr lang="en-GB" sz="2000" b="1" dirty="0">
                <a:ea typeface="Times New Roman" panose="02020603050405020304" pitchFamily="18" charset="0"/>
              </a:rPr>
              <a:t> and </a:t>
            </a:r>
            <a:r>
              <a:rPr lang="en-GB" sz="2000" b="1" dirty="0" err="1">
                <a:ea typeface="Times New Roman" panose="02020603050405020304" pitchFamily="18" charset="0"/>
              </a:rPr>
              <a:t>Serafil</a:t>
            </a:r>
            <a:r>
              <a:rPr lang="en-GB" sz="2000" b="1" dirty="0">
                <a:ea typeface="Times New Roman" panose="02020603050405020304" pitchFamily="18" charset="0"/>
              </a:rPr>
              <a:t> 40		16.30-17.00</a:t>
            </a:r>
          </a:p>
          <a:p>
            <a:pPr marL="457200" lvl="0" indent="-457200">
              <a:buFont typeface="+mj-lt"/>
              <a:buAutoNum type="arabicPeriod"/>
              <a:tabLst>
                <a:tab pos="457200" algn="l"/>
              </a:tabLst>
            </a:pPr>
            <a:r>
              <a:rPr lang="en-GB" sz="2000" b="1" dirty="0">
                <a:ea typeface="Times New Roman" panose="02020603050405020304" pitchFamily="18" charset="0"/>
              </a:rPr>
              <a:t>Typical fabrics and sewn things					17.00-17.20</a:t>
            </a:r>
          </a:p>
          <a:p>
            <a:pPr marL="457200" lvl="0" indent="-457200">
              <a:buFont typeface="+mj-lt"/>
              <a:buAutoNum type="arabicPeriod"/>
              <a:tabLst>
                <a:tab pos="457200" algn="l"/>
              </a:tabLst>
            </a:pPr>
            <a:endParaRPr lang="en-GB" sz="2000" b="1" dirty="0">
              <a:ea typeface="Times New Roman" panose="02020603050405020304" pitchFamily="18" charset="0"/>
            </a:endParaRPr>
          </a:p>
          <a:p>
            <a:pPr marL="457200" lvl="0" indent="-457200">
              <a:buFont typeface="+mj-lt"/>
              <a:buAutoNum type="arabicPeriod"/>
              <a:tabLst>
                <a:tab pos="457200" algn="l"/>
              </a:tabLst>
            </a:pPr>
            <a:r>
              <a:rPr lang="en-GB" sz="2000" b="1" dirty="0">
                <a:ea typeface="Times New Roman" panose="02020603050405020304" pitchFamily="18" charset="0"/>
              </a:rPr>
              <a:t>Exercise 3	 Sewing with </a:t>
            </a:r>
            <a:r>
              <a:rPr lang="en-GB" sz="2000" b="1" dirty="0" err="1">
                <a:ea typeface="Times New Roman" panose="02020603050405020304" pitchFamily="18" charset="0"/>
              </a:rPr>
              <a:t>Serafil</a:t>
            </a:r>
            <a:r>
              <a:rPr lang="en-GB" sz="2000" b="1" dirty="0">
                <a:ea typeface="Times New Roman" panose="02020603050405020304" pitchFamily="18" charset="0"/>
              </a:rPr>
              <a:t> 20				17.20-18.00</a:t>
            </a:r>
            <a:endParaRPr lang="en-GB" sz="2000" b="1" noProof="0" dirty="0">
              <a:ea typeface="Times New Roman" panose="02020603050405020304" pitchFamily="18" charset="0"/>
            </a:endParaRPr>
          </a:p>
        </p:txBody>
      </p:sp>
    </p:spTree>
    <p:extLst>
      <p:ext uri="{BB962C8B-B14F-4D97-AF65-F5344CB8AC3E}">
        <p14:creationId xmlns:p14="http://schemas.microsoft.com/office/powerpoint/2010/main" val="4227777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1230E8E-1223-45D1-AA87-416C2570CC6F}"/>
              </a:ext>
            </a:extLst>
          </p:cNvPr>
          <p:cNvSpPr>
            <a:spLocks noGrp="1"/>
          </p:cNvSpPr>
          <p:nvPr>
            <p:ph type="title"/>
          </p:nvPr>
        </p:nvSpPr>
        <p:spPr>
          <a:xfrm>
            <a:off x="725328" y="725808"/>
            <a:ext cx="6472538" cy="523875"/>
          </a:xfrm>
        </p:spPr>
        <p:txBody>
          <a:bodyPr anchor="t"/>
          <a:lstStyle/>
          <a:p>
            <a:r>
              <a:rPr lang="en-GB" sz="3200" noProof="0" dirty="0"/>
              <a:t>Sewing machine mechanics </a:t>
            </a:r>
          </a:p>
        </p:txBody>
      </p:sp>
      <p:sp>
        <p:nvSpPr>
          <p:cNvPr id="4" name="Slide Number Placeholder 3" hidden="1">
            <a:extLst>
              <a:ext uri="{FF2B5EF4-FFF2-40B4-BE49-F238E27FC236}">
                <a16:creationId xmlns:a16="http://schemas.microsoft.com/office/drawing/2014/main" id="{F8A4C14C-7E08-4D96-A85A-1CC48CDAE69B}"/>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4</a:t>
            </a:fld>
            <a:endParaRPr lang="en-GB" noProof="0" dirty="0"/>
          </a:p>
        </p:txBody>
      </p:sp>
      <p:sp>
        <p:nvSpPr>
          <p:cNvPr id="6" name="Rektangel: afrundede hjørner 5">
            <a:extLst>
              <a:ext uri="{FF2B5EF4-FFF2-40B4-BE49-F238E27FC236}">
                <a16:creationId xmlns:a16="http://schemas.microsoft.com/office/drawing/2014/main" id="{B422E775-F7C7-4526-911D-58C8B501DB89}"/>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586398EC-CCF4-CC5A-4BDF-917B978CC2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pic>
        <p:nvPicPr>
          <p:cNvPr id="5" name="Billede 4">
            <a:extLst>
              <a:ext uri="{FF2B5EF4-FFF2-40B4-BE49-F238E27FC236}">
                <a16:creationId xmlns:a16="http://schemas.microsoft.com/office/drawing/2014/main" id="{6A3C1F0F-8C59-1385-D17D-9E2F650900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8097" y="1158243"/>
            <a:ext cx="8082446" cy="5576888"/>
          </a:xfrm>
          <a:prstGeom prst="rect">
            <a:avLst/>
          </a:prstGeom>
        </p:spPr>
      </p:pic>
    </p:spTree>
    <p:extLst>
      <p:ext uri="{BB962C8B-B14F-4D97-AF65-F5344CB8AC3E}">
        <p14:creationId xmlns:p14="http://schemas.microsoft.com/office/powerpoint/2010/main" val="384419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770FA-6AD9-E65E-991D-9F92451EDA4D}"/>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CBCAA59A-AEFF-DE4D-B80A-1B3C084F47D7}"/>
              </a:ext>
            </a:extLst>
          </p:cNvPr>
          <p:cNvSpPr>
            <a:spLocks noGrp="1"/>
          </p:cNvSpPr>
          <p:nvPr>
            <p:ph type="title"/>
          </p:nvPr>
        </p:nvSpPr>
        <p:spPr>
          <a:xfrm>
            <a:off x="725328" y="725808"/>
            <a:ext cx="6472538" cy="523875"/>
          </a:xfrm>
        </p:spPr>
        <p:txBody>
          <a:bodyPr anchor="t"/>
          <a:lstStyle/>
          <a:p>
            <a:r>
              <a:rPr lang="en-GB" sz="3200" dirty="0"/>
              <a:t>Sewing machine mechanics </a:t>
            </a:r>
            <a:endParaRPr lang="en-GB" sz="3200" noProof="0" dirty="0"/>
          </a:p>
        </p:txBody>
      </p:sp>
      <p:sp>
        <p:nvSpPr>
          <p:cNvPr id="4" name="Slide Number Placeholder 3" hidden="1">
            <a:extLst>
              <a:ext uri="{FF2B5EF4-FFF2-40B4-BE49-F238E27FC236}">
                <a16:creationId xmlns:a16="http://schemas.microsoft.com/office/drawing/2014/main" id="{16C3DF71-7D70-AEAD-E24D-524C2A86266E}"/>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5</a:t>
            </a:fld>
            <a:endParaRPr lang="en-GB" noProof="0" dirty="0"/>
          </a:p>
        </p:txBody>
      </p:sp>
      <p:sp>
        <p:nvSpPr>
          <p:cNvPr id="6" name="Rektangel: afrundede hjørner 5">
            <a:extLst>
              <a:ext uri="{FF2B5EF4-FFF2-40B4-BE49-F238E27FC236}">
                <a16:creationId xmlns:a16="http://schemas.microsoft.com/office/drawing/2014/main" id="{F42AB183-4170-B769-8C15-0D482131DF5A}"/>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DD148667-732F-78C4-2087-448458F742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2" name="Rektangel 1">
            <a:extLst>
              <a:ext uri="{FF2B5EF4-FFF2-40B4-BE49-F238E27FC236}">
                <a16:creationId xmlns:a16="http://schemas.microsoft.com/office/drawing/2014/main" id="{39E18FF1-FCE0-4A35-C2BC-5ACC67239235}"/>
              </a:ext>
            </a:extLst>
          </p:cNvPr>
          <p:cNvSpPr/>
          <p:nvPr/>
        </p:nvSpPr>
        <p:spPr>
          <a:xfrm>
            <a:off x="577148" y="1327348"/>
            <a:ext cx="8205888" cy="1261884"/>
          </a:xfrm>
          <a:prstGeom prst="rect">
            <a:avLst/>
          </a:prstGeom>
        </p:spPr>
        <p:txBody>
          <a:bodyPr wrap="square">
            <a:spAutoFit/>
          </a:bodyPr>
          <a:lstStyle/>
          <a:p>
            <a:pPr lvl="0">
              <a:tabLst>
                <a:tab pos="457200" algn="l"/>
              </a:tabLst>
            </a:pPr>
            <a:endParaRPr lang="en-GB" sz="16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noProof="0" dirty="0">
                <a:ea typeface="Times New Roman" panose="02020603050405020304" pitchFamily="18" charset="0"/>
              </a:rPr>
              <a:t>Hand out needles, fabric and thread</a:t>
            </a:r>
          </a:p>
          <a:p>
            <a:pPr marL="342900" lvl="0" indent="-342900">
              <a:buFont typeface="Arial" panose="020B0604020202020204" pitchFamily="34" charset="0"/>
              <a:buChar char="•"/>
              <a:tabLst>
                <a:tab pos="457200" algn="l"/>
              </a:tabLst>
            </a:pPr>
            <a:endParaRPr lang="en-GB" sz="20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noProof="0" dirty="0">
                <a:ea typeface="Times New Roman" panose="02020603050405020304" pitchFamily="18" charset="0"/>
              </a:rPr>
              <a:t>Look how loop of thread is formed</a:t>
            </a:r>
          </a:p>
        </p:txBody>
      </p:sp>
    </p:spTree>
    <p:extLst>
      <p:ext uri="{BB962C8B-B14F-4D97-AF65-F5344CB8AC3E}">
        <p14:creationId xmlns:p14="http://schemas.microsoft.com/office/powerpoint/2010/main" val="239448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1000"/>
                                        <p:tgtEl>
                                          <p:spTgt spid="2">
                                            <p:txEl>
                                              <p:pRg st="3" end="3"/>
                                            </p:txEl>
                                          </p:spTgt>
                                        </p:tgtEl>
                                      </p:cBhvr>
                                    </p:animEffect>
                                    <p:anim calcmode="lin" valueType="num">
                                      <p:cBhvr>
                                        <p:cTn id="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629C7-34CA-842F-206B-2B1D15674E9C}"/>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A3EC05DD-9FD7-6F31-AC24-9126673F56F9}"/>
              </a:ext>
            </a:extLst>
          </p:cNvPr>
          <p:cNvSpPr>
            <a:spLocks noGrp="1"/>
          </p:cNvSpPr>
          <p:nvPr>
            <p:ph type="title"/>
          </p:nvPr>
        </p:nvSpPr>
        <p:spPr>
          <a:xfrm>
            <a:off x="725328" y="725808"/>
            <a:ext cx="6472538" cy="523875"/>
          </a:xfrm>
        </p:spPr>
        <p:txBody>
          <a:bodyPr anchor="t"/>
          <a:lstStyle/>
          <a:p>
            <a:r>
              <a:rPr lang="en-GB" sz="3200" noProof="0" dirty="0"/>
              <a:t>Sewing machine mechanics </a:t>
            </a:r>
          </a:p>
        </p:txBody>
      </p:sp>
      <p:sp>
        <p:nvSpPr>
          <p:cNvPr id="4" name="Slide Number Placeholder 3" hidden="1">
            <a:extLst>
              <a:ext uri="{FF2B5EF4-FFF2-40B4-BE49-F238E27FC236}">
                <a16:creationId xmlns:a16="http://schemas.microsoft.com/office/drawing/2014/main" id="{CC54A9E5-78B3-97A4-55B3-DE8ADCC5F828}"/>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6</a:t>
            </a:fld>
            <a:endParaRPr lang="en-GB" noProof="0" dirty="0"/>
          </a:p>
        </p:txBody>
      </p:sp>
      <p:sp>
        <p:nvSpPr>
          <p:cNvPr id="6" name="Rektangel: afrundede hjørner 5">
            <a:extLst>
              <a:ext uri="{FF2B5EF4-FFF2-40B4-BE49-F238E27FC236}">
                <a16:creationId xmlns:a16="http://schemas.microsoft.com/office/drawing/2014/main" id="{313C1D07-ACEA-05FF-6546-A6E9841895B7}"/>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BB38E386-7CB5-DD39-809A-4D3DA930E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59" name="Rektangel 58">
            <a:extLst>
              <a:ext uri="{FF2B5EF4-FFF2-40B4-BE49-F238E27FC236}">
                <a16:creationId xmlns:a16="http://schemas.microsoft.com/office/drawing/2014/main" id="{3A4B9D1E-21F6-8462-AFDE-0DB318C77388}"/>
              </a:ext>
            </a:extLst>
          </p:cNvPr>
          <p:cNvSpPr/>
          <p:nvPr/>
        </p:nvSpPr>
        <p:spPr>
          <a:xfrm>
            <a:off x="676397" y="1302891"/>
            <a:ext cx="6235129" cy="5324535"/>
          </a:xfrm>
          <a:prstGeom prst="rect">
            <a:avLst/>
          </a:prstGeom>
        </p:spPr>
        <p:txBody>
          <a:bodyPr wrap="square">
            <a:spAutoFit/>
          </a:bodyPr>
          <a:lstStyle/>
          <a:p>
            <a:pPr lvl="0">
              <a:tabLst>
                <a:tab pos="457200" algn="l"/>
              </a:tabLst>
            </a:pPr>
            <a:endParaRPr lang="en-GB" sz="2000" b="1" noProof="0" dirty="0">
              <a:ea typeface="Times New Roman" panose="02020603050405020304" pitchFamily="18" charset="0"/>
            </a:endParaRPr>
          </a:p>
          <a:p>
            <a:pPr marL="285750" lvl="0" indent="-285750">
              <a:buFont typeface="Arial" panose="020B0604020202020204" pitchFamily="34" charset="0"/>
              <a:buChar char="•"/>
              <a:tabLst>
                <a:tab pos="457200" algn="l"/>
              </a:tabLst>
            </a:pPr>
            <a:r>
              <a:rPr lang="en-GB" sz="2000" b="1" noProof="0" dirty="0">
                <a:ea typeface="Times New Roman" panose="02020603050405020304" pitchFamily="18" charset="0"/>
              </a:rPr>
              <a:t>Be aware how needle size change centre position</a:t>
            </a:r>
          </a:p>
          <a:p>
            <a:pPr marL="285750" lvl="0" indent="-285750">
              <a:buFont typeface="Arial" panose="020B0604020202020204" pitchFamily="34" charset="0"/>
              <a:buChar char="•"/>
              <a:tabLst>
                <a:tab pos="457200" algn="l"/>
              </a:tabLst>
            </a:pPr>
            <a:endParaRPr lang="en-GB" sz="2000" b="1" noProof="0" dirty="0">
              <a:ea typeface="Times New Roman" panose="02020603050405020304" pitchFamily="18" charset="0"/>
            </a:endParaRPr>
          </a:p>
          <a:p>
            <a:pPr marL="285750" lvl="0" indent="-285750">
              <a:buFont typeface="Arial" panose="020B0604020202020204" pitchFamily="34" charset="0"/>
              <a:buChar char="•"/>
              <a:tabLst>
                <a:tab pos="457200" algn="l"/>
              </a:tabLst>
            </a:pPr>
            <a:r>
              <a:rPr lang="en-GB" sz="2000" b="1" noProof="0" dirty="0">
                <a:ea typeface="Times New Roman" panose="02020603050405020304" pitchFamily="18" charset="0"/>
              </a:rPr>
              <a:t>Discus what may go wrong?</a:t>
            </a:r>
          </a:p>
          <a:p>
            <a:pPr marL="285750" lvl="0" indent="-285750">
              <a:buFont typeface="Arial" panose="020B0604020202020204" pitchFamily="34" charset="0"/>
              <a:buChar char="•"/>
              <a:tabLst>
                <a:tab pos="457200" algn="l"/>
              </a:tabLst>
            </a:pPr>
            <a:endParaRPr lang="en-GB" sz="2000" b="1" dirty="0">
              <a:ea typeface="Times New Roman" panose="02020603050405020304" pitchFamily="18" charset="0"/>
            </a:endParaRPr>
          </a:p>
          <a:p>
            <a:pPr marL="285750" lvl="0" indent="-285750">
              <a:buFont typeface="Arial" panose="020B0604020202020204" pitchFamily="34" charset="0"/>
              <a:buChar char="•"/>
              <a:tabLst>
                <a:tab pos="457200" algn="l"/>
              </a:tabLst>
            </a:pPr>
            <a:r>
              <a:rPr lang="en-GB" sz="2000" b="1" noProof="0" dirty="0">
                <a:ea typeface="Times New Roman" panose="02020603050405020304" pitchFamily="18" charset="0"/>
              </a:rPr>
              <a:t>Needle bended</a:t>
            </a:r>
          </a:p>
          <a:p>
            <a:pPr marL="285750" lvl="0" indent="-285750">
              <a:buFont typeface="Arial" panose="020B0604020202020204" pitchFamily="34" charset="0"/>
              <a:buChar char="•"/>
              <a:tabLst>
                <a:tab pos="457200" algn="l"/>
              </a:tabLst>
            </a:pPr>
            <a:endParaRPr lang="en-GB" sz="2000" b="1" dirty="0">
              <a:ea typeface="Times New Roman" panose="02020603050405020304" pitchFamily="18" charset="0"/>
            </a:endParaRPr>
          </a:p>
          <a:p>
            <a:pPr marL="285750" lvl="0" indent="-285750">
              <a:buFont typeface="Arial" panose="020B0604020202020204" pitchFamily="34" charset="0"/>
              <a:buChar char="•"/>
              <a:tabLst>
                <a:tab pos="457200" algn="l"/>
              </a:tabLst>
            </a:pPr>
            <a:r>
              <a:rPr lang="en-GB" sz="2000" b="1" dirty="0">
                <a:ea typeface="Times New Roman" panose="02020603050405020304" pitchFamily="18" charset="0"/>
              </a:rPr>
              <a:t>Needle friction cause presser foot to lift</a:t>
            </a:r>
          </a:p>
          <a:p>
            <a:pPr marL="285750" lvl="0" indent="-285750">
              <a:buFont typeface="Arial" panose="020B0604020202020204" pitchFamily="34" charset="0"/>
              <a:buChar char="•"/>
              <a:tabLst>
                <a:tab pos="457200" algn="l"/>
              </a:tabLst>
            </a:pPr>
            <a:endParaRPr lang="en-GB" sz="2000" b="1" dirty="0">
              <a:ea typeface="Times New Roman" panose="02020603050405020304" pitchFamily="18" charset="0"/>
            </a:endParaRPr>
          </a:p>
          <a:p>
            <a:pPr marL="285750" lvl="0" indent="-285750">
              <a:buFont typeface="Arial" panose="020B0604020202020204" pitchFamily="34" charset="0"/>
              <a:buChar char="•"/>
              <a:tabLst>
                <a:tab pos="457200" algn="l"/>
              </a:tabLst>
            </a:pPr>
            <a:r>
              <a:rPr lang="en-GB" sz="2000" b="1" dirty="0">
                <a:ea typeface="Times New Roman" panose="02020603050405020304" pitchFamily="18" charset="0"/>
              </a:rPr>
              <a:t>Fabric is stretchable</a:t>
            </a:r>
          </a:p>
          <a:p>
            <a:pPr marL="285750" lvl="0" indent="-285750">
              <a:buFont typeface="Arial" panose="020B0604020202020204" pitchFamily="34" charset="0"/>
              <a:buChar char="•"/>
              <a:tabLst>
                <a:tab pos="457200" algn="l"/>
              </a:tabLst>
            </a:pPr>
            <a:endParaRPr lang="en-GB" sz="2000" b="1" dirty="0">
              <a:ea typeface="Times New Roman" panose="02020603050405020304" pitchFamily="18" charset="0"/>
            </a:endParaRPr>
          </a:p>
          <a:p>
            <a:pPr marL="285750" lvl="0" indent="-285750">
              <a:buFont typeface="Arial" panose="020B0604020202020204" pitchFamily="34" charset="0"/>
              <a:buChar char="•"/>
              <a:tabLst>
                <a:tab pos="457200" algn="l"/>
              </a:tabLst>
            </a:pPr>
            <a:r>
              <a:rPr lang="en-GB" sz="2000" b="1" dirty="0">
                <a:ea typeface="Times New Roman" panose="02020603050405020304" pitchFamily="18" charset="0"/>
              </a:rPr>
              <a:t>Too big holes in needle plate and presser foot.</a:t>
            </a:r>
            <a:br>
              <a:rPr lang="en-GB" sz="2000" b="1" dirty="0">
                <a:ea typeface="Times New Roman" panose="02020603050405020304" pitchFamily="18" charset="0"/>
              </a:rPr>
            </a:br>
            <a:r>
              <a:rPr lang="en-GB" sz="2000" b="1" dirty="0">
                <a:ea typeface="Times New Roman" panose="02020603050405020304" pitchFamily="18" charset="0"/>
              </a:rPr>
              <a:t>Hole for zig-zag.</a:t>
            </a:r>
          </a:p>
          <a:p>
            <a:pPr marL="285750" lvl="0" indent="-285750">
              <a:buFont typeface="Arial" panose="020B0604020202020204" pitchFamily="34" charset="0"/>
              <a:buChar char="•"/>
              <a:tabLst>
                <a:tab pos="457200" algn="l"/>
              </a:tabLst>
            </a:pPr>
            <a:endParaRPr lang="en-GB" sz="2000" b="1" dirty="0">
              <a:ea typeface="Times New Roman" panose="02020603050405020304" pitchFamily="18" charset="0"/>
            </a:endParaRPr>
          </a:p>
          <a:p>
            <a:pPr marL="285750" lvl="0" indent="-285750">
              <a:buFont typeface="Arial" panose="020B0604020202020204" pitchFamily="34" charset="0"/>
              <a:buChar char="•"/>
              <a:tabLst>
                <a:tab pos="457200" algn="l"/>
              </a:tabLst>
            </a:pPr>
            <a:r>
              <a:rPr lang="en-GB" sz="2000" b="1" dirty="0">
                <a:ea typeface="Times New Roman" panose="02020603050405020304" pitchFamily="18" charset="0"/>
              </a:rPr>
              <a:t>Hook position not stable (Husqvarna)</a:t>
            </a:r>
          </a:p>
          <a:p>
            <a:pPr marL="285750" lvl="0" indent="-285750">
              <a:buFont typeface="Arial" panose="020B0604020202020204" pitchFamily="34" charset="0"/>
              <a:buChar char="•"/>
              <a:tabLst>
                <a:tab pos="457200" algn="l"/>
              </a:tabLst>
            </a:pPr>
            <a:endParaRPr lang="en-GB" sz="2000" b="1" dirty="0">
              <a:ea typeface="Times New Roman" panose="02020603050405020304" pitchFamily="18" charset="0"/>
            </a:endParaRPr>
          </a:p>
        </p:txBody>
      </p:sp>
      <p:grpSp>
        <p:nvGrpSpPr>
          <p:cNvPr id="8" name="Gruppe 7">
            <a:extLst>
              <a:ext uri="{FF2B5EF4-FFF2-40B4-BE49-F238E27FC236}">
                <a16:creationId xmlns:a16="http://schemas.microsoft.com/office/drawing/2014/main" id="{B17CBB96-C84E-C3E6-CC32-49A55A4DE91B}"/>
              </a:ext>
            </a:extLst>
          </p:cNvPr>
          <p:cNvGrpSpPr/>
          <p:nvPr/>
        </p:nvGrpSpPr>
        <p:grpSpPr>
          <a:xfrm>
            <a:off x="6855603" y="876559"/>
            <a:ext cx="4741736" cy="5981441"/>
            <a:chOff x="0" y="0"/>
            <a:chExt cx="3454082" cy="4356735"/>
          </a:xfrm>
        </p:grpSpPr>
        <p:grpSp>
          <p:nvGrpSpPr>
            <p:cNvPr id="60" name="Gruppe 59">
              <a:extLst>
                <a:ext uri="{FF2B5EF4-FFF2-40B4-BE49-F238E27FC236}">
                  <a16:creationId xmlns:a16="http://schemas.microsoft.com/office/drawing/2014/main" id="{E68A6061-0F95-5CAE-6466-8D2B5669B70F}"/>
                </a:ext>
              </a:extLst>
            </p:cNvPr>
            <p:cNvGrpSpPr/>
            <p:nvPr/>
          </p:nvGrpSpPr>
          <p:grpSpPr>
            <a:xfrm>
              <a:off x="485775" y="238125"/>
              <a:ext cx="1953669" cy="1965960"/>
              <a:chOff x="0" y="0"/>
              <a:chExt cx="1953669" cy="1965960"/>
            </a:xfrm>
          </p:grpSpPr>
          <p:sp>
            <p:nvSpPr>
              <p:cNvPr id="99" name="Ellipse 98">
                <a:extLst>
                  <a:ext uri="{FF2B5EF4-FFF2-40B4-BE49-F238E27FC236}">
                    <a16:creationId xmlns:a16="http://schemas.microsoft.com/office/drawing/2014/main" id="{EB814329-0D5D-F741-4F8D-0CE1E3CFB998}"/>
                  </a:ext>
                </a:extLst>
              </p:cNvPr>
              <p:cNvSpPr/>
              <p:nvPr/>
            </p:nvSpPr>
            <p:spPr>
              <a:xfrm>
                <a:off x="0" y="0"/>
                <a:ext cx="1953669" cy="1965960"/>
              </a:xfrm>
              <a:prstGeom prst="ellipse">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0" name="Lige forbindelse 99">
                <a:extLst>
                  <a:ext uri="{FF2B5EF4-FFF2-40B4-BE49-F238E27FC236}">
                    <a16:creationId xmlns:a16="http://schemas.microsoft.com/office/drawing/2014/main" id="{8B73EB3F-6BFB-DD46-3E22-69BB8C90C756}"/>
                  </a:ext>
                </a:extLst>
              </p:cNvPr>
              <p:cNvCxnSpPr/>
              <p:nvPr/>
            </p:nvCxnSpPr>
            <p:spPr>
              <a:xfrm>
                <a:off x="1481137" y="157162"/>
                <a:ext cx="1270" cy="1664970"/>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grpSp>
            <p:nvGrpSpPr>
              <p:cNvPr id="101" name="Gruppe 100">
                <a:extLst>
                  <a:ext uri="{FF2B5EF4-FFF2-40B4-BE49-F238E27FC236}">
                    <a16:creationId xmlns:a16="http://schemas.microsoft.com/office/drawing/2014/main" id="{1A038828-F7CC-4FFF-2B6F-EF19FEC9F209}"/>
                  </a:ext>
                </a:extLst>
              </p:cNvPr>
              <p:cNvGrpSpPr/>
              <p:nvPr/>
            </p:nvGrpSpPr>
            <p:grpSpPr>
              <a:xfrm>
                <a:off x="180975" y="414337"/>
                <a:ext cx="542925" cy="1135380"/>
                <a:chOff x="0" y="0"/>
                <a:chExt cx="542925" cy="1135380"/>
              </a:xfrm>
            </p:grpSpPr>
            <p:cxnSp>
              <p:nvCxnSpPr>
                <p:cNvPr id="102" name="Lige forbindelse 101">
                  <a:extLst>
                    <a:ext uri="{FF2B5EF4-FFF2-40B4-BE49-F238E27FC236}">
                      <a16:creationId xmlns:a16="http://schemas.microsoft.com/office/drawing/2014/main" id="{1B8C70B7-97CC-2D78-C522-49555667B54D}"/>
                    </a:ext>
                  </a:extLst>
                </p:cNvPr>
                <p:cNvCxnSpPr/>
                <p:nvPr/>
              </p:nvCxnSpPr>
              <p:spPr>
                <a:xfrm flipV="1">
                  <a:off x="542925" y="66675"/>
                  <a:ext cx="0" cy="998220"/>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grpSp>
              <p:nvGrpSpPr>
                <p:cNvPr id="103" name="Gruppe 102">
                  <a:extLst>
                    <a:ext uri="{FF2B5EF4-FFF2-40B4-BE49-F238E27FC236}">
                      <a16:creationId xmlns:a16="http://schemas.microsoft.com/office/drawing/2014/main" id="{59743F20-386D-D29D-EF44-B2F56040482F}"/>
                    </a:ext>
                  </a:extLst>
                </p:cNvPr>
                <p:cNvGrpSpPr/>
                <p:nvPr/>
              </p:nvGrpSpPr>
              <p:grpSpPr>
                <a:xfrm>
                  <a:off x="0" y="0"/>
                  <a:ext cx="541020" cy="68580"/>
                  <a:chOff x="0" y="0"/>
                  <a:chExt cx="541020" cy="68580"/>
                </a:xfrm>
              </p:grpSpPr>
              <p:cxnSp>
                <p:nvCxnSpPr>
                  <p:cNvPr id="108" name="Lige forbindelse 107">
                    <a:extLst>
                      <a:ext uri="{FF2B5EF4-FFF2-40B4-BE49-F238E27FC236}">
                        <a16:creationId xmlns:a16="http://schemas.microsoft.com/office/drawing/2014/main" id="{F76383E4-00D1-6248-42B7-3EF3CFBC100B}"/>
                      </a:ext>
                    </a:extLst>
                  </p:cNvPr>
                  <p:cNvCxnSpPr/>
                  <p:nvPr/>
                </p:nvCxnSpPr>
                <p:spPr>
                  <a:xfrm flipH="1">
                    <a:off x="0" y="0"/>
                    <a:ext cx="0" cy="32385"/>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cxnSp>
                <p:nvCxnSpPr>
                  <p:cNvPr id="109" name="Lige forbindelse 108">
                    <a:extLst>
                      <a:ext uri="{FF2B5EF4-FFF2-40B4-BE49-F238E27FC236}">
                        <a16:creationId xmlns:a16="http://schemas.microsoft.com/office/drawing/2014/main" id="{CC3BB3D3-F6DB-1ECC-4952-02B9C550C027}"/>
                      </a:ext>
                    </a:extLst>
                  </p:cNvPr>
                  <p:cNvCxnSpPr/>
                  <p:nvPr/>
                </p:nvCxnSpPr>
                <p:spPr>
                  <a:xfrm flipH="1" flipV="1">
                    <a:off x="0" y="32385"/>
                    <a:ext cx="35560" cy="36195"/>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cxnSp>
                <p:nvCxnSpPr>
                  <p:cNvPr id="110" name="Lige forbindelse 109">
                    <a:extLst>
                      <a:ext uri="{FF2B5EF4-FFF2-40B4-BE49-F238E27FC236}">
                        <a16:creationId xmlns:a16="http://schemas.microsoft.com/office/drawing/2014/main" id="{CE537CA5-187B-90BA-FC48-80A6176BDA74}"/>
                      </a:ext>
                    </a:extLst>
                  </p:cNvPr>
                  <p:cNvCxnSpPr/>
                  <p:nvPr/>
                </p:nvCxnSpPr>
                <p:spPr>
                  <a:xfrm flipH="1" flipV="1">
                    <a:off x="34290" y="68580"/>
                    <a:ext cx="506730" cy="0"/>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grpSp>
            <p:grpSp>
              <p:nvGrpSpPr>
                <p:cNvPr id="104" name="Gruppe 103">
                  <a:extLst>
                    <a:ext uri="{FF2B5EF4-FFF2-40B4-BE49-F238E27FC236}">
                      <a16:creationId xmlns:a16="http://schemas.microsoft.com/office/drawing/2014/main" id="{474F28F2-4A52-D16F-E180-48475E86D0EA}"/>
                    </a:ext>
                  </a:extLst>
                </p:cNvPr>
                <p:cNvGrpSpPr/>
                <p:nvPr/>
              </p:nvGrpSpPr>
              <p:grpSpPr>
                <a:xfrm flipV="1">
                  <a:off x="0" y="1066800"/>
                  <a:ext cx="541020" cy="68580"/>
                  <a:chOff x="0" y="0"/>
                  <a:chExt cx="541020" cy="68580"/>
                </a:xfrm>
              </p:grpSpPr>
              <p:cxnSp>
                <p:nvCxnSpPr>
                  <p:cNvPr id="105" name="Lige forbindelse 104">
                    <a:extLst>
                      <a:ext uri="{FF2B5EF4-FFF2-40B4-BE49-F238E27FC236}">
                        <a16:creationId xmlns:a16="http://schemas.microsoft.com/office/drawing/2014/main" id="{0B323230-3A52-F582-0F75-EAA476B6FDA6}"/>
                      </a:ext>
                    </a:extLst>
                  </p:cNvPr>
                  <p:cNvCxnSpPr/>
                  <p:nvPr/>
                </p:nvCxnSpPr>
                <p:spPr>
                  <a:xfrm flipH="1">
                    <a:off x="0" y="0"/>
                    <a:ext cx="0" cy="32385"/>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cxnSp>
                <p:nvCxnSpPr>
                  <p:cNvPr id="106" name="Lige forbindelse 105">
                    <a:extLst>
                      <a:ext uri="{FF2B5EF4-FFF2-40B4-BE49-F238E27FC236}">
                        <a16:creationId xmlns:a16="http://schemas.microsoft.com/office/drawing/2014/main" id="{D68E56C2-BA66-C870-02F4-0B39A0F110BC}"/>
                      </a:ext>
                    </a:extLst>
                  </p:cNvPr>
                  <p:cNvCxnSpPr/>
                  <p:nvPr/>
                </p:nvCxnSpPr>
                <p:spPr>
                  <a:xfrm flipH="1" flipV="1">
                    <a:off x="0" y="32385"/>
                    <a:ext cx="35560" cy="36195"/>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cxnSp>
                <p:nvCxnSpPr>
                  <p:cNvPr id="107" name="Lige forbindelse 106">
                    <a:extLst>
                      <a:ext uri="{FF2B5EF4-FFF2-40B4-BE49-F238E27FC236}">
                        <a16:creationId xmlns:a16="http://schemas.microsoft.com/office/drawing/2014/main" id="{72E8812F-6BED-9940-4EE3-6DAB3BB0D76A}"/>
                      </a:ext>
                    </a:extLst>
                  </p:cNvPr>
                  <p:cNvCxnSpPr/>
                  <p:nvPr/>
                </p:nvCxnSpPr>
                <p:spPr>
                  <a:xfrm flipH="1" flipV="1">
                    <a:off x="34290" y="68580"/>
                    <a:ext cx="506730" cy="0"/>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grpSp>
          </p:grpSp>
        </p:grpSp>
        <p:grpSp>
          <p:nvGrpSpPr>
            <p:cNvPr id="61" name="Gruppe 60">
              <a:extLst>
                <a:ext uri="{FF2B5EF4-FFF2-40B4-BE49-F238E27FC236}">
                  <a16:creationId xmlns:a16="http://schemas.microsoft.com/office/drawing/2014/main" id="{CE184976-3205-8290-3F86-08BE60538155}"/>
                </a:ext>
              </a:extLst>
            </p:cNvPr>
            <p:cNvGrpSpPr/>
            <p:nvPr/>
          </p:nvGrpSpPr>
          <p:grpSpPr>
            <a:xfrm>
              <a:off x="1438275" y="723900"/>
              <a:ext cx="1006913" cy="1013460"/>
              <a:chOff x="0" y="0"/>
              <a:chExt cx="1953669" cy="1965960"/>
            </a:xfrm>
          </p:grpSpPr>
          <p:sp>
            <p:nvSpPr>
              <p:cNvPr id="87" name="Ellipse 86">
                <a:extLst>
                  <a:ext uri="{FF2B5EF4-FFF2-40B4-BE49-F238E27FC236}">
                    <a16:creationId xmlns:a16="http://schemas.microsoft.com/office/drawing/2014/main" id="{68324258-E70F-2D8B-5837-8633DD8EE998}"/>
                  </a:ext>
                </a:extLst>
              </p:cNvPr>
              <p:cNvSpPr/>
              <p:nvPr/>
            </p:nvSpPr>
            <p:spPr>
              <a:xfrm>
                <a:off x="0" y="0"/>
                <a:ext cx="1953669" cy="1965960"/>
              </a:xfrm>
              <a:prstGeom prst="ellipse">
                <a:avLst/>
              </a:prstGeom>
              <a:noFill/>
              <a:ln w="12700">
                <a:solidFill>
                  <a:srgbClr val="EE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8" name="Lige forbindelse 87">
                <a:extLst>
                  <a:ext uri="{FF2B5EF4-FFF2-40B4-BE49-F238E27FC236}">
                    <a16:creationId xmlns:a16="http://schemas.microsoft.com/office/drawing/2014/main" id="{1A63F84D-0938-DD67-8D64-6879FEE8970F}"/>
                  </a:ext>
                </a:extLst>
              </p:cNvPr>
              <p:cNvCxnSpPr/>
              <p:nvPr/>
            </p:nvCxnSpPr>
            <p:spPr>
              <a:xfrm>
                <a:off x="1481137" y="157162"/>
                <a:ext cx="1270" cy="1664970"/>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grpSp>
            <p:nvGrpSpPr>
              <p:cNvPr id="89" name="Gruppe 88">
                <a:extLst>
                  <a:ext uri="{FF2B5EF4-FFF2-40B4-BE49-F238E27FC236}">
                    <a16:creationId xmlns:a16="http://schemas.microsoft.com/office/drawing/2014/main" id="{3409A07B-1F5E-9429-39DA-B79E7DE13492}"/>
                  </a:ext>
                </a:extLst>
              </p:cNvPr>
              <p:cNvGrpSpPr/>
              <p:nvPr/>
            </p:nvGrpSpPr>
            <p:grpSpPr>
              <a:xfrm>
                <a:off x="180975" y="414337"/>
                <a:ext cx="542925" cy="1135380"/>
                <a:chOff x="0" y="0"/>
                <a:chExt cx="542925" cy="1135380"/>
              </a:xfrm>
            </p:grpSpPr>
            <p:cxnSp>
              <p:nvCxnSpPr>
                <p:cNvPr id="90" name="Lige forbindelse 89">
                  <a:extLst>
                    <a:ext uri="{FF2B5EF4-FFF2-40B4-BE49-F238E27FC236}">
                      <a16:creationId xmlns:a16="http://schemas.microsoft.com/office/drawing/2014/main" id="{D87EFFC9-2401-9F97-DDA1-DAD67B9742B2}"/>
                    </a:ext>
                  </a:extLst>
                </p:cNvPr>
                <p:cNvCxnSpPr/>
                <p:nvPr/>
              </p:nvCxnSpPr>
              <p:spPr>
                <a:xfrm flipV="1">
                  <a:off x="542925" y="66675"/>
                  <a:ext cx="0" cy="998220"/>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grpSp>
              <p:nvGrpSpPr>
                <p:cNvPr id="91" name="Gruppe 90">
                  <a:extLst>
                    <a:ext uri="{FF2B5EF4-FFF2-40B4-BE49-F238E27FC236}">
                      <a16:creationId xmlns:a16="http://schemas.microsoft.com/office/drawing/2014/main" id="{7DC9D298-7C45-672D-287D-2118B9A35B42}"/>
                    </a:ext>
                  </a:extLst>
                </p:cNvPr>
                <p:cNvGrpSpPr/>
                <p:nvPr/>
              </p:nvGrpSpPr>
              <p:grpSpPr>
                <a:xfrm>
                  <a:off x="0" y="0"/>
                  <a:ext cx="541020" cy="68580"/>
                  <a:chOff x="0" y="0"/>
                  <a:chExt cx="541020" cy="68580"/>
                </a:xfrm>
              </p:grpSpPr>
              <p:cxnSp>
                <p:nvCxnSpPr>
                  <p:cNvPr id="96" name="Lige forbindelse 95">
                    <a:extLst>
                      <a:ext uri="{FF2B5EF4-FFF2-40B4-BE49-F238E27FC236}">
                        <a16:creationId xmlns:a16="http://schemas.microsoft.com/office/drawing/2014/main" id="{16E2E62B-CA4A-86F9-9016-373ECC61C12F}"/>
                      </a:ext>
                    </a:extLst>
                  </p:cNvPr>
                  <p:cNvCxnSpPr/>
                  <p:nvPr/>
                </p:nvCxnSpPr>
                <p:spPr>
                  <a:xfrm flipH="1">
                    <a:off x="0" y="0"/>
                    <a:ext cx="0" cy="32385"/>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cxnSp>
                <p:nvCxnSpPr>
                  <p:cNvPr id="97" name="Lige forbindelse 96">
                    <a:extLst>
                      <a:ext uri="{FF2B5EF4-FFF2-40B4-BE49-F238E27FC236}">
                        <a16:creationId xmlns:a16="http://schemas.microsoft.com/office/drawing/2014/main" id="{15CB5F66-CC85-0BFB-5EE7-C9F6D3F86C50}"/>
                      </a:ext>
                    </a:extLst>
                  </p:cNvPr>
                  <p:cNvCxnSpPr/>
                  <p:nvPr/>
                </p:nvCxnSpPr>
                <p:spPr>
                  <a:xfrm flipH="1" flipV="1">
                    <a:off x="0" y="32385"/>
                    <a:ext cx="35560" cy="36195"/>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cxnSp>
                <p:nvCxnSpPr>
                  <p:cNvPr id="98" name="Lige forbindelse 97">
                    <a:extLst>
                      <a:ext uri="{FF2B5EF4-FFF2-40B4-BE49-F238E27FC236}">
                        <a16:creationId xmlns:a16="http://schemas.microsoft.com/office/drawing/2014/main" id="{FB0DACFF-C1B0-7B9D-EB71-4466AA94EE53}"/>
                      </a:ext>
                    </a:extLst>
                  </p:cNvPr>
                  <p:cNvCxnSpPr/>
                  <p:nvPr/>
                </p:nvCxnSpPr>
                <p:spPr>
                  <a:xfrm flipH="1" flipV="1">
                    <a:off x="34290" y="68580"/>
                    <a:ext cx="506730" cy="0"/>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grpSp>
            <p:grpSp>
              <p:nvGrpSpPr>
                <p:cNvPr id="92" name="Gruppe 91">
                  <a:extLst>
                    <a:ext uri="{FF2B5EF4-FFF2-40B4-BE49-F238E27FC236}">
                      <a16:creationId xmlns:a16="http://schemas.microsoft.com/office/drawing/2014/main" id="{3EEBA464-AE04-3DD3-C15C-3B9CAAB13630}"/>
                    </a:ext>
                  </a:extLst>
                </p:cNvPr>
                <p:cNvGrpSpPr/>
                <p:nvPr/>
              </p:nvGrpSpPr>
              <p:grpSpPr>
                <a:xfrm flipV="1">
                  <a:off x="0" y="1066800"/>
                  <a:ext cx="541020" cy="68580"/>
                  <a:chOff x="0" y="0"/>
                  <a:chExt cx="541020" cy="68580"/>
                </a:xfrm>
              </p:grpSpPr>
              <p:cxnSp>
                <p:nvCxnSpPr>
                  <p:cNvPr id="93" name="Lige forbindelse 92">
                    <a:extLst>
                      <a:ext uri="{FF2B5EF4-FFF2-40B4-BE49-F238E27FC236}">
                        <a16:creationId xmlns:a16="http://schemas.microsoft.com/office/drawing/2014/main" id="{17DBA24B-59CA-6FFD-E0B0-607E7C267331}"/>
                      </a:ext>
                    </a:extLst>
                  </p:cNvPr>
                  <p:cNvCxnSpPr/>
                  <p:nvPr/>
                </p:nvCxnSpPr>
                <p:spPr>
                  <a:xfrm flipH="1">
                    <a:off x="0" y="0"/>
                    <a:ext cx="0" cy="32385"/>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cxnSp>
                <p:nvCxnSpPr>
                  <p:cNvPr id="94" name="Lige forbindelse 93">
                    <a:extLst>
                      <a:ext uri="{FF2B5EF4-FFF2-40B4-BE49-F238E27FC236}">
                        <a16:creationId xmlns:a16="http://schemas.microsoft.com/office/drawing/2014/main" id="{F913A7E6-7E3C-971B-20D3-854FCB7A5A88}"/>
                      </a:ext>
                    </a:extLst>
                  </p:cNvPr>
                  <p:cNvCxnSpPr/>
                  <p:nvPr/>
                </p:nvCxnSpPr>
                <p:spPr>
                  <a:xfrm flipH="1" flipV="1">
                    <a:off x="0" y="32385"/>
                    <a:ext cx="35560" cy="36195"/>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cxnSp>
                <p:nvCxnSpPr>
                  <p:cNvPr id="95" name="Lige forbindelse 94">
                    <a:extLst>
                      <a:ext uri="{FF2B5EF4-FFF2-40B4-BE49-F238E27FC236}">
                        <a16:creationId xmlns:a16="http://schemas.microsoft.com/office/drawing/2014/main" id="{998ED1E1-4C0E-C2BA-30E4-65434F3187F3}"/>
                      </a:ext>
                    </a:extLst>
                  </p:cNvPr>
                  <p:cNvCxnSpPr/>
                  <p:nvPr/>
                </p:nvCxnSpPr>
                <p:spPr>
                  <a:xfrm flipH="1" flipV="1">
                    <a:off x="34290" y="68580"/>
                    <a:ext cx="506730" cy="0"/>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grpSp>
          </p:grpSp>
        </p:grpSp>
        <p:grpSp>
          <p:nvGrpSpPr>
            <p:cNvPr id="62" name="Gruppe 61">
              <a:extLst>
                <a:ext uri="{FF2B5EF4-FFF2-40B4-BE49-F238E27FC236}">
                  <a16:creationId xmlns:a16="http://schemas.microsoft.com/office/drawing/2014/main" id="{F8E30D19-A64B-C675-9537-085EEECD50D8}"/>
                </a:ext>
              </a:extLst>
            </p:cNvPr>
            <p:cNvGrpSpPr/>
            <p:nvPr/>
          </p:nvGrpSpPr>
          <p:grpSpPr>
            <a:xfrm>
              <a:off x="0" y="0"/>
              <a:ext cx="2445360" cy="2461260"/>
              <a:chOff x="0" y="0"/>
              <a:chExt cx="1953669" cy="1965960"/>
            </a:xfrm>
          </p:grpSpPr>
          <p:sp>
            <p:nvSpPr>
              <p:cNvPr id="75" name="Ellipse 74">
                <a:extLst>
                  <a:ext uri="{FF2B5EF4-FFF2-40B4-BE49-F238E27FC236}">
                    <a16:creationId xmlns:a16="http://schemas.microsoft.com/office/drawing/2014/main" id="{3E6A165B-87AC-78AE-E4B2-7A4DD30C52DA}"/>
                  </a:ext>
                </a:extLst>
              </p:cNvPr>
              <p:cNvSpPr/>
              <p:nvPr/>
            </p:nvSpPr>
            <p:spPr>
              <a:xfrm>
                <a:off x="0" y="0"/>
                <a:ext cx="1953669" cy="1965960"/>
              </a:xfrm>
              <a:prstGeom prst="ellipse">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6" name="Lige forbindelse 75">
                <a:extLst>
                  <a:ext uri="{FF2B5EF4-FFF2-40B4-BE49-F238E27FC236}">
                    <a16:creationId xmlns:a16="http://schemas.microsoft.com/office/drawing/2014/main" id="{D7761784-DB02-2E78-585D-16F0506D8934}"/>
                  </a:ext>
                </a:extLst>
              </p:cNvPr>
              <p:cNvCxnSpPr/>
              <p:nvPr/>
            </p:nvCxnSpPr>
            <p:spPr>
              <a:xfrm>
                <a:off x="1481137" y="157162"/>
                <a:ext cx="1270" cy="166497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grpSp>
            <p:nvGrpSpPr>
              <p:cNvPr id="77" name="Gruppe 76">
                <a:extLst>
                  <a:ext uri="{FF2B5EF4-FFF2-40B4-BE49-F238E27FC236}">
                    <a16:creationId xmlns:a16="http://schemas.microsoft.com/office/drawing/2014/main" id="{FD82B443-3C5A-860C-F479-DD3E229EFDE6}"/>
                  </a:ext>
                </a:extLst>
              </p:cNvPr>
              <p:cNvGrpSpPr/>
              <p:nvPr/>
            </p:nvGrpSpPr>
            <p:grpSpPr>
              <a:xfrm>
                <a:off x="180975" y="414337"/>
                <a:ext cx="542925" cy="1135380"/>
                <a:chOff x="0" y="0"/>
                <a:chExt cx="542925" cy="1135380"/>
              </a:xfrm>
            </p:grpSpPr>
            <p:cxnSp>
              <p:nvCxnSpPr>
                <p:cNvPr id="78" name="Lige forbindelse 77">
                  <a:extLst>
                    <a:ext uri="{FF2B5EF4-FFF2-40B4-BE49-F238E27FC236}">
                      <a16:creationId xmlns:a16="http://schemas.microsoft.com/office/drawing/2014/main" id="{372EF1A4-C5EF-25C7-EF7B-41DFF3B23500}"/>
                    </a:ext>
                  </a:extLst>
                </p:cNvPr>
                <p:cNvCxnSpPr/>
                <p:nvPr/>
              </p:nvCxnSpPr>
              <p:spPr>
                <a:xfrm flipV="1">
                  <a:off x="542925" y="66675"/>
                  <a:ext cx="0" cy="99822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grpSp>
              <p:nvGrpSpPr>
                <p:cNvPr id="79" name="Gruppe 78">
                  <a:extLst>
                    <a:ext uri="{FF2B5EF4-FFF2-40B4-BE49-F238E27FC236}">
                      <a16:creationId xmlns:a16="http://schemas.microsoft.com/office/drawing/2014/main" id="{76A2004C-B92F-4A27-8AC6-448D19357A1D}"/>
                    </a:ext>
                  </a:extLst>
                </p:cNvPr>
                <p:cNvGrpSpPr/>
                <p:nvPr/>
              </p:nvGrpSpPr>
              <p:grpSpPr>
                <a:xfrm>
                  <a:off x="0" y="0"/>
                  <a:ext cx="541020" cy="68580"/>
                  <a:chOff x="0" y="0"/>
                  <a:chExt cx="541020" cy="68580"/>
                </a:xfrm>
              </p:grpSpPr>
              <p:cxnSp>
                <p:nvCxnSpPr>
                  <p:cNvPr id="84" name="Lige forbindelse 83">
                    <a:extLst>
                      <a:ext uri="{FF2B5EF4-FFF2-40B4-BE49-F238E27FC236}">
                        <a16:creationId xmlns:a16="http://schemas.microsoft.com/office/drawing/2014/main" id="{E84935BE-E872-FF28-66F8-959A9797D87B}"/>
                      </a:ext>
                    </a:extLst>
                  </p:cNvPr>
                  <p:cNvCxnSpPr/>
                  <p:nvPr/>
                </p:nvCxnSpPr>
                <p:spPr>
                  <a:xfrm flipH="1">
                    <a:off x="0" y="0"/>
                    <a:ext cx="0" cy="32385"/>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85" name="Lige forbindelse 84">
                    <a:extLst>
                      <a:ext uri="{FF2B5EF4-FFF2-40B4-BE49-F238E27FC236}">
                        <a16:creationId xmlns:a16="http://schemas.microsoft.com/office/drawing/2014/main" id="{3F19A968-C938-0CB6-A80E-4A08D866B039}"/>
                      </a:ext>
                    </a:extLst>
                  </p:cNvPr>
                  <p:cNvCxnSpPr/>
                  <p:nvPr/>
                </p:nvCxnSpPr>
                <p:spPr>
                  <a:xfrm flipH="1" flipV="1">
                    <a:off x="0" y="32385"/>
                    <a:ext cx="35560" cy="36195"/>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86" name="Lige forbindelse 85">
                    <a:extLst>
                      <a:ext uri="{FF2B5EF4-FFF2-40B4-BE49-F238E27FC236}">
                        <a16:creationId xmlns:a16="http://schemas.microsoft.com/office/drawing/2014/main" id="{1D49CA66-2F20-C142-F6EB-8299819F12EB}"/>
                      </a:ext>
                    </a:extLst>
                  </p:cNvPr>
                  <p:cNvCxnSpPr/>
                  <p:nvPr/>
                </p:nvCxnSpPr>
                <p:spPr>
                  <a:xfrm flipH="1" flipV="1">
                    <a:off x="34290" y="68580"/>
                    <a:ext cx="506730"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grpSp>
            <p:grpSp>
              <p:nvGrpSpPr>
                <p:cNvPr id="80" name="Gruppe 79">
                  <a:extLst>
                    <a:ext uri="{FF2B5EF4-FFF2-40B4-BE49-F238E27FC236}">
                      <a16:creationId xmlns:a16="http://schemas.microsoft.com/office/drawing/2014/main" id="{71F1EABB-540E-013F-FC39-C7C23136A316}"/>
                    </a:ext>
                  </a:extLst>
                </p:cNvPr>
                <p:cNvGrpSpPr/>
                <p:nvPr/>
              </p:nvGrpSpPr>
              <p:grpSpPr>
                <a:xfrm flipV="1">
                  <a:off x="0" y="1066800"/>
                  <a:ext cx="541020" cy="68580"/>
                  <a:chOff x="0" y="0"/>
                  <a:chExt cx="541020" cy="68580"/>
                </a:xfrm>
              </p:grpSpPr>
              <p:cxnSp>
                <p:nvCxnSpPr>
                  <p:cNvPr id="81" name="Lige forbindelse 80">
                    <a:extLst>
                      <a:ext uri="{FF2B5EF4-FFF2-40B4-BE49-F238E27FC236}">
                        <a16:creationId xmlns:a16="http://schemas.microsoft.com/office/drawing/2014/main" id="{531ABC5A-59CE-7C72-0ACA-095F931E4B4E}"/>
                      </a:ext>
                    </a:extLst>
                  </p:cNvPr>
                  <p:cNvCxnSpPr/>
                  <p:nvPr/>
                </p:nvCxnSpPr>
                <p:spPr>
                  <a:xfrm flipH="1">
                    <a:off x="0" y="0"/>
                    <a:ext cx="0" cy="32385"/>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82" name="Lige forbindelse 81">
                    <a:extLst>
                      <a:ext uri="{FF2B5EF4-FFF2-40B4-BE49-F238E27FC236}">
                        <a16:creationId xmlns:a16="http://schemas.microsoft.com/office/drawing/2014/main" id="{5C08D527-2151-9C59-4E3E-B734A0016ED2}"/>
                      </a:ext>
                    </a:extLst>
                  </p:cNvPr>
                  <p:cNvCxnSpPr/>
                  <p:nvPr/>
                </p:nvCxnSpPr>
                <p:spPr>
                  <a:xfrm flipH="1" flipV="1">
                    <a:off x="0" y="32385"/>
                    <a:ext cx="35560" cy="36195"/>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83" name="Lige forbindelse 82">
                    <a:extLst>
                      <a:ext uri="{FF2B5EF4-FFF2-40B4-BE49-F238E27FC236}">
                        <a16:creationId xmlns:a16="http://schemas.microsoft.com/office/drawing/2014/main" id="{CE402C6F-FB33-E20A-B11A-B7EBED6AC1A1}"/>
                      </a:ext>
                    </a:extLst>
                  </p:cNvPr>
                  <p:cNvCxnSpPr/>
                  <p:nvPr/>
                </p:nvCxnSpPr>
                <p:spPr>
                  <a:xfrm flipH="1" flipV="1">
                    <a:off x="34290" y="68580"/>
                    <a:ext cx="506730"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grpSp>
          </p:grpSp>
        </p:grpSp>
        <p:grpSp>
          <p:nvGrpSpPr>
            <p:cNvPr id="63" name="Gruppe 62">
              <a:extLst>
                <a:ext uri="{FF2B5EF4-FFF2-40B4-BE49-F238E27FC236}">
                  <a16:creationId xmlns:a16="http://schemas.microsoft.com/office/drawing/2014/main" id="{9B592003-8622-2671-9271-403D20542E24}"/>
                </a:ext>
              </a:extLst>
            </p:cNvPr>
            <p:cNvGrpSpPr/>
            <p:nvPr/>
          </p:nvGrpSpPr>
          <p:grpSpPr>
            <a:xfrm>
              <a:off x="304800" y="1238250"/>
              <a:ext cx="1891752" cy="1624965"/>
              <a:chOff x="0" y="0"/>
              <a:chExt cx="1891752" cy="1624965"/>
            </a:xfrm>
          </p:grpSpPr>
          <p:cxnSp>
            <p:nvCxnSpPr>
              <p:cNvPr id="71" name="Lige pilforbindelse 70">
                <a:extLst>
                  <a:ext uri="{FF2B5EF4-FFF2-40B4-BE49-F238E27FC236}">
                    <a16:creationId xmlns:a16="http://schemas.microsoft.com/office/drawing/2014/main" id="{A909C440-B071-3F00-ADB2-AC4B08E300C8}"/>
                  </a:ext>
                </a:extLst>
              </p:cNvPr>
              <p:cNvCxnSpPr/>
              <p:nvPr/>
            </p:nvCxnSpPr>
            <p:spPr>
              <a:xfrm flipV="1">
                <a:off x="395287" y="0"/>
                <a:ext cx="1496465" cy="1405573"/>
              </a:xfrm>
              <a:prstGeom prst="straightConnector1">
                <a:avLst/>
              </a:prstGeom>
              <a:ln w="12700">
                <a:headEnd type="none"/>
                <a:tailEnd type="stealth" w="med" len="lg"/>
              </a:ln>
            </p:spPr>
            <p:style>
              <a:lnRef idx="1">
                <a:schemeClr val="dk1"/>
              </a:lnRef>
              <a:fillRef idx="0">
                <a:schemeClr val="dk1"/>
              </a:fillRef>
              <a:effectRef idx="0">
                <a:schemeClr val="dk1"/>
              </a:effectRef>
              <a:fontRef idx="minor">
                <a:schemeClr val="tx1"/>
              </a:fontRef>
            </p:style>
          </p:cxnSp>
          <p:cxnSp>
            <p:nvCxnSpPr>
              <p:cNvPr id="72" name="Lige pilforbindelse 71">
                <a:extLst>
                  <a:ext uri="{FF2B5EF4-FFF2-40B4-BE49-F238E27FC236}">
                    <a16:creationId xmlns:a16="http://schemas.microsoft.com/office/drawing/2014/main" id="{04CD7902-9397-92AF-B131-CCDBA4B73C3E}"/>
                  </a:ext>
                </a:extLst>
              </p:cNvPr>
              <p:cNvCxnSpPr/>
              <p:nvPr/>
            </p:nvCxnSpPr>
            <p:spPr>
              <a:xfrm flipV="1">
                <a:off x="395287" y="661988"/>
                <a:ext cx="1267785" cy="743583"/>
              </a:xfrm>
              <a:prstGeom prst="straightConnector1">
                <a:avLst/>
              </a:prstGeom>
              <a:ln w="12700">
                <a:headEnd type="none"/>
                <a:tailEnd type="stealth" w="med" len="lg"/>
              </a:ln>
            </p:spPr>
            <p:style>
              <a:lnRef idx="1">
                <a:schemeClr val="dk1"/>
              </a:lnRef>
              <a:fillRef idx="0">
                <a:schemeClr val="dk1"/>
              </a:fillRef>
              <a:effectRef idx="0">
                <a:schemeClr val="dk1"/>
              </a:effectRef>
              <a:fontRef idx="minor">
                <a:schemeClr val="tx1"/>
              </a:fontRef>
            </p:style>
          </p:cxnSp>
          <p:cxnSp>
            <p:nvCxnSpPr>
              <p:cNvPr id="73" name="Lige pilforbindelse 72">
                <a:extLst>
                  <a:ext uri="{FF2B5EF4-FFF2-40B4-BE49-F238E27FC236}">
                    <a16:creationId xmlns:a16="http://schemas.microsoft.com/office/drawing/2014/main" id="{FE2C7CD3-4838-0FB3-D249-8C5F22A5706B}"/>
                  </a:ext>
                </a:extLst>
              </p:cNvPr>
              <p:cNvCxnSpPr/>
              <p:nvPr/>
            </p:nvCxnSpPr>
            <p:spPr>
              <a:xfrm flipV="1">
                <a:off x="395287" y="971550"/>
                <a:ext cx="1148591" cy="434657"/>
              </a:xfrm>
              <a:prstGeom prst="straightConnector1">
                <a:avLst/>
              </a:prstGeom>
              <a:ln w="12700">
                <a:headEnd type="none"/>
                <a:tailEnd type="stealth" w="med" len="lg"/>
              </a:ln>
            </p:spPr>
            <p:style>
              <a:lnRef idx="1">
                <a:schemeClr val="dk1"/>
              </a:lnRef>
              <a:fillRef idx="0">
                <a:schemeClr val="dk1"/>
              </a:fillRef>
              <a:effectRef idx="0">
                <a:schemeClr val="dk1"/>
              </a:effectRef>
              <a:fontRef idx="minor">
                <a:schemeClr val="tx1"/>
              </a:fontRef>
            </p:style>
          </p:cxnSp>
          <p:sp>
            <p:nvSpPr>
              <p:cNvPr id="74" name="Tekstfelt 1619361034">
                <a:extLst>
                  <a:ext uri="{FF2B5EF4-FFF2-40B4-BE49-F238E27FC236}">
                    <a16:creationId xmlns:a16="http://schemas.microsoft.com/office/drawing/2014/main" id="{BFDE0EA0-9625-D049-29FC-4E1A05F639BA}"/>
                  </a:ext>
                </a:extLst>
              </p:cNvPr>
              <p:cNvSpPr txBox="1"/>
              <p:nvPr/>
            </p:nvSpPr>
            <p:spPr>
              <a:xfrm>
                <a:off x="0" y="1443038"/>
                <a:ext cx="977265" cy="181927"/>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buNone/>
                </a:pPr>
                <a:r>
                  <a:rPr lang="da-DK" sz="1000">
                    <a:effectLst/>
                    <a:latin typeface="Arial" panose="020B0604020202020204" pitchFamily="34" charset="0"/>
                    <a:ea typeface="Times New Roman" panose="02020603050405020304" pitchFamily="18" charset="0"/>
                  </a:rPr>
                  <a:t>Bottom of </a:t>
                </a:r>
                <a:r>
                  <a:rPr lang="en-US" sz="1000">
                    <a:effectLst/>
                    <a:latin typeface="Arial" panose="020B0604020202020204" pitchFamily="34" charset="0"/>
                    <a:ea typeface="Times New Roman" panose="02020603050405020304" pitchFamily="18" charset="0"/>
                  </a:rPr>
                  <a:t>scarf</a:t>
                </a:r>
                <a:endParaRPr lang="en-US" sz="1200">
                  <a:effectLst/>
                  <a:latin typeface="Times New Roman" panose="02020603050405020304" pitchFamily="18" charset="0"/>
                  <a:ea typeface="Times New Roman" panose="02020603050405020304" pitchFamily="18" charset="0"/>
                </a:endParaRPr>
              </a:p>
            </p:txBody>
          </p:sp>
        </p:grpSp>
        <p:grpSp>
          <p:nvGrpSpPr>
            <p:cNvPr id="64" name="Gruppe 63">
              <a:extLst>
                <a:ext uri="{FF2B5EF4-FFF2-40B4-BE49-F238E27FC236}">
                  <a16:creationId xmlns:a16="http://schemas.microsoft.com/office/drawing/2014/main" id="{D830112C-A0CA-7711-54EC-0F76D65927E9}"/>
                </a:ext>
              </a:extLst>
            </p:cNvPr>
            <p:cNvGrpSpPr/>
            <p:nvPr/>
          </p:nvGrpSpPr>
          <p:grpSpPr>
            <a:xfrm>
              <a:off x="2276475" y="1819275"/>
              <a:ext cx="938530" cy="2537460"/>
              <a:chOff x="962025" y="0"/>
              <a:chExt cx="938530" cy="2537460"/>
            </a:xfrm>
          </p:grpSpPr>
          <p:cxnSp>
            <p:nvCxnSpPr>
              <p:cNvPr id="67" name="Lige forbindelse 66">
                <a:extLst>
                  <a:ext uri="{FF2B5EF4-FFF2-40B4-BE49-F238E27FC236}">
                    <a16:creationId xmlns:a16="http://schemas.microsoft.com/office/drawing/2014/main" id="{C69E0D8E-73A0-FD7D-931E-847DE5C08444}"/>
                  </a:ext>
                </a:extLst>
              </p:cNvPr>
              <p:cNvCxnSpPr/>
              <p:nvPr/>
            </p:nvCxnSpPr>
            <p:spPr>
              <a:xfrm>
                <a:off x="962025" y="9525"/>
                <a:ext cx="0" cy="1731645"/>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Lige forbindelse 67">
                <a:extLst>
                  <a:ext uri="{FF2B5EF4-FFF2-40B4-BE49-F238E27FC236}">
                    <a16:creationId xmlns:a16="http://schemas.microsoft.com/office/drawing/2014/main" id="{B04A3986-264F-67E3-A72A-6C4C1A0366A0}"/>
                  </a:ext>
                </a:extLst>
              </p:cNvPr>
              <p:cNvCxnSpPr/>
              <p:nvPr/>
            </p:nvCxnSpPr>
            <p:spPr>
              <a:xfrm>
                <a:off x="962025" y="0"/>
                <a:ext cx="938530" cy="1668780"/>
              </a:xfrm>
              <a:prstGeom prst="line">
                <a:avLst/>
              </a:prstGeom>
              <a:ln w="12700"/>
            </p:spPr>
            <p:style>
              <a:lnRef idx="1">
                <a:schemeClr val="dk1"/>
              </a:lnRef>
              <a:fillRef idx="0">
                <a:schemeClr val="dk1"/>
              </a:fillRef>
              <a:effectRef idx="0">
                <a:schemeClr val="dk1"/>
              </a:effectRef>
              <a:fontRef idx="minor">
                <a:schemeClr val="tx1"/>
              </a:fontRef>
            </p:style>
          </p:cxnSp>
          <p:cxnSp>
            <p:nvCxnSpPr>
              <p:cNvPr id="69" name="Lige forbindelse 68">
                <a:extLst>
                  <a:ext uri="{FF2B5EF4-FFF2-40B4-BE49-F238E27FC236}">
                    <a16:creationId xmlns:a16="http://schemas.microsoft.com/office/drawing/2014/main" id="{B485820B-B4FB-AC77-5AFD-3F0DAA4DAD9C}"/>
                  </a:ext>
                </a:extLst>
              </p:cNvPr>
              <p:cNvCxnSpPr/>
              <p:nvPr/>
            </p:nvCxnSpPr>
            <p:spPr>
              <a:xfrm>
                <a:off x="962025" y="1743075"/>
                <a:ext cx="250825" cy="794385"/>
              </a:xfrm>
              <a:prstGeom prst="line">
                <a:avLst/>
              </a:prstGeom>
              <a:ln w="12700"/>
            </p:spPr>
            <p:style>
              <a:lnRef idx="1">
                <a:schemeClr val="dk1"/>
              </a:lnRef>
              <a:fillRef idx="0">
                <a:schemeClr val="dk1"/>
              </a:fillRef>
              <a:effectRef idx="0">
                <a:schemeClr val="dk1"/>
              </a:effectRef>
              <a:fontRef idx="minor">
                <a:schemeClr val="tx1"/>
              </a:fontRef>
            </p:style>
          </p:cxnSp>
          <p:sp>
            <p:nvSpPr>
              <p:cNvPr id="70" name="Tekstfelt 2104834299">
                <a:extLst>
                  <a:ext uri="{FF2B5EF4-FFF2-40B4-BE49-F238E27FC236}">
                    <a16:creationId xmlns:a16="http://schemas.microsoft.com/office/drawing/2014/main" id="{61C6610F-C59F-3A1E-1F37-4A1205274CD1}"/>
                  </a:ext>
                </a:extLst>
              </p:cNvPr>
              <p:cNvSpPr txBox="1"/>
              <p:nvPr/>
            </p:nvSpPr>
            <p:spPr>
              <a:xfrm>
                <a:off x="995363" y="709613"/>
                <a:ext cx="359410" cy="181927"/>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buNone/>
                </a:pPr>
                <a:r>
                  <a:rPr lang="da-DK" sz="1000">
                    <a:effectLst/>
                    <a:latin typeface="Arial" panose="020B0604020202020204" pitchFamily="34" charset="0"/>
                    <a:ea typeface="Times New Roman" panose="02020603050405020304" pitchFamily="18" charset="0"/>
                  </a:rPr>
                  <a:t>Hook</a:t>
                </a:r>
                <a:endParaRPr lang="en-US" sz="1200">
                  <a:effectLst/>
                  <a:latin typeface="Times New Roman" panose="02020603050405020304" pitchFamily="18" charset="0"/>
                  <a:ea typeface="Times New Roman" panose="02020603050405020304" pitchFamily="18" charset="0"/>
                </a:endParaRPr>
              </a:p>
            </p:txBody>
          </p:sp>
        </p:grpSp>
        <p:sp>
          <p:nvSpPr>
            <p:cNvPr id="65" name="Tekstfelt 1171472879">
              <a:extLst>
                <a:ext uri="{FF2B5EF4-FFF2-40B4-BE49-F238E27FC236}">
                  <a16:creationId xmlns:a16="http://schemas.microsoft.com/office/drawing/2014/main" id="{D5A48914-0397-E17F-73E0-F4D6BFE064FE}"/>
                </a:ext>
              </a:extLst>
            </p:cNvPr>
            <p:cNvSpPr txBox="1"/>
            <p:nvPr/>
          </p:nvSpPr>
          <p:spPr>
            <a:xfrm>
              <a:off x="2333625" y="190500"/>
              <a:ext cx="1120457" cy="323461"/>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buNone/>
              </a:pPr>
              <a:r>
                <a:rPr lang="en-US" sz="1000">
                  <a:effectLst/>
                  <a:latin typeface="Arial" panose="020B0604020202020204" pitchFamily="34" charset="0"/>
                  <a:ea typeface="Times New Roman" panose="02020603050405020304" pitchFamily="18" charset="0"/>
                </a:rPr>
                <a:t>3 sewing machine needle sizes</a:t>
              </a:r>
              <a:endParaRPr lang="en-US" sz="1200">
                <a:effectLst/>
                <a:latin typeface="Times New Roman" panose="02020603050405020304" pitchFamily="18" charset="0"/>
                <a:ea typeface="Times New Roman" panose="02020603050405020304" pitchFamily="18" charset="0"/>
              </a:endParaRPr>
            </a:p>
          </p:txBody>
        </p:sp>
        <p:cxnSp>
          <p:nvCxnSpPr>
            <p:cNvPr id="66" name="Lige pilforbindelse 65">
              <a:extLst>
                <a:ext uri="{FF2B5EF4-FFF2-40B4-BE49-F238E27FC236}">
                  <a16:creationId xmlns:a16="http://schemas.microsoft.com/office/drawing/2014/main" id="{58BC891E-5EF1-BE84-BBE3-8E04790E8855}"/>
                </a:ext>
              </a:extLst>
            </p:cNvPr>
            <p:cNvCxnSpPr/>
            <p:nvPr/>
          </p:nvCxnSpPr>
          <p:spPr>
            <a:xfrm flipH="1" flipV="1">
              <a:off x="2667000" y="2181225"/>
              <a:ext cx="9525" cy="1943100"/>
            </a:xfrm>
            <a:prstGeom prst="straightConnector1">
              <a:avLst/>
            </a:prstGeom>
            <a:ln w="28575">
              <a:headEnd type="none"/>
              <a:tailEnd type="stealth" w="lg" len="lg"/>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54882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
                                            <p:txEl>
                                              <p:pRg st="3" end="3"/>
                                            </p:txEl>
                                          </p:spTgt>
                                        </p:tgtEl>
                                        <p:attrNameLst>
                                          <p:attrName>style.visibility</p:attrName>
                                        </p:attrNameLst>
                                      </p:cBhvr>
                                      <p:to>
                                        <p:strVal val="visible"/>
                                      </p:to>
                                    </p:set>
                                    <p:anim calcmode="lin" valueType="num">
                                      <p:cBhvr additive="base">
                                        <p:cTn id="7" dur="500" fill="hold"/>
                                        <p:tgtEl>
                                          <p:spTgt spid="5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9">
                                            <p:txEl>
                                              <p:pRg st="5" end="5"/>
                                            </p:txEl>
                                          </p:spTgt>
                                        </p:tgtEl>
                                        <p:attrNameLst>
                                          <p:attrName>style.visibility</p:attrName>
                                        </p:attrNameLst>
                                      </p:cBhvr>
                                      <p:to>
                                        <p:strVal val="visible"/>
                                      </p:to>
                                    </p:set>
                                    <p:anim calcmode="lin" valueType="num">
                                      <p:cBhvr additive="base">
                                        <p:cTn id="13" dur="500" fill="hold"/>
                                        <p:tgtEl>
                                          <p:spTgt spid="59">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9">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9">
                                            <p:txEl>
                                              <p:pRg st="7" end="7"/>
                                            </p:txEl>
                                          </p:spTgt>
                                        </p:tgtEl>
                                        <p:attrNameLst>
                                          <p:attrName>style.visibility</p:attrName>
                                        </p:attrNameLst>
                                      </p:cBhvr>
                                      <p:to>
                                        <p:strVal val="visible"/>
                                      </p:to>
                                    </p:set>
                                    <p:anim calcmode="lin" valueType="num">
                                      <p:cBhvr additive="base">
                                        <p:cTn id="17" dur="500" fill="hold"/>
                                        <p:tgtEl>
                                          <p:spTgt spid="59">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9">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9">
                                            <p:txEl>
                                              <p:pRg st="9" end="9"/>
                                            </p:txEl>
                                          </p:spTgt>
                                        </p:tgtEl>
                                        <p:attrNameLst>
                                          <p:attrName>style.visibility</p:attrName>
                                        </p:attrNameLst>
                                      </p:cBhvr>
                                      <p:to>
                                        <p:strVal val="visible"/>
                                      </p:to>
                                    </p:set>
                                    <p:anim calcmode="lin" valueType="num">
                                      <p:cBhvr additive="base">
                                        <p:cTn id="21" dur="500" fill="hold"/>
                                        <p:tgtEl>
                                          <p:spTgt spid="59">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9">
                                            <p:txEl>
                                              <p:pRg st="9" end="9"/>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9">
                                            <p:txEl>
                                              <p:pRg st="11" end="11"/>
                                            </p:txEl>
                                          </p:spTgt>
                                        </p:tgtEl>
                                        <p:attrNameLst>
                                          <p:attrName>style.visibility</p:attrName>
                                        </p:attrNameLst>
                                      </p:cBhvr>
                                      <p:to>
                                        <p:strVal val="visible"/>
                                      </p:to>
                                    </p:set>
                                    <p:anim calcmode="lin" valueType="num">
                                      <p:cBhvr additive="base">
                                        <p:cTn id="25" dur="500" fill="hold"/>
                                        <p:tgtEl>
                                          <p:spTgt spid="59">
                                            <p:txEl>
                                              <p:pRg st="11" end="1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9">
                                            <p:txEl>
                                              <p:pRg st="11" end="1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9">
                                            <p:txEl>
                                              <p:pRg st="13" end="13"/>
                                            </p:txEl>
                                          </p:spTgt>
                                        </p:tgtEl>
                                        <p:attrNameLst>
                                          <p:attrName>style.visibility</p:attrName>
                                        </p:attrNameLst>
                                      </p:cBhvr>
                                      <p:to>
                                        <p:strVal val="visible"/>
                                      </p:to>
                                    </p:set>
                                    <p:anim calcmode="lin" valueType="num">
                                      <p:cBhvr additive="base">
                                        <p:cTn id="29" dur="500" fill="hold"/>
                                        <p:tgtEl>
                                          <p:spTgt spid="59">
                                            <p:txEl>
                                              <p:pRg st="13" end="1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56EB1-75D4-24A1-3FDE-59C134DC68DC}"/>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79356C8C-B5BD-648D-B409-4EA8E2A99635}"/>
              </a:ext>
            </a:extLst>
          </p:cNvPr>
          <p:cNvSpPr>
            <a:spLocks noGrp="1"/>
          </p:cNvSpPr>
          <p:nvPr>
            <p:ph type="title"/>
          </p:nvPr>
        </p:nvSpPr>
        <p:spPr>
          <a:xfrm>
            <a:off x="725328" y="725808"/>
            <a:ext cx="6472538" cy="523875"/>
          </a:xfrm>
        </p:spPr>
        <p:txBody>
          <a:bodyPr anchor="t"/>
          <a:lstStyle/>
          <a:p>
            <a:r>
              <a:rPr lang="en-GB" sz="3200" dirty="0"/>
              <a:t>Sewing machine mechanics </a:t>
            </a:r>
            <a:endParaRPr lang="en-GB" sz="3200" noProof="0" dirty="0"/>
          </a:p>
        </p:txBody>
      </p:sp>
      <p:sp>
        <p:nvSpPr>
          <p:cNvPr id="4" name="Slide Number Placeholder 3" hidden="1">
            <a:extLst>
              <a:ext uri="{FF2B5EF4-FFF2-40B4-BE49-F238E27FC236}">
                <a16:creationId xmlns:a16="http://schemas.microsoft.com/office/drawing/2014/main" id="{FD32414C-9AD3-FDB4-CFA4-EC256A97BF60}"/>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7</a:t>
            </a:fld>
            <a:endParaRPr lang="en-GB" noProof="0" dirty="0"/>
          </a:p>
        </p:txBody>
      </p:sp>
      <p:sp>
        <p:nvSpPr>
          <p:cNvPr id="6" name="Rektangel: afrundede hjørner 5">
            <a:extLst>
              <a:ext uri="{FF2B5EF4-FFF2-40B4-BE49-F238E27FC236}">
                <a16:creationId xmlns:a16="http://schemas.microsoft.com/office/drawing/2014/main" id="{6DF6B972-FB96-5A13-EB5E-76C11D6CD1BE}"/>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B89E8F54-F068-9DD2-FA72-82F428C06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2" name="Rektangel 1">
            <a:extLst>
              <a:ext uri="{FF2B5EF4-FFF2-40B4-BE49-F238E27FC236}">
                <a16:creationId xmlns:a16="http://schemas.microsoft.com/office/drawing/2014/main" id="{491DDDEA-069B-8821-77E0-6A13042D6893}"/>
              </a:ext>
            </a:extLst>
          </p:cNvPr>
          <p:cNvSpPr/>
          <p:nvPr/>
        </p:nvSpPr>
        <p:spPr>
          <a:xfrm>
            <a:off x="577147" y="1327348"/>
            <a:ext cx="10029893" cy="2800767"/>
          </a:xfrm>
          <a:prstGeom prst="rect">
            <a:avLst/>
          </a:prstGeom>
        </p:spPr>
        <p:txBody>
          <a:bodyPr wrap="square">
            <a:spAutoFit/>
          </a:bodyPr>
          <a:lstStyle/>
          <a:p>
            <a:pPr lvl="0">
              <a:tabLst>
                <a:tab pos="457200" algn="l"/>
              </a:tabLst>
            </a:pPr>
            <a:endParaRPr lang="en-GB" sz="16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Try to pull in the thread like the hook do. Feel thread friction</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Move needle up so needle eye is in fabric. Feel thread friction</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You need to have a smooth thread U-turn at hook. Show Pfaff 30 hook.</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You need to have a smooth needle eye and other surfaces against the thread</a:t>
            </a:r>
          </a:p>
          <a:p>
            <a:pPr marL="342900" lvl="0" indent="-342900">
              <a:buFont typeface="Arial" panose="020B0604020202020204" pitchFamily="34" charset="0"/>
              <a:buChar char="•"/>
              <a:tabLst>
                <a:tab pos="457200" algn="l"/>
              </a:tabLst>
            </a:pPr>
            <a:endParaRPr lang="en-GB" sz="2000" b="1" noProof="0" dirty="0">
              <a:ea typeface="Times New Roman" panose="02020603050405020304" pitchFamily="18" charset="0"/>
            </a:endParaRPr>
          </a:p>
        </p:txBody>
      </p:sp>
    </p:spTree>
    <p:extLst>
      <p:ext uri="{BB962C8B-B14F-4D97-AF65-F5344CB8AC3E}">
        <p14:creationId xmlns:p14="http://schemas.microsoft.com/office/powerpoint/2010/main" val="313413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anim calcmode="lin" valueType="num">
                                      <p:cBhvr additive="base">
                                        <p:cTn id="1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5A7FF-9660-7A73-944E-3910081D327B}"/>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956E152B-8F62-60ED-0F2E-4E00F28E8455}"/>
              </a:ext>
            </a:extLst>
          </p:cNvPr>
          <p:cNvSpPr>
            <a:spLocks noGrp="1"/>
          </p:cNvSpPr>
          <p:nvPr>
            <p:ph type="title"/>
          </p:nvPr>
        </p:nvSpPr>
        <p:spPr>
          <a:xfrm>
            <a:off x="725328" y="725808"/>
            <a:ext cx="6472538" cy="523875"/>
          </a:xfrm>
        </p:spPr>
        <p:txBody>
          <a:bodyPr anchor="t"/>
          <a:lstStyle/>
          <a:p>
            <a:r>
              <a:rPr lang="en-GB" sz="3200" noProof="0" dirty="0"/>
              <a:t>Sewing machine needles </a:t>
            </a:r>
          </a:p>
        </p:txBody>
      </p:sp>
      <p:sp>
        <p:nvSpPr>
          <p:cNvPr id="4" name="Slide Number Placeholder 3" hidden="1">
            <a:extLst>
              <a:ext uri="{FF2B5EF4-FFF2-40B4-BE49-F238E27FC236}">
                <a16:creationId xmlns:a16="http://schemas.microsoft.com/office/drawing/2014/main" id="{81E6CF8C-9854-1B65-CDA2-03E628500700}"/>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8</a:t>
            </a:fld>
            <a:endParaRPr lang="en-GB" noProof="0" dirty="0"/>
          </a:p>
        </p:txBody>
      </p:sp>
      <p:sp>
        <p:nvSpPr>
          <p:cNvPr id="6" name="Rektangel: afrundede hjørner 5">
            <a:extLst>
              <a:ext uri="{FF2B5EF4-FFF2-40B4-BE49-F238E27FC236}">
                <a16:creationId xmlns:a16="http://schemas.microsoft.com/office/drawing/2014/main" id="{98508C71-FB55-473B-61E9-67EBDF5CF0B5}"/>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AD8F9C51-5BA3-66A2-048D-A19382AA2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pic>
        <p:nvPicPr>
          <p:cNvPr id="7" name="Billede 6">
            <a:extLst>
              <a:ext uri="{FF2B5EF4-FFF2-40B4-BE49-F238E27FC236}">
                <a16:creationId xmlns:a16="http://schemas.microsoft.com/office/drawing/2014/main" id="{4F848F90-3C10-FC30-E3B0-BC5D1A6256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32361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11B4-A245-6021-E3C1-9EBA121FAFF2}"/>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17A245CD-AD47-1E4F-F76E-788835F48658}"/>
              </a:ext>
            </a:extLst>
          </p:cNvPr>
          <p:cNvSpPr>
            <a:spLocks noGrp="1"/>
          </p:cNvSpPr>
          <p:nvPr>
            <p:ph type="title"/>
          </p:nvPr>
        </p:nvSpPr>
        <p:spPr>
          <a:xfrm>
            <a:off x="725328" y="725808"/>
            <a:ext cx="6472538" cy="523875"/>
          </a:xfrm>
        </p:spPr>
        <p:txBody>
          <a:bodyPr anchor="t"/>
          <a:lstStyle/>
          <a:p>
            <a:r>
              <a:rPr lang="en-GB" sz="3200" dirty="0"/>
              <a:t>Long Shuttle Sewing Machines </a:t>
            </a:r>
            <a:endParaRPr lang="en-GB" sz="3200" noProof="0" dirty="0"/>
          </a:p>
        </p:txBody>
      </p:sp>
      <p:sp>
        <p:nvSpPr>
          <p:cNvPr id="4" name="Slide Number Placeholder 3" hidden="1">
            <a:extLst>
              <a:ext uri="{FF2B5EF4-FFF2-40B4-BE49-F238E27FC236}">
                <a16:creationId xmlns:a16="http://schemas.microsoft.com/office/drawing/2014/main" id="{C8271B58-7228-FAFF-3881-79C054F52BC5}"/>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9</a:t>
            </a:fld>
            <a:endParaRPr lang="en-GB" noProof="0" dirty="0"/>
          </a:p>
        </p:txBody>
      </p:sp>
      <p:sp>
        <p:nvSpPr>
          <p:cNvPr id="6" name="Rektangel: afrundede hjørner 5">
            <a:extLst>
              <a:ext uri="{FF2B5EF4-FFF2-40B4-BE49-F238E27FC236}">
                <a16:creationId xmlns:a16="http://schemas.microsoft.com/office/drawing/2014/main" id="{D8B6EE13-7DD9-A0E5-5A75-0C01BB51AC53}"/>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9FFAA109-BD62-9B0B-ACBC-F89D54D5C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2" name="Rektangel 1">
            <a:extLst>
              <a:ext uri="{FF2B5EF4-FFF2-40B4-BE49-F238E27FC236}">
                <a16:creationId xmlns:a16="http://schemas.microsoft.com/office/drawing/2014/main" id="{D9298290-1A44-5F73-6309-619598271668}"/>
              </a:ext>
            </a:extLst>
          </p:cNvPr>
          <p:cNvSpPr/>
          <p:nvPr/>
        </p:nvSpPr>
        <p:spPr>
          <a:xfrm>
            <a:off x="577147" y="1327348"/>
            <a:ext cx="10029893" cy="4647426"/>
          </a:xfrm>
          <a:prstGeom prst="rect">
            <a:avLst/>
          </a:prstGeom>
        </p:spPr>
        <p:txBody>
          <a:bodyPr wrap="square">
            <a:spAutoFit/>
          </a:bodyPr>
          <a:lstStyle/>
          <a:p>
            <a:pPr lvl="0">
              <a:tabLst>
                <a:tab pos="457200" algn="l"/>
              </a:tabLst>
            </a:pPr>
            <a:endParaRPr lang="en-GB" sz="16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noProof="0" dirty="0">
                <a:ea typeface="Times New Roman" panose="02020603050405020304" pitchFamily="18" charset="0"/>
              </a:rPr>
              <a:t>The old long shuttle sewing machines did not have this problem, because they had some more advanced movement of the needle</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hlinkClick r:id="rId4"/>
              </a:rPr>
              <a:t>https://www.youtube.com/watch?v=hbKdmW3Yjt4</a:t>
            </a:r>
            <a:r>
              <a:rPr lang="en-GB" sz="2000" b="1" dirty="0">
                <a:ea typeface="Times New Roman" panose="02020603050405020304" pitchFamily="18" charset="0"/>
              </a:rPr>
              <a:t> </a:t>
            </a:r>
          </a:p>
          <a:p>
            <a:pPr marL="342900" lvl="0" indent="-342900">
              <a:buFont typeface="Arial" panose="020B0604020202020204" pitchFamily="34" charset="0"/>
              <a:buChar char="•"/>
              <a:tabLst>
                <a:tab pos="457200" algn="l"/>
              </a:tabLst>
            </a:pPr>
            <a:endParaRPr lang="en-GB" sz="20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The long shuttle machines cannot sew fast due to vibration, and they are more expensive to produce. They got only straight stitch.</a:t>
            </a:r>
          </a:p>
          <a:p>
            <a:pPr marL="342900" lvl="0" indent="-342900">
              <a:buFont typeface="Arial" panose="020B0604020202020204" pitchFamily="34" charset="0"/>
              <a:buChar char="•"/>
              <a:tabLst>
                <a:tab pos="457200" algn="l"/>
              </a:tabLst>
            </a:pPr>
            <a:endParaRPr lang="en-GB" sz="20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noProof="0" dirty="0">
                <a:ea typeface="Times New Roman" panose="02020603050405020304" pitchFamily="18" charset="0"/>
              </a:rPr>
              <a:t>Their </a:t>
            </a:r>
            <a:r>
              <a:rPr lang="en-GB" sz="2000" b="1" noProof="0" dirty="0" err="1">
                <a:ea typeface="Times New Roman" panose="02020603050405020304" pitchFamily="18" charset="0"/>
              </a:rPr>
              <a:t>advan</a:t>
            </a:r>
            <a:r>
              <a:rPr lang="en-GB" sz="2000" b="1" dirty="0" err="1">
                <a:ea typeface="Times New Roman" panose="02020603050405020304" pitchFamily="18" charset="0"/>
              </a:rPr>
              <a:t>tages</a:t>
            </a:r>
            <a:r>
              <a:rPr lang="en-GB" sz="2000" b="1" dirty="0">
                <a:ea typeface="Times New Roman" panose="02020603050405020304" pitchFamily="18" charset="0"/>
              </a:rPr>
              <a:t>:</a:t>
            </a:r>
          </a:p>
          <a:p>
            <a:pPr lvl="0">
              <a:tabLst>
                <a:tab pos="457200" algn="l"/>
              </a:tabLst>
            </a:pPr>
            <a:r>
              <a:rPr lang="en-GB" sz="2000" b="1" dirty="0">
                <a:ea typeface="Times New Roman" panose="02020603050405020304" pitchFamily="18" charset="0"/>
              </a:rPr>
              <a:t> 		Less thread wear by sewing machine</a:t>
            </a:r>
            <a:br>
              <a:rPr lang="en-GB" sz="2000" b="1" dirty="0">
                <a:ea typeface="Times New Roman" panose="02020603050405020304" pitchFamily="18" charset="0"/>
              </a:rPr>
            </a:br>
            <a:r>
              <a:rPr lang="en-GB" sz="2000" b="1" dirty="0">
                <a:ea typeface="Times New Roman" panose="02020603050405020304" pitchFamily="18" charset="0"/>
              </a:rPr>
              <a:t>		Can sew with both thinner and thicker thread</a:t>
            </a:r>
          </a:p>
          <a:p>
            <a:pPr lvl="0">
              <a:tabLst>
                <a:tab pos="457200" algn="l"/>
              </a:tabLst>
            </a:pPr>
            <a:r>
              <a:rPr lang="en-GB" sz="2000" b="1" noProof="0" dirty="0">
                <a:ea typeface="Times New Roman" panose="02020603050405020304" pitchFamily="18" charset="0"/>
              </a:rPr>
              <a:t>		Can sew with lower thread tension for delicate fabrics</a:t>
            </a:r>
          </a:p>
          <a:p>
            <a:pPr lvl="0">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noProof="0" dirty="0">
                <a:ea typeface="Times New Roman" panose="02020603050405020304" pitchFamily="18" charset="0"/>
              </a:rPr>
              <a:t>One Pfaff 11 </a:t>
            </a:r>
            <a:r>
              <a:rPr lang="en-GB" sz="2000" b="1" noProof="0" dirty="0" err="1">
                <a:ea typeface="Times New Roman" panose="02020603050405020304" pitchFamily="18" charset="0"/>
              </a:rPr>
              <a:t>handcrank</a:t>
            </a:r>
            <a:r>
              <a:rPr lang="en-GB" sz="2000" b="1" noProof="0" dirty="0">
                <a:ea typeface="Times New Roman" panose="02020603050405020304" pitchFamily="18" charset="0"/>
              </a:rPr>
              <a:t> machine is here. Try it if you got time.</a:t>
            </a:r>
          </a:p>
        </p:txBody>
      </p:sp>
    </p:spTree>
    <p:extLst>
      <p:ext uri="{BB962C8B-B14F-4D97-AF65-F5344CB8AC3E}">
        <p14:creationId xmlns:p14="http://schemas.microsoft.com/office/powerpoint/2010/main" val="289726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anim calcmode="lin" valueType="num">
                                      <p:cBhvr additive="base">
                                        <p:cTn id="1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 calcmode="lin" valueType="num">
                                      <p:cBhvr additive="base">
                                        <p:cTn id="1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 calcmode="lin" valueType="num">
                                      <p:cBhvr additive="base">
                                        <p:cTn id="19"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anim calcmode="lin" valueType="num">
                                      <p:cBhvr additive="base">
                                        <p:cTn id="23"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63521-0342-9354-FF2B-FBA264C65E92}"/>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C2C1053B-06E9-304B-7A48-2E3A5B71B995}"/>
              </a:ext>
            </a:extLst>
          </p:cNvPr>
          <p:cNvSpPr>
            <a:spLocks noGrp="1"/>
          </p:cNvSpPr>
          <p:nvPr>
            <p:ph type="title"/>
          </p:nvPr>
        </p:nvSpPr>
        <p:spPr>
          <a:xfrm>
            <a:off x="725328" y="725808"/>
            <a:ext cx="6472538" cy="523875"/>
          </a:xfrm>
        </p:spPr>
        <p:txBody>
          <a:bodyPr anchor="t"/>
          <a:lstStyle/>
          <a:p>
            <a:r>
              <a:rPr lang="en-GB" sz="3200" dirty="0"/>
              <a:t>Vintage sewing machines </a:t>
            </a:r>
            <a:endParaRPr lang="en-GB" sz="3200" noProof="0" dirty="0"/>
          </a:p>
        </p:txBody>
      </p:sp>
      <p:sp>
        <p:nvSpPr>
          <p:cNvPr id="4" name="Slide Number Placeholder 3" hidden="1">
            <a:extLst>
              <a:ext uri="{FF2B5EF4-FFF2-40B4-BE49-F238E27FC236}">
                <a16:creationId xmlns:a16="http://schemas.microsoft.com/office/drawing/2014/main" id="{53CD2F5D-F719-B4A0-CE6C-0CF2580339CC}"/>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10</a:t>
            </a:fld>
            <a:endParaRPr lang="en-GB" noProof="0" dirty="0"/>
          </a:p>
        </p:txBody>
      </p:sp>
      <p:sp>
        <p:nvSpPr>
          <p:cNvPr id="6" name="Rektangel: afrundede hjørner 5">
            <a:extLst>
              <a:ext uri="{FF2B5EF4-FFF2-40B4-BE49-F238E27FC236}">
                <a16:creationId xmlns:a16="http://schemas.microsoft.com/office/drawing/2014/main" id="{03DED37C-5F42-5829-805B-F1A36F6CBEDB}"/>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4993D630-56C9-3430-FE6E-AAA1324C5C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2" name="Rektangel 1">
            <a:extLst>
              <a:ext uri="{FF2B5EF4-FFF2-40B4-BE49-F238E27FC236}">
                <a16:creationId xmlns:a16="http://schemas.microsoft.com/office/drawing/2014/main" id="{37092786-ECB2-8BC9-AC12-4B735BB1C1E4}"/>
              </a:ext>
            </a:extLst>
          </p:cNvPr>
          <p:cNvSpPr/>
          <p:nvPr/>
        </p:nvSpPr>
        <p:spPr>
          <a:xfrm>
            <a:off x="577147" y="1327348"/>
            <a:ext cx="10495406" cy="5324535"/>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I had a video about it in the preparation. I got these extra comments</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You like to have reverse stitching and full reverse stitch length</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You like to have the possibility to change presser foot pressure</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Both straight stitch and </a:t>
            </a:r>
            <a:r>
              <a:rPr lang="en-GB" sz="2000" b="1" dirty="0" err="1">
                <a:ea typeface="Times New Roman" panose="02020603050405020304" pitchFamily="18" charset="0"/>
              </a:rPr>
              <a:t>zik-zak</a:t>
            </a:r>
            <a:r>
              <a:rPr lang="en-GB" sz="2000" b="1" dirty="0">
                <a:ea typeface="Times New Roman" panose="02020603050405020304" pitchFamily="18" charset="0"/>
              </a:rPr>
              <a:t> stitch are good options</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You may check the possibility to get a replacement </a:t>
            </a:r>
            <a:r>
              <a:rPr lang="en-GB" sz="2000" b="1" dirty="0" err="1">
                <a:ea typeface="Times New Roman" panose="02020603050405020304" pitchFamily="18" charset="0"/>
              </a:rPr>
              <a:t>stitchplate</a:t>
            </a: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indent="-342900">
              <a:buFont typeface="Arial" panose="020B0604020202020204" pitchFamily="34" charset="0"/>
              <a:buChar char="•"/>
              <a:tabLst>
                <a:tab pos="457200" algn="l"/>
              </a:tabLst>
            </a:pPr>
            <a:r>
              <a:rPr lang="en-GB" sz="2000" b="1" dirty="0">
                <a:ea typeface="Times New Roman" panose="02020603050405020304" pitchFamily="18" charset="0"/>
              </a:rPr>
              <a:t>You like to have a motor and the possibility to set another motor on it</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Possible household machines: Pfaff 130, Singer 201, Pfaff 30, Singer 237</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000" b="1" dirty="0">
                <a:ea typeface="Times New Roman" panose="02020603050405020304" pitchFamily="18" charset="0"/>
              </a:rPr>
              <a:t>Just now dba: Pfaff 130 200 kr. Pfaff 230 250 </a:t>
            </a:r>
            <a:r>
              <a:rPr lang="en-GB" sz="2000" b="1" dirty="0" err="1">
                <a:ea typeface="Times New Roman" panose="02020603050405020304" pitchFamily="18" charset="0"/>
              </a:rPr>
              <a:t>kr</a:t>
            </a:r>
            <a:r>
              <a:rPr lang="en-GB" sz="2000" b="1" dirty="0">
                <a:ea typeface="Times New Roman" panose="02020603050405020304" pitchFamily="18" charset="0"/>
              </a:rPr>
              <a:t>, Singer 237 350 </a:t>
            </a:r>
            <a:r>
              <a:rPr lang="en-GB" sz="2000" b="1" dirty="0" err="1">
                <a:ea typeface="Times New Roman" panose="02020603050405020304" pitchFamily="18" charset="0"/>
              </a:rPr>
              <a:t>kr</a:t>
            </a:r>
            <a:r>
              <a:rPr lang="en-GB" sz="2000" b="1" dirty="0">
                <a:ea typeface="Times New Roman" panose="02020603050405020304" pitchFamily="18" charset="0"/>
              </a:rPr>
              <a:t>,</a:t>
            </a:r>
            <a:br>
              <a:rPr lang="en-GB" sz="2000" b="1" dirty="0">
                <a:ea typeface="Times New Roman" panose="02020603050405020304" pitchFamily="18" charset="0"/>
              </a:rPr>
            </a:br>
            <a:r>
              <a:rPr lang="en-GB" sz="2000" b="1" dirty="0">
                <a:ea typeface="Times New Roman" panose="02020603050405020304" pitchFamily="18" charset="0"/>
              </a:rPr>
              <a:t>		 Pfaff 30 750 </a:t>
            </a:r>
            <a:r>
              <a:rPr lang="en-GB" sz="2000" b="1" dirty="0" err="1">
                <a:ea typeface="Times New Roman" panose="02020603050405020304" pitchFamily="18" charset="0"/>
              </a:rPr>
              <a:t>kr</a:t>
            </a:r>
            <a:r>
              <a:rPr lang="en-GB" sz="2000" b="1" dirty="0">
                <a:ea typeface="Times New Roman" panose="02020603050405020304" pitchFamily="18" charset="0"/>
              </a:rPr>
              <a:t>, Bernina 117 1550 </a:t>
            </a:r>
            <a:r>
              <a:rPr lang="en-GB" sz="2000" b="1" dirty="0" err="1">
                <a:ea typeface="Times New Roman" panose="02020603050405020304" pitchFamily="18" charset="0"/>
              </a:rPr>
              <a:t>kr</a:t>
            </a:r>
            <a:r>
              <a:rPr lang="en-GB" sz="2000" b="1" dirty="0">
                <a:ea typeface="Times New Roman" panose="02020603050405020304" pitchFamily="18" charset="0"/>
              </a:rPr>
              <a:t>, </a:t>
            </a:r>
          </a:p>
          <a:p>
            <a:pPr marL="342900" lvl="0" indent="-342900">
              <a:buFont typeface="Arial" panose="020B0604020202020204" pitchFamily="34" charset="0"/>
              <a:buChar char="•"/>
              <a:tabLst>
                <a:tab pos="457200" algn="l"/>
              </a:tabLst>
            </a:pPr>
            <a:endParaRPr lang="en-GB" sz="2000" b="1" dirty="0">
              <a:ea typeface="Times New Roman" panose="02020603050405020304" pitchFamily="18" charset="0"/>
            </a:endParaRPr>
          </a:p>
        </p:txBody>
      </p:sp>
    </p:spTree>
    <p:extLst>
      <p:ext uri="{BB962C8B-B14F-4D97-AF65-F5344CB8AC3E}">
        <p14:creationId xmlns:p14="http://schemas.microsoft.com/office/powerpoint/2010/main" val="1407990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77842-C6FC-4829-447B-9BCEFCE20B89}"/>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B9BE4C58-C4A9-39CB-BD84-1D5EA2F71805}"/>
              </a:ext>
            </a:extLst>
          </p:cNvPr>
          <p:cNvSpPr>
            <a:spLocks noGrp="1"/>
          </p:cNvSpPr>
          <p:nvPr>
            <p:ph type="title"/>
          </p:nvPr>
        </p:nvSpPr>
        <p:spPr>
          <a:xfrm>
            <a:off x="725328" y="725808"/>
            <a:ext cx="6472538" cy="523875"/>
          </a:xfrm>
        </p:spPr>
        <p:txBody>
          <a:bodyPr anchor="t"/>
          <a:lstStyle/>
          <a:p>
            <a:r>
              <a:rPr lang="en-GB" sz="3200" dirty="0"/>
              <a:t>Basic safety principles </a:t>
            </a:r>
            <a:endParaRPr lang="en-GB" sz="3200" noProof="0" dirty="0"/>
          </a:p>
        </p:txBody>
      </p:sp>
      <p:sp>
        <p:nvSpPr>
          <p:cNvPr id="4" name="Slide Number Placeholder 3" hidden="1">
            <a:extLst>
              <a:ext uri="{FF2B5EF4-FFF2-40B4-BE49-F238E27FC236}">
                <a16:creationId xmlns:a16="http://schemas.microsoft.com/office/drawing/2014/main" id="{4C86462F-5C40-C354-33E6-1F314DBE62AA}"/>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11</a:t>
            </a:fld>
            <a:endParaRPr lang="en-GB" noProof="0" dirty="0"/>
          </a:p>
        </p:txBody>
      </p:sp>
      <p:sp>
        <p:nvSpPr>
          <p:cNvPr id="6" name="Rektangel: afrundede hjørner 5">
            <a:extLst>
              <a:ext uri="{FF2B5EF4-FFF2-40B4-BE49-F238E27FC236}">
                <a16:creationId xmlns:a16="http://schemas.microsoft.com/office/drawing/2014/main" id="{B1A52B7C-1BE1-38CC-10E7-D462712B3C72}"/>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358FBCA2-8C20-BB28-E1AF-78EB4E00FC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5" name="Rektangel 4">
            <a:extLst>
              <a:ext uri="{FF2B5EF4-FFF2-40B4-BE49-F238E27FC236}">
                <a16:creationId xmlns:a16="http://schemas.microsoft.com/office/drawing/2014/main" id="{61CF2B6B-E1E4-0843-F53E-D2D7F238F201}"/>
              </a:ext>
            </a:extLst>
          </p:cNvPr>
          <p:cNvSpPr/>
          <p:nvPr/>
        </p:nvSpPr>
        <p:spPr>
          <a:xfrm>
            <a:off x="725328" y="1299216"/>
            <a:ext cx="8205888" cy="4955203"/>
          </a:xfrm>
          <a:prstGeom prst="rect">
            <a:avLst/>
          </a:prstGeom>
        </p:spPr>
        <p:txBody>
          <a:bodyPr wrap="square">
            <a:spAutoFit/>
          </a:bodyPr>
          <a:lstStyle/>
          <a:p>
            <a:pPr marL="342900" lvl="0" indent="-342900">
              <a:buFont typeface="+mj-lt"/>
              <a:buAutoNum type="arabicPeriod"/>
            </a:pPr>
            <a:r>
              <a:rPr lang="en-US" sz="2000" dirty="0"/>
              <a:t>Use your hand on the handwheel, when you sew your first </a:t>
            </a:r>
            <a:r>
              <a:rPr lang="en-US" sz="2000" dirty="0" err="1"/>
              <a:t>stithes</a:t>
            </a:r>
            <a:r>
              <a:rPr lang="en-US" sz="2000" dirty="0"/>
              <a:t> on something to get a feeling on how much force is needed. By hand you will normally feel if something is wrong and needs to be corrected.</a:t>
            </a:r>
            <a:br>
              <a:rPr lang="en-US" sz="2000" dirty="0"/>
            </a:br>
            <a:endParaRPr lang="en-US" sz="2000" dirty="0"/>
          </a:p>
          <a:p>
            <a:pPr marL="342900" lvl="0" indent="-342900">
              <a:buFont typeface="+mj-lt"/>
              <a:buAutoNum type="arabicPeriod"/>
            </a:pPr>
            <a:r>
              <a:rPr lang="en-US" sz="2000" dirty="0"/>
              <a:t>Only turn the machine forward and only backwards max ¼ of a turn if needed.</a:t>
            </a:r>
            <a:br>
              <a:rPr lang="en-US" sz="2000" dirty="0"/>
            </a:br>
            <a:endParaRPr lang="en-US" sz="2000" dirty="0"/>
          </a:p>
          <a:p>
            <a:pPr marL="342900" lvl="0" indent="-342900">
              <a:buFont typeface="+mj-lt"/>
              <a:buAutoNum type="arabicPeriod"/>
            </a:pPr>
            <a:r>
              <a:rPr lang="en-US" sz="2000" dirty="0"/>
              <a:t>Only turn on power to the machine when needed. It is good for your safety when power is off.</a:t>
            </a:r>
            <a:br>
              <a:rPr lang="en-US" sz="2000" dirty="0"/>
            </a:br>
            <a:endParaRPr lang="en-US" sz="2000" dirty="0"/>
          </a:p>
          <a:p>
            <a:pPr marL="342900" lvl="0" indent="-342900">
              <a:buFont typeface="+mj-lt"/>
              <a:buAutoNum type="arabicPeriod"/>
            </a:pPr>
            <a:r>
              <a:rPr lang="en-US" sz="2000" dirty="0"/>
              <a:t>Use the start checklist below when you need to use the machine for something.</a:t>
            </a:r>
            <a:br>
              <a:rPr lang="en-US" sz="2000" dirty="0"/>
            </a:br>
            <a:endParaRPr lang="en-US" sz="2000" dirty="0"/>
          </a:p>
          <a:p>
            <a:pPr marL="342900" lvl="0" indent="-342900">
              <a:buFont typeface="+mj-lt"/>
              <a:buAutoNum type="arabicPeriod"/>
            </a:pPr>
            <a:r>
              <a:rPr lang="en-US" sz="2000" dirty="0"/>
              <a:t>Don’t put your fingers in harms way.</a:t>
            </a:r>
          </a:p>
          <a:p>
            <a:pPr lvl="0">
              <a:tabLst>
                <a:tab pos="457200" algn="l"/>
              </a:tabLst>
            </a:pPr>
            <a:endParaRPr lang="en-GB" sz="1600" b="1" noProof="0" dirty="0">
              <a:ea typeface="Times New Roman" panose="02020603050405020304" pitchFamily="18" charset="0"/>
            </a:endParaRPr>
          </a:p>
        </p:txBody>
      </p:sp>
    </p:spTree>
    <p:extLst>
      <p:ext uri="{BB962C8B-B14F-4D97-AF65-F5344CB8AC3E}">
        <p14:creationId xmlns:p14="http://schemas.microsoft.com/office/powerpoint/2010/main" val="312056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C6B22-21F9-D501-B474-A2E96D5FC0CE}"/>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658DEA50-1951-3CED-250F-DB3E9D501FAC}"/>
              </a:ext>
            </a:extLst>
          </p:cNvPr>
          <p:cNvSpPr>
            <a:spLocks noGrp="1"/>
          </p:cNvSpPr>
          <p:nvPr>
            <p:ph type="title"/>
          </p:nvPr>
        </p:nvSpPr>
        <p:spPr>
          <a:xfrm>
            <a:off x="725328" y="725808"/>
            <a:ext cx="6472538" cy="523875"/>
          </a:xfrm>
        </p:spPr>
        <p:txBody>
          <a:bodyPr anchor="t"/>
          <a:lstStyle/>
          <a:p>
            <a:r>
              <a:rPr lang="en-GB" sz="3200" dirty="0"/>
              <a:t>Basic safety principles </a:t>
            </a:r>
            <a:endParaRPr lang="en-GB" sz="3200" noProof="0" dirty="0"/>
          </a:p>
        </p:txBody>
      </p:sp>
      <p:sp>
        <p:nvSpPr>
          <p:cNvPr id="4" name="Slide Number Placeholder 3" hidden="1">
            <a:extLst>
              <a:ext uri="{FF2B5EF4-FFF2-40B4-BE49-F238E27FC236}">
                <a16:creationId xmlns:a16="http://schemas.microsoft.com/office/drawing/2014/main" id="{54ACA2D5-47C2-31D9-5DAB-3A18BC54A8B1}"/>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12</a:t>
            </a:fld>
            <a:endParaRPr lang="en-GB" noProof="0" dirty="0"/>
          </a:p>
        </p:txBody>
      </p:sp>
      <p:sp>
        <p:nvSpPr>
          <p:cNvPr id="6" name="Rektangel: afrundede hjørner 5">
            <a:extLst>
              <a:ext uri="{FF2B5EF4-FFF2-40B4-BE49-F238E27FC236}">
                <a16:creationId xmlns:a16="http://schemas.microsoft.com/office/drawing/2014/main" id="{D799DC39-7F77-D05A-D50F-25452B77B07A}"/>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F0EFFC5C-1FDB-6A5D-6C5E-4E22B344D7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2" name="Rektangel 1">
            <a:extLst>
              <a:ext uri="{FF2B5EF4-FFF2-40B4-BE49-F238E27FC236}">
                <a16:creationId xmlns:a16="http://schemas.microsoft.com/office/drawing/2014/main" id="{FB2B79D2-0BF8-73E1-F392-6BDB6D2B5253}"/>
              </a:ext>
            </a:extLst>
          </p:cNvPr>
          <p:cNvSpPr/>
          <p:nvPr/>
        </p:nvSpPr>
        <p:spPr>
          <a:xfrm>
            <a:off x="585773" y="1318550"/>
            <a:ext cx="10312211" cy="707886"/>
          </a:xfrm>
          <a:prstGeom prst="rect">
            <a:avLst/>
          </a:prstGeom>
        </p:spPr>
        <p:txBody>
          <a:bodyPr wrap="square">
            <a:spAutoFit/>
          </a:bodyPr>
          <a:lstStyle/>
          <a:p>
            <a:pPr>
              <a:tabLst>
                <a:tab pos="457200" algn="l"/>
              </a:tabLst>
            </a:pPr>
            <a:r>
              <a:rPr lang="en-US" sz="2000" dirty="0"/>
              <a:t>6.	You are only allowed to use the motor on the machine given the conditions in 	the table below. Otherwise, you can damage the machine or get thread jams:</a:t>
            </a:r>
            <a:endParaRPr lang="en-GB" sz="2000" b="1" noProof="0" dirty="0">
              <a:ea typeface="Times New Roman" panose="02020603050405020304" pitchFamily="18" charset="0"/>
            </a:endParaRPr>
          </a:p>
        </p:txBody>
      </p:sp>
      <p:graphicFrame>
        <p:nvGraphicFramePr>
          <p:cNvPr id="7" name="Tabel 6">
            <a:extLst>
              <a:ext uri="{FF2B5EF4-FFF2-40B4-BE49-F238E27FC236}">
                <a16:creationId xmlns:a16="http://schemas.microsoft.com/office/drawing/2014/main" id="{DE98CB57-149E-1124-937E-5E3ADB054CAD}"/>
              </a:ext>
            </a:extLst>
          </p:cNvPr>
          <p:cNvGraphicFramePr>
            <a:graphicFrameLocks noGrp="1"/>
          </p:cNvGraphicFramePr>
          <p:nvPr>
            <p:extLst>
              <p:ext uri="{D42A27DB-BD31-4B8C-83A1-F6EECF244321}">
                <p14:modId xmlns:p14="http://schemas.microsoft.com/office/powerpoint/2010/main" val="3933764869"/>
              </p:ext>
            </p:extLst>
          </p:nvPr>
        </p:nvGraphicFramePr>
        <p:xfrm>
          <a:off x="725328" y="2095303"/>
          <a:ext cx="10145140" cy="3582291"/>
        </p:xfrm>
        <a:graphic>
          <a:graphicData uri="http://schemas.openxmlformats.org/drawingml/2006/table">
            <a:tbl>
              <a:tblPr firstRow="1" firstCol="1" bandRow="1"/>
              <a:tblGrid>
                <a:gridCol w="1363086">
                  <a:extLst>
                    <a:ext uri="{9D8B030D-6E8A-4147-A177-3AD203B41FA5}">
                      <a16:colId xmlns:a16="http://schemas.microsoft.com/office/drawing/2014/main" val="3146871752"/>
                    </a:ext>
                  </a:extLst>
                </a:gridCol>
                <a:gridCol w="2133384">
                  <a:extLst>
                    <a:ext uri="{9D8B030D-6E8A-4147-A177-3AD203B41FA5}">
                      <a16:colId xmlns:a16="http://schemas.microsoft.com/office/drawing/2014/main" val="2428081147"/>
                    </a:ext>
                  </a:extLst>
                </a:gridCol>
                <a:gridCol w="2415253">
                  <a:extLst>
                    <a:ext uri="{9D8B030D-6E8A-4147-A177-3AD203B41FA5}">
                      <a16:colId xmlns:a16="http://schemas.microsoft.com/office/drawing/2014/main" val="3561901815"/>
                    </a:ext>
                  </a:extLst>
                </a:gridCol>
                <a:gridCol w="2618586">
                  <a:extLst>
                    <a:ext uri="{9D8B030D-6E8A-4147-A177-3AD203B41FA5}">
                      <a16:colId xmlns:a16="http://schemas.microsoft.com/office/drawing/2014/main" val="1893097271"/>
                    </a:ext>
                  </a:extLst>
                </a:gridCol>
                <a:gridCol w="1614831">
                  <a:extLst>
                    <a:ext uri="{9D8B030D-6E8A-4147-A177-3AD203B41FA5}">
                      <a16:colId xmlns:a16="http://schemas.microsoft.com/office/drawing/2014/main" val="2217555816"/>
                    </a:ext>
                  </a:extLst>
                </a:gridCol>
              </a:tblGrid>
              <a:tr h="976987">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Presser foot</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Fabric under presser foot</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Needle thread in needle and take-up lever</a:t>
                      </a: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Bobbin thread in machine</a:t>
                      </a: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Is machine allowed to work?</a:t>
                      </a: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0903420"/>
                  </a:ext>
                </a:extLst>
              </a:tr>
              <a:tr h="325663">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Up</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Don’t care</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dirty="0" err="1">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Don’t</a:t>
                      </a:r>
                      <a:r>
                        <a:rPr lang="da-DK"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 </a:t>
                      </a:r>
                      <a:r>
                        <a:rPr lang="da-DK" sz="1900" dirty="0" err="1">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care</a:t>
                      </a:r>
                      <a:endParaRPr lang="en-US"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6512199"/>
                  </a:ext>
                </a:extLst>
              </a:tr>
              <a:tr h="325663">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Up</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Don’t care</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Don’t care</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2278722"/>
                  </a:ext>
                </a:extLst>
              </a:tr>
              <a:tr h="325663">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Down</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Don’t care</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Don’t care</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302177"/>
                  </a:ext>
                </a:extLst>
              </a:tr>
              <a:tr h="325663">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Down</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2454509"/>
                  </a:ext>
                </a:extLst>
              </a:tr>
              <a:tr h="325663">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Down</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2193320"/>
                  </a:ext>
                </a:extLst>
              </a:tr>
              <a:tr h="325663">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Down</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6772704"/>
                  </a:ext>
                </a:extLst>
              </a:tr>
              <a:tr h="325663">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Up</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Don’t care</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No</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 *</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655749"/>
                  </a:ext>
                </a:extLst>
              </a:tr>
              <a:tr h="325663">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Down</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a:t>
                      </a:r>
                      <a:endParaRPr lang="en-US" sz="190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da-DK"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Yes **</a:t>
                      </a:r>
                      <a:endParaRPr lang="en-US" sz="1900" dirty="0">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endParaRPr>
                    </a:p>
                  </a:txBody>
                  <a:tcPr marL="112624" marR="1126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4085821"/>
                  </a:ext>
                </a:extLst>
              </a:tr>
            </a:tbl>
          </a:graphicData>
        </a:graphic>
      </p:graphicFrame>
      <p:sp>
        <p:nvSpPr>
          <p:cNvPr id="8" name="Rectangle 3">
            <a:extLst>
              <a:ext uri="{FF2B5EF4-FFF2-40B4-BE49-F238E27FC236}">
                <a16:creationId xmlns:a16="http://schemas.microsoft.com/office/drawing/2014/main" id="{D3CA945C-1C84-53A3-4365-9BD9AEAC59A1}"/>
              </a:ext>
            </a:extLst>
          </p:cNvPr>
          <p:cNvSpPr>
            <a:spLocks noChangeArrowheads="1"/>
          </p:cNvSpPr>
          <p:nvPr/>
        </p:nvSpPr>
        <p:spPr bwMode="auto">
          <a:xfrm>
            <a:off x="585774" y="5736384"/>
            <a:ext cx="24577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en-US" sz="1600" b="0" i="0" u="none" strike="noStrike" cap="none" normalizeH="0" baseline="0" dirty="0">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a:t>
            </a:r>
            <a:r>
              <a:rPr kumimoji="0" lang="da-DK" altLang="en-US" sz="1600" b="0" i="0" u="none" strike="noStrike" cap="none" normalizeH="0" baseline="0" dirty="0" err="1">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Used</a:t>
            </a:r>
            <a:r>
              <a:rPr kumimoji="0" lang="da-DK" altLang="en-US" sz="1600" b="0" i="0" u="none" strike="noStrike" cap="none" normalizeH="0" baseline="0" dirty="0">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 for </a:t>
            </a:r>
            <a:r>
              <a:rPr kumimoji="0" lang="da-DK" altLang="en-US" sz="1600" b="0" i="0" u="none" strike="noStrike" cap="none" normalizeH="0" baseline="0" dirty="0" err="1">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bobbin</a:t>
            </a:r>
            <a:r>
              <a:rPr kumimoji="0" lang="da-DK" altLang="en-US" sz="1600" b="0" i="0" u="none" strike="noStrike" cap="none" normalizeH="0" baseline="0" dirty="0">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 </a:t>
            </a:r>
            <a:r>
              <a:rPr kumimoji="0" lang="da-DK" altLang="en-US" sz="1600" b="0" i="0" u="none" strike="noStrike" cap="none" normalizeH="0" baseline="0" dirty="0" err="1">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winding</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en-US" sz="1600" b="0" i="0" u="none" strike="noStrike" cap="none" normalizeH="0" baseline="0" dirty="0">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a:t>
            </a:r>
            <a:r>
              <a:rPr kumimoji="0" lang="da-DK" altLang="en-US" sz="1600" b="0" i="0" u="none" strike="noStrike" cap="none" normalizeH="0" baseline="0" dirty="0" err="1">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Used</a:t>
            </a:r>
            <a:r>
              <a:rPr kumimoji="0" lang="da-DK" altLang="en-US" sz="1600" b="0" i="0" u="none" strike="noStrike" cap="none" normalizeH="0" baseline="0" dirty="0">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 for normal </a:t>
            </a:r>
            <a:r>
              <a:rPr kumimoji="0" lang="da-DK" altLang="en-US" sz="1600" b="0" i="0" u="none" strike="noStrike" cap="none" normalizeH="0" baseline="0" dirty="0" err="1">
                <a:ln>
                  <a:noFill/>
                </a:ln>
                <a:solidFill>
                  <a:srgbClr val="262626"/>
                </a:solidFill>
                <a:effectLst/>
                <a:latin typeface="Lato" panose="020F0502020204030203" pitchFamily="34" charset="0"/>
                <a:ea typeface="Times New Roman" panose="02020603050405020304" pitchFamily="18" charset="0"/>
                <a:cs typeface="Times New Roman" panose="02020603050405020304" pitchFamily="18" charset="0"/>
              </a:rPr>
              <a:t>sewing</a:t>
            </a:r>
            <a:endParaRPr kumimoji="0" lang="da-DK"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410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86194-74B1-93B2-B01D-A56252B72164}"/>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6060EE36-DEFE-04E3-CCCF-4BDEE601E950}"/>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13</a:t>
            </a:fld>
            <a:endParaRPr lang="en-GB" noProof="0" dirty="0"/>
          </a:p>
        </p:txBody>
      </p:sp>
      <p:sp>
        <p:nvSpPr>
          <p:cNvPr id="6" name="Rektangel: afrundede hjørner 5">
            <a:extLst>
              <a:ext uri="{FF2B5EF4-FFF2-40B4-BE49-F238E27FC236}">
                <a16:creationId xmlns:a16="http://schemas.microsoft.com/office/drawing/2014/main" id="{5D8C5B9A-9358-AABC-3433-9383D2138599}"/>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F9C1E408-0DE5-58C6-C1F9-4AF0831851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F6B1D9A7-6E66-1B28-E3CA-1DA81F0B42FA}"/>
              </a:ext>
            </a:extLst>
          </p:cNvPr>
          <p:cNvSpPr txBox="1">
            <a:spLocks/>
          </p:cNvSpPr>
          <p:nvPr/>
        </p:nvSpPr>
        <p:spPr>
          <a:xfrm>
            <a:off x="725328" y="725808"/>
            <a:ext cx="7504272"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machines here exercise 1</a:t>
            </a:r>
          </a:p>
        </p:txBody>
      </p:sp>
      <p:sp>
        <p:nvSpPr>
          <p:cNvPr id="9" name="Rektangel 8">
            <a:extLst>
              <a:ext uri="{FF2B5EF4-FFF2-40B4-BE49-F238E27FC236}">
                <a16:creationId xmlns:a16="http://schemas.microsoft.com/office/drawing/2014/main" id="{ABD52EF2-64B2-ADA4-38AC-2CE0E1242F73}"/>
              </a:ext>
            </a:extLst>
          </p:cNvPr>
          <p:cNvSpPr/>
          <p:nvPr/>
        </p:nvSpPr>
        <p:spPr>
          <a:xfrm>
            <a:off x="610396" y="1415594"/>
            <a:ext cx="11367759" cy="4893647"/>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Brother </a:t>
            </a:r>
            <a:r>
              <a:rPr lang="en-GB" sz="2400" b="1" dirty="0" err="1">
                <a:ea typeface="Times New Roman" panose="02020603050405020304" pitchFamily="18" charset="0"/>
              </a:rPr>
              <a:t>Innov</a:t>
            </a:r>
            <a:r>
              <a:rPr lang="en-GB" sz="2400" b="1" dirty="0">
                <a:ea typeface="Times New Roman" panose="02020603050405020304" pitchFamily="18" charset="0"/>
              </a:rPr>
              <a:t>-is 100							Group 1 &amp; 3</a:t>
            </a:r>
            <a:br>
              <a:rPr lang="en-GB" sz="2400" b="1" dirty="0">
                <a:ea typeface="Times New Roman" panose="02020603050405020304" pitchFamily="18" charset="0"/>
              </a:rPr>
            </a:br>
            <a:r>
              <a:rPr lang="en-GB" sz="2400" b="1" dirty="0">
                <a:ea typeface="Times New Roman" panose="02020603050405020304" pitchFamily="18" charset="0"/>
              </a:rPr>
              <a:t>		Modern household </a:t>
            </a:r>
            <a:r>
              <a:rPr lang="en-GB" sz="2400" b="1" dirty="0" err="1">
                <a:ea typeface="Times New Roman" panose="02020603050405020304" pitchFamily="18" charset="0"/>
              </a:rPr>
              <a:t>zik-zak</a:t>
            </a:r>
            <a:r>
              <a:rPr lang="en-GB" sz="2400" b="1" dirty="0">
                <a:ea typeface="Times New Roman" panose="02020603050405020304" pitchFamily="18" charset="0"/>
              </a:rPr>
              <a:t> sewing machine with computer.</a:t>
            </a: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Veritas </a:t>
            </a:r>
            <a:r>
              <a:rPr lang="en-GB" sz="2400" b="1" noProof="0" dirty="0" err="1">
                <a:ea typeface="Times New Roman" panose="02020603050405020304" pitchFamily="18" charset="0"/>
              </a:rPr>
              <a:t>PowerStitch</a:t>
            </a:r>
            <a:r>
              <a:rPr lang="en-GB" sz="2400" b="1" noProof="0" dirty="0">
                <a:ea typeface="Times New Roman" panose="02020603050405020304" pitchFamily="18" charset="0"/>
              </a:rPr>
              <a:t> Pro						</a:t>
            </a:r>
            <a:r>
              <a:rPr lang="en-GB" sz="2400" b="1" dirty="0">
                <a:ea typeface="Times New Roman" panose="02020603050405020304" pitchFamily="18" charset="0"/>
              </a:rPr>
              <a:t> Group 2 &amp; 4</a:t>
            </a:r>
            <a:br>
              <a:rPr lang="en-GB" sz="2400" b="1" noProof="0" dirty="0">
                <a:ea typeface="Times New Roman" panose="02020603050405020304" pitchFamily="18" charset="0"/>
              </a:rPr>
            </a:br>
            <a:r>
              <a:rPr lang="en-GB" sz="2400" b="1" noProof="0" dirty="0">
                <a:ea typeface="Times New Roman" panose="02020603050405020304" pitchFamily="18" charset="0"/>
              </a:rPr>
              <a:t>		Modern household </a:t>
            </a:r>
            <a:r>
              <a:rPr lang="en-GB" sz="2400" b="1" noProof="0" dirty="0" err="1">
                <a:ea typeface="Times New Roman" panose="02020603050405020304" pitchFamily="18" charset="0"/>
              </a:rPr>
              <a:t>zik-zak</a:t>
            </a:r>
            <a:r>
              <a:rPr lang="en-GB" sz="2400" b="1" noProof="0" dirty="0">
                <a:ea typeface="Times New Roman" panose="02020603050405020304" pitchFamily="18" charset="0"/>
              </a:rPr>
              <a:t> sewing machine. Announced to be 		good for heavy duty applications.</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Singer 201K, modified							</a:t>
            </a:r>
            <a:r>
              <a:rPr lang="en-GB" sz="2400" b="1" dirty="0">
                <a:ea typeface="Times New Roman" panose="02020603050405020304" pitchFamily="18" charset="0"/>
              </a:rPr>
              <a:t> Group 3 &amp; 1</a:t>
            </a:r>
            <a:br>
              <a:rPr lang="en-GB" sz="2400" b="1" noProof="0" dirty="0">
                <a:ea typeface="Times New Roman" panose="02020603050405020304" pitchFamily="18" charset="0"/>
              </a:rPr>
            </a:br>
            <a:r>
              <a:rPr lang="en-GB" sz="2400" b="1" noProof="0" dirty="0">
                <a:ea typeface="Times New Roman" panose="02020603050405020304" pitchFamily="18" charset="0"/>
              </a:rPr>
              <a:t>		Vintage straight stitch household sewing machine. Famous. 				Produced 1935 to 1961. This one is from 1950.</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err="1">
                <a:ea typeface="Times New Roman" panose="02020603050405020304" pitchFamily="18" charset="0"/>
              </a:rPr>
              <a:t>Dürkopp</a:t>
            </a:r>
            <a:r>
              <a:rPr lang="en-GB" sz="2400" b="1" noProof="0" dirty="0">
                <a:ea typeface="Times New Roman" panose="02020603050405020304" pitchFamily="18" charset="0"/>
              </a:rPr>
              <a:t> 291, new motor drive					</a:t>
            </a:r>
            <a:r>
              <a:rPr lang="en-GB" sz="2400" b="1" dirty="0">
                <a:ea typeface="Times New Roman" panose="02020603050405020304" pitchFamily="18" charset="0"/>
              </a:rPr>
              <a:t>Group 4 &amp; 2</a:t>
            </a:r>
            <a:br>
              <a:rPr lang="en-GB" sz="2400" b="1" noProof="0" dirty="0">
                <a:ea typeface="Times New Roman" panose="02020603050405020304" pitchFamily="18" charset="0"/>
              </a:rPr>
            </a:br>
            <a:r>
              <a:rPr lang="en-GB" sz="2400" b="1" noProof="0" dirty="0">
                <a:ea typeface="Times New Roman" panose="02020603050405020304" pitchFamily="18" charset="0"/>
              </a:rPr>
              <a:t>		Industrial triple feed sewing machine. Produced about 1985.</a:t>
            </a:r>
          </a:p>
        </p:txBody>
      </p:sp>
    </p:spTree>
    <p:extLst>
      <p:ext uri="{BB962C8B-B14F-4D97-AF65-F5344CB8AC3E}">
        <p14:creationId xmlns:p14="http://schemas.microsoft.com/office/powerpoint/2010/main" val="1860025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82C31-FD28-747D-0398-4F2B727D6632}"/>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9D0B325C-C515-BF22-2DDE-68FCF0B3F15C}"/>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14</a:t>
            </a:fld>
            <a:endParaRPr lang="en-GB" noProof="0" dirty="0"/>
          </a:p>
        </p:txBody>
      </p:sp>
      <p:sp>
        <p:nvSpPr>
          <p:cNvPr id="6" name="Rektangel: afrundede hjørner 5">
            <a:extLst>
              <a:ext uri="{FF2B5EF4-FFF2-40B4-BE49-F238E27FC236}">
                <a16:creationId xmlns:a16="http://schemas.microsoft.com/office/drawing/2014/main" id="{56769E9B-09B5-AF7F-7FC5-7F374EFE5820}"/>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FAFD2390-E29D-695D-C64A-F12383B84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1329F33A-1A36-502C-39B2-2380710EDD62}"/>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Speed control evaluation </a:t>
            </a:r>
            <a:r>
              <a:rPr lang="en-GB" sz="3200" dirty="0" err="1"/>
              <a:t>excersise</a:t>
            </a:r>
            <a:endParaRPr lang="en-GB" sz="3200" dirty="0"/>
          </a:p>
        </p:txBody>
      </p:sp>
      <p:sp>
        <p:nvSpPr>
          <p:cNvPr id="9" name="Rektangel 8">
            <a:extLst>
              <a:ext uri="{FF2B5EF4-FFF2-40B4-BE49-F238E27FC236}">
                <a16:creationId xmlns:a16="http://schemas.microsoft.com/office/drawing/2014/main" id="{D4EF413B-C8D7-E729-F87A-B78107F7304F}"/>
              </a:ext>
            </a:extLst>
          </p:cNvPr>
          <p:cNvSpPr/>
          <p:nvPr/>
        </p:nvSpPr>
        <p:spPr>
          <a:xfrm>
            <a:off x="610396" y="1299216"/>
            <a:ext cx="11367759" cy="5632311"/>
          </a:xfrm>
          <a:prstGeom prst="rect">
            <a:avLst/>
          </a:prstGeom>
        </p:spPr>
        <p:txBody>
          <a:bodyPr wrap="square">
            <a:spAutoFit/>
          </a:bodyPr>
          <a:lstStyle/>
          <a:p>
            <a:pPr marL="457200" lvl="0" indent="-457200">
              <a:buFont typeface="+mj-lt"/>
              <a:buAutoNum type="arabicPeriod"/>
              <a:tabLst>
                <a:tab pos="457200" algn="l"/>
              </a:tabLst>
            </a:pPr>
            <a:r>
              <a:rPr lang="en-GB" sz="2400" b="1" dirty="0">
                <a:ea typeface="Times New Roman" panose="02020603050405020304" pitchFamily="18" charset="0"/>
              </a:rPr>
              <a:t>Get used to pedal and speed ½ </a:t>
            </a:r>
            <a:r>
              <a:rPr lang="en-GB" sz="2400" b="1" dirty="0" err="1">
                <a:ea typeface="Times New Roman" panose="02020603050405020304" pitchFamily="18" charset="0"/>
              </a:rPr>
              <a:t>minut</a:t>
            </a:r>
            <a:r>
              <a:rPr lang="en-GB" sz="2400" b="1" dirty="0">
                <a:ea typeface="Times New Roman" panose="02020603050405020304" pitchFamily="18" charset="0"/>
              </a:rPr>
              <a:t> each with nothing under foot and no sewing thread. The Brother machine needs some fabric.</a:t>
            </a:r>
          </a:p>
          <a:p>
            <a:pPr marL="457200" lvl="0" indent="-457200">
              <a:buFont typeface="+mj-lt"/>
              <a:buAutoNum type="arabicPeriod"/>
              <a:tabLst>
                <a:tab pos="457200" algn="l"/>
              </a:tabLst>
            </a:pPr>
            <a:r>
              <a:rPr lang="en-GB" sz="2400" b="1" dirty="0">
                <a:ea typeface="Times New Roman" panose="02020603050405020304" pitchFamily="18" charset="0"/>
              </a:rPr>
              <a:t>The aim is to evaluate the speed control of the sewing machine. Stitch length is set to 4 mm. </a:t>
            </a:r>
            <a:br>
              <a:rPr lang="en-GB" sz="2400" b="1" dirty="0">
                <a:ea typeface="Times New Roman" panose="02020603050405020304" pitchFamily="18" charset="0"/>
              </a:rPr>
            </a:br>
            <a:r>
              <a:rPr lang="en-GB" sz="2400" b="1" dirty="0">
                <a:ea typeface="Times New Roman" panose="02020603050405020304" pitchFamily="18" charset="0"/>
              </a:rPr>
              <a:t>You are not allowed to reposition the fabric under the presser foot but turning it is allowed.</a:t>
            </a:r>
            <a:br>
              <a:rPr lang="en-GB" sz="2400" b="1" dirty="0">
                <a:ea typeface="Times New Roman" panose="02020603050405020304" pitchFamily="18" charset="0"/>
              </a:rPr>
            </a:br>
            <a:r>
              <a:rPr lang="en-GB" sz="2400" b="1" dirty="0">
                <a:ea typeface="Times New Roman" panose="02020603050405020304" pitchFamily="18" charset="0"/>
              </a:rPr>
              <a:t>You are not allowed to use the  handwheel.</a:t>
            </a:r>
            <a:br>
              <a:rPr lang="en-GB" sz="2400" b="1" dirty="0">
                <a:ea typeface="Times New Roman" panose="02020603050405020304" pitchFamily="18" charset="0"/>
              </a:rPr>
            </a:br>
            <a:r>
              <a:rPr lang="en-GB" sz="2400" b="1" dirty="0">
                <a:ea typeface="Times New Roman" panose="02020603050405020304" pitchFamily="18" charset="0"/>
              </a:rPr>
              <a:t>You are allowed to start and stop the machine and change speed with pedal.</a:t>
            </a:r>
          </a:p>
          <a:p>
            <a:pPr marL="457200" lvl="0" indent="-457200">
              <a:buFont typeface="+mj-lt"/>
              <a:buAutoNum type="arabicPeriod"/>
              <a:tabLst>
                <a:tab pos="457200" algn="l"/>
              </a:tabLst>
            </a:pPr>
            <a:r>
              <a:rPr lang="en-GB" sz="2400" b="1" dirty="0" err="1">
                <a:ea typeface="Times New Roman" panose="02020603050405020304" pitchFamily="18" charset="0"/>
              </a:rPr>
              <a:t>Excersise</a:t>
            </a:r>
            <a:r>
              <a:rPr lang="en-GB" sz="2400" b="1" dirty="0">
                <a:ea typeface="Times New Roman" panose="02020603050405020304" pitchFamily="18" charset="0"/>
              </a:rPr>
              <a:t> 1: You need to follow a straight line, a curve and a straight line on a </a:t>
            </a:r>
            <a:r>
              <a:rPr lang="en-GB" sz="2400" b="1" dirty="0" err="1">
                <a:ea typeface="Times New Roman" panose="02020603050405020304" pitchFamily="18" charset="0"/>
              </a:rPr>
              <a:t>cartboard</a:t>
            </a:r>
            <a:r>
              <a:rPr lang="en-GB" sz="2400" b="1" dirty="0">
                <a:ea typeface="Times New Roman" panose="02020603050405020304" pitchFamily="18" charset="0"/>
              </a:rPr>
              <a:t>.</a:t>
            </a:r>
          </a:p>
          <a:p>
            <a:pPr marL="457200" lvl="0" indent="-457200">
              <a:buFont typeface="+mj-lt"/>
              <a:buAutoNum type="arabicPeriod"/>
              <a:tabLst>
                <a:tab pos="457200" algn="l"/>
              </a:tabLst>
            </a:pPr>
            <a:r>
              <a:rPr lang="en-GB" sz="2400" b="1" dirty="0" err="1">
                <a:ea typeface="Times New Roman" panose="02020603050405020304" pitchFamily="18" charset="0"/>
              </a:rPr>
              <a:t>Excersise</a:t>
            </a:r>
            <a:r>
              <a:rPr lang="en-GB" sz="2400" b="1" dirty="0">
                <a:ea typeface="Times New Roman" panose="02020603050405020304" pitchFamily="18" charset="0"/>
              </a:rPr>
              <a:t> 2: You need to sew down to a line and turn on corner. Try to hit the corner with needle. And sew a bit again along edge.</a:t>
            </a:r>
          </a:p>
          <a:p>
            <a:pPr marL="457200" lvl="0" indent="-457200">
              <a:buFont typeface="+mj-lt"/>
              <a:buAutoNum type="arabicPeriod"/>
              <a:tabLst>
                <a:tab pos="457200" algn="l"/>
              </a:tabLst>
            </a:pPr>
            <a:r>
              <a:rPr lang="en-GB" sz="2400" b="1" dirty="0" err="1">
                <a:ea typeface="Times New Roman" panose="02020603050405020304" pitchFamily="18" charset="0"/>
              </a:rPr>
              <a:t>Excersise</a:t>
            </a:r>
            <a:r>
              <a:rPr lang="en-GB" sz="2400" b="1" dirty="0">
                <a:ea typeface="Times New Roman" panose="02020603050405020304" pitchFamily="18" charset="0"/>
              </a:rPr>
              <a:t> 3: Measure lowest possible speed (stitches/min).</a:t>
            </a:r>
            <a:br>
              <a:rPr lang="en-GB" sz="2400" b="1" dirty="0">
                <a:ea typeface="Times New Roman" panose="02020603050405020304" pitchFamily="18" charset="0"/>
              </a:rPr>
            </a:b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1639610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0EB5-D68B-B053-BB96-53CD259107E3}"/>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2EB1DD3D-BF15-48B7-C48E-1C2620965E4D}"/>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15</a:t>
            </a:fld>
            <a:endParaRPr lang="en-GB" noProof="0" dirty="0"/>
          </a:p>
        </p:txBody>
      </p:sp>
      <p:sp>
        <p:nvSpPr>
          <p:cNvPr id="6" name="Rektangel: afrundede hjørner 5">
            <a:extLst>
              <a:ext uri="{FF2B5EF4-FFF2-40B4-BE49-F238E27FC236}">
                <a16:creationId xmlns:a16="http://schemas.microsoft.com/office/drawing/2014/main" id="{1230A6B7-1871-E96C-6170-84F477ADFCC5}"/>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1D85CF68-E908-267E-BC37-8CD55EC18D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3D679704-E7B4-551A-D97B-2EAD52D7F5DB}"/>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Speed control evaluation </a:t>
            </a:r>
            <a:r>
              <a:rPr lang="en-GB" sz="3200" dirty="0" err="1"/>
              <a:t>excersise</a:t>
            </a:r>
            <a:endParaRPr lang="en-GB" sz="3200" dirty="0"/>
          </a:p>
        </p:txBody>
      </p:sp>
      <p:sp>
        <p:nvSpPr>
          <p:cNvPr id="9" name="Rektangel 8">
            <a:extLst>
              <a:ext uri="{FF2B5EF4-FFF2-40B4-BE49-F238E27FC236}">
                <a16:creationId xmlns:a16="http://schemas.microsoft.com/office/drawing/2014/main" id="{43ED2DFF-9228-84AC-E88A-48830997A9FE}"/>
              </a:ext>
            </a:extLst>
          </p:cNvPr>
          <p:cNvSpPr/>
          <p:nvPr/>
        </p:nvSpPr>
        <p:spPr>
          <a:xfrm>
            <a:off x="610396" y="1299216"/>
            <a:ext cx="11367759" cy="5262979"/>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Please share with others here your experience</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Unfortunately, it is almost impossible to get specifications on lowest speed regarding sewing machines nor servo motor drives. You need to ask about it, search for the information or try the machine before buying.</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hlinkClick r:id="rId4"/>
              </a:rPr>
              <a:t>https://www.youtube.com/watch?v=i552XIOQFDY</a:t>
            </a:r>
            <a:r>
              <a:rPr lang="en-GB" sz="2400" b="1" dirty="0">
                <a:ea typeface="Times New Roman" panose="02020603050405020304" pitchFamily="18" charset="0"/>
              </a:rPr>
              <a:t> </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I see 90 stitches/min lowest speed in this video</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The pedal and the electronics used sets this performance</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Break 10 min</a:t>
            </a:r>
            <a:br>
              <a:rPr lang="en-GB" sz="2400" b="1" dirty="0">
                <a:ea typeface="Times New Roman" panose="02020603050405020304" pitchFamily="18" charset="0"/>
              </a:rPr>
            </a:b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243055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 calcmode="lin" valueType="num">
                                      <p:cBhvr additive="base">
                                        <p:cTn id="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 calcmode="lin" valueType="num">
                                      <p:cBhvr additive="base">
                                        <p:cTn id="1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anim calcmode="lin" valueType="num">
                                      <p:cBhvr additive="base">
                                        <p:cTn id="19"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anim calcmode="lin" valueType="num">
                                      <p:cBhvr additive="base">
                                        <p:cTn id="23"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anim calcmode="lin" valueType="num">
                                      <p:cBhvr additive="base">
                                        <p:cTn id="27"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969A-08FF-DD5B-358E-9A1A3D636136}"/>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7D2287F8-85B2-5973-2C6A-D756703C819C}"/>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16</a:t>
            </a:fld>
            <a:endParaRPr lang="en-GB" noProof="0" dirty="0"/>
          </a:p>
        </p:txBody>
      </p:sp>
      <p:sp>
        <p:nvSpPr>
          <p:cNvPr id="6" name="Rektangel: afrundede hjørner 5">
            <a:extLst>
              <a:ext uri="{FF2B5EF4-FFF2-40B4-BE49-F238E27FC236}">
                <a16:creationId xmlns:a16="http://schemas.microsoft.com/office/drawing/2014/main" id="{E0A4D31D-F7CF-5965-06A7-DA3B955BD53D}"/>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5B18B50E-F5FE-AB00-B4D2-DD4FA0B7DB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6B189DCE-E301-2D49-AF31-DBA661335DA9}"/>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a:t>
            </a:r>
          </a:p>
        </p:txBody>
      </p:sp>
      <p:sp>
        <p:nvSpPr>
          <p:cNvPr id="9" name="Rektangel 8">
            <a:extLst>
              <a:ext uri="{FF2B5EF4-FFF2-40B4-BE49-F238E27FC236}">
                <a16:creationId xmlns:a16="http://schemas.microsoft.com/office/drawing/2014/main" id="{B84540E7-F086-89A2-F528-688E115505BE}"/>
              </a:ext>
            </a:extLst>
          </p:cNvPr>
          <p:cNvSpPr/>
          <p:nvPr/>
        </p:nvSpPr>
        <p:spPr>
          <a:xfrm>
            <a:off x="610396" y="1299216"/>
            <a:ext cx="11367759" cy="4524315"/>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Needle system		</a:t>
            </a:r>
          </a:p>
          <a:p>
            <a:pPr lvl="0">
              <a:tabLst>
                <a:tab pos="457200" algn="l"/>
              </a:tabLst>
            </a:pPr>
            <a:r>
              <a:rPr lang="en-GB" sz="2400" b="1" dirty="0">
                <a:ea typeface="Times New Roman" panose="02020603050405020304" pitchFamily="18" charset="0"/>
              </a:rPr>
              <a:t>	 It is a hidden specification regarding key dimensions of the needle.</a:t>
            </a:r>
            <a:br>
              <a:rPr lang="en-GB" sz="2400" b="1" dirty="0">
                <a:ea typeface="Times New Roman" panose="02020603050405020304" pitchFamily="18" charset="0"/>
              </a:rPr>
            </a:br>
            <a:r>
              <a:rPr lang="en-GB" sz="2400" b="1" dirty="0">
                <a:ea typeface="Times New Roman" panose="02020603050405020304" pitchFamily="18" charset="0"/>
              </a:rPr>
              <a:t> 	 The needle system can be found in the sewing machine manual.</a:t>
            </a:r>
            <a:br>
              <a:rPr lang="en-GB" sz="2400" b="1" dirty="0">
                <a:ea typeface="Times New Roman" panose="02020603050405020304" pitchFamily="18" charset="0"/>
              </a:rPr>
            </a:br>
            <a:r>
              <a:rPr lang="en-GB" sz="2400" b="1" dirty="0">
                <a:ea typeface="Times New Roman" panose="02020603050405020304" pitchFamily="18" charset="0"/>
              </a:rPr>
              <a:t>	 Europe, USA and Japan got their 	 own way of naming needle systems.</a:t>
            </a:r>
            <a:br>
              <a:rPr lang="en-GB" sz="2400" b="1" dirty="0">
                <a:ea typeface="Times New Roman" panose="02020603050405020304" pitchFamily="18" charset="0"/>
              </a:rPr>
            </a:br>
            <a:r>
              <a:rPr lang="en-GB" sz="2400" b="1" dirty="0">
                <a:ea typeface="Times New Roman" panose="02020603050405020304" pitchFamily="18" charset="0"/>
              </a:rPr>
              <a:t>	 Therefore, each needle system got more names.</a:t>
            </a:r>
          </a:p>
          <a:p>
            <a:pPr lvl="0">
              <a:tabLst>
                <a:tab pos="457200" algn="l"/>
              </a:tabLst>
            </a:pPr>
            <a:r>
              <a:rPr lang="en-GB" sz="2400" b="1" dirty="0">
                <a:ea typeface="Times New Roman" panose="02020603050405020304" pitchFamily="18" charset="0"/>
              </a:rPr>
              <a:t>	 There is about 1000 needle systems. 130/705H is only one of them.</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Needle size</a:t>
            </a:r>
          </a:p>
          <a:p>
            <a:pPr lvl="0">
              <a:tabLst>
                <a:tab pos="457200" algn="l"/>
              </a:tabLst>
            </a:pPr>
            <a:r>
              <a:rPr lang="en-GB" sz="2400" b="1" dirty="0">
                <a:ea typeface="Times New Roman" panose="02020603050405020304" pitchFamily="18" charset="0"/>
              </a:rPr>
              <a:t>	  Refer to the diameter of the shaft (blade)		</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Other specialities like needle point, size of needle eye etc.</a:t>
            </a:r>
            <a:br>
              <a:rPr lang="en-GB" sz="2400" b="1" dirty="0">
                <a:ea typeface="Times New Roman" panose="02020603050405020304" pitchFamily="18" charset="0"/>
              </a:rPr>
            </a:b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132438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 calcmode="lin" valueType="num">
                                      <p:cBhvr additive="base">
                                        <p:cTn id="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anim calcmode="lin" valueType="num">
                                      <p:cBhvr additive="base">
                                        <p:cTn id="1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anim calcmode="lin" valueType="num">
                                      <p:cBhvr additive="base">
                                        <p:cTn id="15"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B0D33-B997-C309-2E5D-12CE94512833}"/>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EECD00E8-C448-F1B7-FF3B-C1926DC1A645}"/>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17</a:t>
            </a:fld>
            <a:endParaRPr lang="en-GB" noProof="0" dirty="0"/>
          </a:p>
        </p:txBody>
      </p:sp>
      <p:sp>
        <p:nvSpPr>
          <p:cNvPr id="6" name="Rektangel: afrundede hjørner 5">
            <a:extLst>
              <a:ext uri="{FF2B5EF4-FFF2-40B4-BE49-F238E27FC236}">
                <a16:creationId xmlns:a16="http://schemas.microsoft.com/office/drawing/2014/main" id="{A5BC81C4-C8E1-DC4A-531D-927662F96B24}"/>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E87C7296-93DB-53E3-F545-BDA6B586BD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F5BC0CA7-CBF8-BAAC-C94A-A6CA7A5B5B71}"/>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size</a:t>
            </a:r>
          </a:p>
        </p:txBody>
      </p:sp>
      <p:sp>
        <p:nvSpPr>
          <p:cNvPr id="9" name="Rektangel 8">
            <a:extLst>
              <a:ext uri="{FF2B5EF4-FFF2-40B4-BE49-F238E27FC236}">
                <a16:creationId xmlns:a16="http://schemas.microsoft.com/office/drawing/2014/main" id="{B892BBAA-76A4-39DE-E98B-BFFFDDE5FEA3}"/>
              </a:ext>
            </a:extLst>
          </p:cNvPr>
          <p:cNvSpPr/>
          <p:nvPr/>
        </p:nvSpPr>
        <p:spPr>
          <a:xfrm>
            <a:off x="610396" y="1299216"/>
            <a:ext cx="11367759" cy="830997"/>
          </a:xfrm>
          <a:prstGeom prst="rect">
            <a:avLst/>
          </a:prstGeom>
        </p:spPr>
        <p:txBody>
          <a:bodyPr wrap="square">
            <a:spAutoFit/>
          </a:bodyPr>
          <a:lstStyle/>
          <a:p>
            <a:pPr lvl="0">
              <a:tabLst>
                <a:tab pos="457200" algn="l"/>
              </a:tabLst>
            </a:pPr>
            <a:br>
              <a:rPr lang="en-GB" sz="2400" b="1" dirty="0">
                <a:ea typeface="Times New Roman" panose="02020603050405020304" pitchFamily="18" charset="0"/>
              </a:rPr>
            </a:br>
            <a:endParaRPr lang="en-GB" sz="2400" b="1" noProof="0" dirty="0">
              <a:ea typeface="Times New Roman" panose="02020603050405020304" pitchFamily="18" charset="0"/>
            </a:endParaRPr>
          </a:p>
        </p:txBody>
      </p:sp>
      <p:pic>
        <p:nvPicPr>
          <p:cNvPr id="5" name="Billede 4">
            <a:extLst>
              <a:ext uri="{FF2B5EF4-FFF2-40B4-BE49-F238E27FC236}">
                <a16:creationId xmlns:a16="http://schemas.microsoft.com/office/drawing/2014/main" id="{1B3EFC51-0ABB-A63E-F55E-EF07D5DB382E}"/>
              </a:ext>
            </a:extLst>
          </p:cNvPr>
          <p:cNvPicPr>
            <a:picLocks noChangeAspect="1"/>
          </p:cNvPicPr>
          <p:nvPr/>
        </p:nvPicPr>
        <p:blipFill>
          <a:blip r:embed="rId4"/>
          <a:stretch>
            <a:fillRect/>
          </a:stretch>
        </p:blipFill>
        <p:spPr>
          <a:xfrm>
            <a:off x="725327" y="1249682"/>
            <a:ext cx="3239844" cy="5426739"/>
          </a:xfrm>
          <a:prstGeom prst="rect">
            <a:avLst/>
          </a:prstGeom>
        </p:spPr>
      </p:pic>
      <p:pic>
        <p:nvPicPr>
          <p:cNvPr id="10" name="Billede 9">
            <a:extLst>
              <a:ext uri="{FF2B5EF4-FFF2-40B4-BE49-F238E27FC236}">
                <a16:creationId xmlns:a16="http://schemas.microsoft.com/office/drawing/2014/main" id="{79CCCCE6-DE49-B1EF-FBB1-422D412D11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0517" y="1563220"/>
            <a:ext cx="6688261" cy="1609717"/>
          </a:xfrm>
          <a:prstGeom prst="rect">
            <a:avLst/>
          </a:prstGeom>
        </p:spPr>
      </p:pic>
      <p:pic>
        <p:nvPicPr>
          <p:cNvPr id="12" name="Billede 11">
            <a:extLst>
              <a:ext uri="{FF2B5EF4-FFF2-40B4-BE49-F238E27FC236}">
                <a16:creationId xmlns:a16="http://schemas.microsoft.com/office/drawing/2014/main" id="{999BFAEF-3AE2-A26C-1590-DB2C6C0606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2739" y="3436940"/>
            <a:ext cx="7756627" cy="2531597"/>
          </a:xfrm>
          <a:prstGeom prst="rect">
            <a:avLst/>
          </a:prstGeom>
        </p:spPr>
      </p:pic>
    </p:spTree>
    <p:extLst>
      <p:ext uri="{BB962C8B-B14F-4D97-AF65-F5344CB8AC3E}">
        <p14:creationId xmlns:p14="http://schemas.microsoft.com/office/powerpoint/2010/main" val="1094839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9CC70-D519-3834-6B8D-B12B38F2CFE4}"/>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3C13EF39-839A-6935-A79F-99091B760EFC}"/>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18</a:t>
            </a:fld>
            <a:endParaRPr lang="en-GB" noProof="0" dirty="0"/>
          </a:p>
        </p:txBody>
      </p:sp>
      <p:sp>
        <p:nvSpPr>
          <p:cNvPr id="6" name="Rektangel: afrundede hjørner 5">
            <a:extLst>
              <a:ext uri="{FF2B5EF4-FFF2-40B4-BE49-F238E27FC236}">
                <a16:creationId xmlns:a16="http://schemas.microsoft.com/office/drawing/2014/main" id="{5C1B55CB-0637-69C0-936D-33CB524ACC7D}"/>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28B71855-8370-E58F-AFBD-0B92ADC21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A93C8092-BB16-6C37-2523-2444FBA711BF}"/>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point, eye</a:t>
            </a:r>
          </a:p>
        </p:txBody>
      </p:sp>
      <p:pic>
        <p:nvPicPr>
          <p:cNvPr id="11" name="Billede 10">
            <a:extLst>
              <a:ext uri="{FF2B5EF4-FFF2-40B4-BE49-F238E27FC236}">
                <a16:creationId xmlns:a16="http://schemas.microsoft.com/office/drawing/2014/main" id="{F8C08F5A-7C32-CBEC-7AE9-B89F9DA0A3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571" y="1157900"/>
            <a:ext cx="3067396" cy="2592785"/>
          </a:xfrm>
          <a:prstGeom prst="rect">
            <a:avLst/>
          </a:prstGeom>
        </p:spPr>
      </p:pic>
      <p:pic>
        <p:nvPicPr>
          <p:cNvPr id="13" name="Billede 12">
            <a:extLst>
              <a:ext uri="{FF2B5EF4-FFF2-40B4-BE49-F238E27FC236}">
                <a16:creationId xmlns:a16="http://schemas.microsoft.com/office/drawing/2014/main" id="{85666B03-4323-0F64-3D41-67C02B9692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7734" y="1428319"/>
            <a:ext cx="5180207" cy="5155222"/>
          </a:xfrm>
          <a:prstGeom prst="rect">
            <a:avLst/>
          </a:prstGeom>
        </p:spPr>
      </p:pic>
      <p:pic>
        <p:nvPicPr>
          <p:cNvPr id="15" name="Billede 14">
            <a:extLst>
              <a:ext uri="{FF2B5EF4-FFF2-40B4-BE49-F238E27FC236}">
                <a16:creationId xmlns:a16="http://schemas.microsoft.com/office/drawing/2014/main" id="{33533717-8B18-9BAD-CCEB-20DF63CCAD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1313" y="3809861"/>
            <a:ext cx="4733747" cy="2773680"/>
          </a:xfrm>
          <a:prstGeom prst="rect">
            <a:avLst/>
          </a:prstGeom>
        </p:spPr>
      </p:pic>
    </p:spTree>
    <p:extLst>
      <p:ext uri="{BB962C8B-B14F-4D97-AF65-F5344CB8AC3E}">
        <p14:creationId xmlns:p14="http://schemas.microsoft.com/office/powerpoint/2010/main" val="2690266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F5359-FC24-E4F4-B339-E76B37AFF439}"/>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3C742E85-2847-8A3D-1DB2-59A48FBADFD9}"/>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19</a:t>
            </a:fld>
            <a:endParaRPr lang="en-GB" noProof="0" dirty="0"/>
          </a:p>
        </p:txBody>
      </p:sp>
      <p:sp>
        <p:nvSpPr>
          <p:cNvPr id="6" name="Rektangel: afrundede hjørner 5">
            <a:extLst>
              <a:ext uri="{FF2B5EF4-FFF2-40B4-BE49-F238E27FC236}">
                <a16:creationId xmlns:a16="http://schemas.microsoft.com/office/drawing/2014/main" id="{32D366CD-08C2-D02E-DF95-A2FB2C803B00}"/>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C2AAEEB5-63AE-CE01-1E24-C568647113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BF321DCF-DE4E-4E8C-DDEB-5BAA098017C0}"/>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Household</a:t>
            </a:r>
          </a:p>
        </p:txBody>
      </p:sp>
      <p:sp>
        <p:nvSpPr>
          <p:cNvPr id="9" name="Rektangel 8">
            <a:extLst>
              <a:ext uri="{FF2B5EF4-FFF2-40B4-BE49-F238E27FC236}">
                <a16:creationId xmlns:a16="http://schemas.microsoft.com/office/drawing/2014/main" id="{B11E7A63-DC1A-AE32-6F66-78C3C8369E0B}"/>
              </a:ext>
            </a:extLst>
          </p:cNvPr>
          <p:cNvSpPr/>
          <p:nvPr/>
        </p:nvSpPr>
        <p:spPr>
          <a:xfrm>
            <a:off x="610396" y="1299216"/>
            <a:ext cx="11367759" cy="4524315"/>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99% of all household sewing machines use the same needle system</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Names:</a:t>
            </a:r>
          </a:p>
          <a:p>
            <a:pPr lvl="0">
              <a:tabLst>
                <a:tab pos="457200" algn="l"/>
              </a:tabLst>
            </a:pPr>
            <a:r>
              <a:rPr lang="en-GB" sz="2400" b="1" dirty="0">
                <a:ea typeface="Times New Roman" panose="02020603050405020304" pitchFamily="18" charset="0"/>
              </a:rPr>
              <a:t>	130/705H	(European)		(Previous: 130B, 130R, 705)</a:t>
            </a:r>
          </a:p>
          <a:p>
            <a:pPr lvl="0">
              <a:tabLst>
                <a:tab pos="457200" algn="l"/>
              </a:tabLst>
            </a:pPr>
            <a:r>
              <a:rPr lang="en-GB" sz="2400" b="1" dirty="0">
                <a:ea typeface="Times New Roman" panose="02020603050405020304" pitchFamily="18" charset="0"/>
              </a:rPr>
              <a:t>	15x1		(USA)</a:t>
            </a:r>
          </a:p>
          <a:p>
            <a:pPr lvl="0">
              <a:tabLst>
                <a:tab pos="457200" algn="l"/>
              </a:tabLst>
            </a:pPr>
            <a:r>
              <a:rPr lang="en-GB" sz="2400" b="1" dirty="0">
                <a:ea typeface="Times New Roman" panose="02020603050405020304" pitchFamily="18" charset="0"/>
              </a:rPr>
              <a:t>	HAx1 or HA-1	(Japan)</a:t>
            </a:r>
            <a:br>
              <a:rPr lang="en-GB" sz="2400" b="1" dirty="0">
                <a:ea typeface="Times New Roman" panose="02020603050405020304" pitchFamily="18" charset="0"/>
              </a:rPr>
            </a:br>
            <a:r>
              <a:rPr lang="en-GB" sz="2400" b="1" dirty="0">
                <a:ea typeface="Times New Roman" panose="02020603050405020304" pitchFamily="18" charset="0"/>
              </a:rPr>
              <a:t>	SY2020		(Singer)</a:t>
            </a:r>
          </a:p>
          <a:p>
            <a:pPr lvl="0">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They got a flat side on the shank. The others are normally round</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You can get them from size 60/8 to size 140/22.</a:t>
            </a:r>
            <a:br>
              <a:rPr lang="en-GB" sz="2400" b="1" dirty="0">
                <a:ea typeface="Times New Roman" panose="02020603050405020304" pitchFamily="18" charset="0"/>
              </a:rPr>
            </a:b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2594649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80CD3-59F3-DECB-11B1-F86B0EC8917D}"/>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9093D20A-71AF-6075-C091-28E5AAFC51A2}"/>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20</a:t>
            </a:fld>
            <a:endParaRPr lang="en-GB" noProof="0" dirty="0"/>
          </a:p>
        </p:txBody>
      </p:sp>
      <p:sp>
        <p:nvSpPr>
          <p:cNvPr id="6" name="Rektangel: afrundede hjørner 5">
            <a:extLst>
              <a:ext uri="{FF2B5EF4-FFF2-40B4-BE49-F238E27FC236}">
                <a16:creationId xmlns:a16="http://schemas.microsoft.com/office/drawing/2014/main" id="{35C029CD-9AFB-33C9-AF00-F8FA36D90A81}"/>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B10B118D-E772-6F65-E194-75BB34BD75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7F106F4D-FB90-5198-E65A-A792165FA8FB}"/>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Household</a:t>
            </a:r>
          </a:p>
        </p:txBody>
      </p:sp>
      <p:pic>
        <p:nvPicPr>
          <p:cNvPr id="5" name="Billede 4">
            <a:extLst>
              <a:ext uri="{FF2B5EF4-FFF2-40B4-BE49-F238E27FC236}">
                <a16:creationId xmlns:a16="http://schemas.microsoft.com/office/drawing/2014/main" id="{1B30D63C-AFA9-E91B-ECAF-D34D20D22E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327" y="1202581"/>
            <a:ext cx="8199157" cy="5414293"/>
          </a:xfrm>
          <a:prstGeom prst="rect">
            <a:avLst/>
          </a:prstGeom>
        </p:spPr>
      </p:pic>
      <p:pic>
        <p:nvPicPr>
          <p:cNvPr id="10" name="Billede 9">
            <a:extLst>
              <a:ext uri="{FF2B5EF4-FFF2-40B4-BE49-F238E27FC236}">
                <a16:creationId xmlns:a16="http://schemas.microsoft.com/office/drawing/2014/main" id="{EDE8FB1D-58BA-556F-1CDE-9321018A6D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25243" y="1479238"/>
            <a:ext cx="3166757" cy="628938"/>
          </a:xfrm>
          <a:prstGeom prst="rect">
            <a:avLst/>
          </a:prstGeom>
        </p:spPr>
      </p:pic>
    </p:spTree>
    <p:extLst>
      <p:ext uri="{BB962C8B-B14F-4D97-AF65-F5344CB8AC3E}">
        <p14:creationId xmlns:p14="http://schemas.microsoft.com/office/powerpoint/2010/main" val="1018221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86645-3A9E-728B-2781-B828C2175C85}"/>
            </a:ext>
          </a:extLst>
        </p:cNvPr>
        <p:cNvGrpSpPr/>
        <p:nvPr/>
      </p:nvGrpSpPr>
      <p:grpSpPr>
        <a:xfrm>
          <a:off x="0" y="0"/>
          <a:ext cx="0" cy="0"/>
          <a:chOff x="0" y="0"/>
          <a:chExt cx="0" cy="0"/>
        </a:xfrm>
      </p:grpSpPr>
      <p:pic>
        <p:nvPicPr>
          <p:cNvPr id="10" name="Billede 9">
            <a:extLst>
              <a:ext uri="{FF2B5EF4-FFF2-40B4-BE49-F238E27FC236}">
                <a16:creationId xmlns:a16="http://schemas.microsoft.com/office/drawing/2014/main" id="{1428F0FF-1755-B6CB-FEF3-0D9A60391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327" y="1159705"/>
            <a:ext cx="8963247" cy="5607688"/>
          </a:xfrm>
          <a:prstGeom prst="rect">
            <a:avLst/>
          </a:prstGeom>
        </p:spPr>
      </p:pic>
      <p:sp>
        <p:nvSpPr>
          <p:cNvPr id="4" name="Slide Number Placeholder 3" hidden="1">
            <a:extLst>
              <a:ext uri="{FF2B5EF4-FFF2-40B4-BE49-F238E27FC236}">
                <a16:creationId xmlns:a16="http://schemas.microsoft.com/office/drawing/2014/main" id="{60066B6E-207F-21A0-FDB2-AB2590A51F82}"/>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21</a:t>
            </a:fld>
            <a:endParaRPr lang="en-GB" noProof="0" dirty="0"/>
          </a:p>
        </p:txBody>
      </p:sp>
      <p:sp>
        <p:nvSpPr>
          <p:cNvPr id="6" name="Rektangel: afrundede hjørner 5">
            <a:extLst>
              <a:ext uri="{FF2B5EF4-FFF2-40B4-BE49-F238E27FC236}">
                <a16:creationId xmlns:a16="http://schemas.microsoft.com/office/drawing/2014/main" id="{5C917D06-1247-B39D-A1BB-5FACBA498D27}"/>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C9C627B2-7606-83C6-C147-FEB7E41C1C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C8BA2A8C-4CDA-7AEF-AE00-2E9960697EBD}"/>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Household</a:t>
            </a:r>
          </a:p>
        </p:txBody>
      </p:sp>
      <p:sp>
        <p:nvSpPr>
          <p:cNvPr id="2" name="Tekstfelt 1">
            <a:extLst>
              <a:ext uri="{FF2B5EF4-FFF2-40B4-BE49-F238E27FC236}">
                <a16:creationId xmlns:a16="http://schemas.microsoft.com/office/drawing/2014/main" id="{5813ADB9-F27C-57CC-7241-267EBF7404EB}"/>
              </a:ext>
            </a:extLst>
          </p:cNvPr>
          <p:cNvSpPr txBox="1"/>
          <p:nvPr/>
        </p:nvSpPr>
        <p:spPr>
          <a:xfrm>
            <a:off x="6251171" y="3809661"/>
            <a:ext cx="1313412" cy="307777"/>
          </a:xfrm>
          <a:prstGeom prst="rect">
            <a:avLst/>
          </a:prstGeom>
          <a:solidFill>
            <a:schemeClr val="bg1"/>
          </a:solidFill>
        </p:spPr>
        <p:txBody>
          <a:bodyPr wrap="square" lIns="0" tIns="0" rIns="0" bIns="0" rtlCol="0">
            <a:spAutoFit/>
          </a:bodyPr>
          <a:lstStyle/>
          <a:p>
            <a:r>
              <a:rPr lang="da-DK" sz="2000" dirty="0">
                <a:solidFill>
                  <a:srgbClr val="FF0000"/>
                </a:solidFill>
              </a:rPr>
              <a:t>Industrial</a:t>
            </a:r>
            <a:endParaRPr lang="en-US" sz="2000" dirty="0" err="1">
              <a:solidFill>
                <a:srgbClr val="FF0000"/>
              </a:solidFill>
            </a:endParaRPr>
          </a:p>
        </p:txBody>
      </p:sp>
      <p:sp>
        <p:nvSpPr>
          <p:cNvPr id="5" name="Tekstfelt 4">
            <a:extLst>
              <a:ext uri="{FF2B5EF4-FFF2-40B4-BE49-F238E27FC236}">
                <a16:creationId xmlns:a16="http://schemas.microsoft.com/office/drawing/2014/main" id="{EFBC5771-8722-A4DE-C50B-B75609A09B00}"/>
              </a:ext>
            </a:extLst>
          </p:cNvPr>
          <p:cNvSpPr txBox="1"/>
          <p:nvPr/>
        </p:nvSpPr>
        <p:spPr>
          <a:xfrm>
            <a:off x="8099366" y="3963549"/>
            <a:ext cx="1429789" cy="307777"/>
          </a:xfrm>
          <a:prstGeom prst="rect">
            <a:avLst/>
          </a:prstGeom>
          <a:solidFill>
            <a:schemeClr val="bg1"/>
          </a:solidFill>
        </p:spPr>
        <p:txBody>
          <a:bodyPr wrap="square" lIns="0" tIns="0" rIns="0" bIns="0" rtlCol="0">
            <a:spAutoFit/>
          </a:bodyPr>
          <a:lstStyle/>
          <a:p>
            <a:r>
              <a:rPr lang="da-DK" sz="2000" dirty="0">
                <a:solidFill>
                  <a:srgbClr val="FF0000"/>
                </a:solidFill>
              </a:rPr>
              <a:t>Industrial</a:t>
            </a:r>
            <a:endParaRPr lang="en-US" sz="2000" dirty="0" err="1">
              <a:solidFill>
                <a:srgbClr val="FF0000"/>
              </a:solidFill>
            </a:endParaRPr>
          </a:p>
        </p:txBody>
      </p:sp>
      <p:sp>
        <p:nvSpPr>
          <p:cNvPr id="9" name="Tekstfelt 8">
            <a:extLst>
              <a:ext uri="{FF2B5EF4-FFF2-40B4-BE49-F238E27FC236}">
                <a16:creationId xmlns:a16="http://schemas.microsoft.com/office/drawing/2014/main" id="{62EA86C4-912E-246A-BD5F-C30E13E9ACE5}"/>
              </a:ext>
            </a:extLst>
          </p:cNvPr>
          <p:cNvSpPr txBox="1"/>
          <p:nvPr/>
        </p:nvSpPr>
        <p:spPr>
          <a:xfrm>
            <a:off x="9867206" y="3194107"/>
            <a:ext cx="2177935" cy="1846659"/>
          </a:xfrm>
          <a:prstGeom prst="rect">
            <a:avLst/>
          </a:prstGeom>
          <a:noFill/>
        </p:spPr>
        <p:txBody>
          <a:bodyPr wrap="square" lIns="0" tIns="0" rIns="0" bIns="0" rtlCol="0">
            <a:spAutoFit/>
          </a:bodyPr>
          <a:lstStyle/>
          <a:p>
            <a:r>
              <a:rPr lang="da-DK" sz="2000" dirty="0"/>
              <a:t>A normal </a:t>
            </a:r>
            <a:r>
              <a:rPr lang="da-DK" sz="2000" dirty="0" err="1"/>
              <a:t>sewing</a:t>
            </a:r>
            <a:r>
              <a:rPr lang="da-DK" sz="2000" dirty="0"/>
              <a:t> </a:t>
            </a:r>
            <a:r>
              <a:rPr lang="da-DK" sz="2000" dirty="0" err="1"/>
              <a:t>machine</a:t>
            </a:r>
            <a:r>
              <a:rPr lang="da-DK" sz="2000" dirty="0"/>
              <a:t> hook </a:t>
            </a:r>
            <a:r>
              <a:rPr lang="da-DK" sz="2000" dirty="0" err="1"/>
              <a:t>might</a:t>
            </a:r>
            <a:r>
              <a:rPr lang="da-DK" sz="2000" dirty="0"/>
              <a:t> hit the body of an </a:t>
            </a:r>
            <a:r>
              <a:rPr lang="da-DK" sz="2000" dirty="0" err="1"/>
              <a:t>embroidery</a:t>
            </a:r>
            <a:r>
              <a:rPr lang="da-DK" sz="2000" dirty="0"/>
              <a:t> </a:t>
            </a:r>
            <a:r>
              <a:rPr lang="da-DK" sz="2000" dirty="0" err="1"/>
              <a:t>needle</a:t>
            </a:r>
            <a:endParaRPr lang="en-US" sz="2000" dirty="0" err="1"/>
          </a:p>
        </p:txBody>
      </p:sp>
    </p:spTree>
    <p:extLst>
      <p:ext uri="{BB962C8B-B14F-4D97-AF65-F5344CB8AC3E}">
        <p14:creationId xmlns:p14="http://schemas.microsoft.com/office/powerpoint/2010/main" val="418152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BFD5E-2CE0-C519-402F-F06F3C2C7630}"/>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30E9C773-3ED1-CFEC-4275-5DCEA03CD653}"/>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22</a:t>
            </a:fld>
            <a:endParaRPr lang="en-GB" noProof="0" dirty="0"/>
          </a:p>
        </p:txBody>
      </p:sp>
      <p:sp>
        <p:nvSpPr>
          <p:cNvPr id="6" name="Rektangel: afrundede hjørner 5">
            <a:extLst>
              <a:ext uri="{FF2B5EF4-FFF2-40B4-BE49-F238E27FC236}">
                <a16:creationId xmlns:a16="http://schemas.microsoft.com/office/drawing/2014/main" id="{431575D3-2305-0891-BAD3-7AA54644E497}"/>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A0AC9397-AF70-C77A-A296-F366ED107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47D777A9-73D9-BDDD-B3EA-74472838B2C1}"/>
              </a:ext>
            </a:extLst>
          </p:cNvPr>
          <p:cNvSpPr txBox="1">
            <a:spLocks/>
          </p:cNvSpPr>
          <p:nvPr/>
        </p:nvSpPr>
        <p:spPr>
          <a:xfrm>
            <a:off x="725327" y="725808"/>
            <a:ext cx="77869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Overlocker</a:t>
            </a:r>
          </a:p>
        </p:txBody>
      </p:sp>
      <p:sp>
        <p:nvSpPr>
          <p:cNvPr id="9" name="Rektangel 8">
            <a:extLst>
              <a:ext uri="{FF2B5EF4-FFF2-40B4-BE49-F238E27FC236}">
                <a16:creationId xmlns:a16="http://schemas.microsoft.com/office/drawing/2014/main" id="{445A8698-0113-4FB6-9E93-FCC64FADD6B4}"/>
              </a:ext>
            </a:extLst>
          </p:cNvPr>
          <p:cNvSpPr/>
          <p:nvPr/>
        </p:nvSpPr>
        <p:spPr>
          <a:xfrm>
            <a:off x="610396" y="1299216"/>
            <a:ext cx="11367759" cy="2308324"/>
          </a:xfrm>
          <a:prstGeom prst="rect">
            <a:avLst/>
          </a:prstGeom>
        </p:spPr>
        <p:txBody>
          <a:bodyPr wrap="square">
            <a:spAutoFit/>
          </a:bodyPr>
          <a:lstStyle/>
          <a:p>
            <a:pPr lvl="0">
              <a:tabLst>
                <a:tab pos="457200" algn="l"/>
              </a:tabLst>
            </a:pPr>
            <a:r>
              <a:rPr lang="en-GB" sz="2400" b="1" dirty="0">
                <a:ea typeface="Times New Roman" panose="02020603050405020304" pitchFamily="18" charset="0"/>
              </a:rPr>
              <a:t>Overlocker, Janome </a:t>
            </a:r>
            <a:r>
              <a:rPr lang="en-GB" sz="2400" b="1" dirty="0" err="1">
                <a:ea typeface="Times New Roman" panose="02020603050405020304" pitchFamily="18" charset="0"/>
              </a:rPr>
              <a:t>Mylock</a:t>
            </a:r>
            <a:r>
              <a:rPr lang="en-GB" sz="2400" b="1" dirty="0">
                <a:ea typeface="Times New Roman" panose="02020603050405020304" pitchFamily="18" charset="0"/>
              </a:rPr>
              <a:t> 644D</a:t>
            </a:r>
          </a:p>
          <a:p>
            <a:pPr lvl="0">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Manual:  </a:t>
            </a:r>
            <a:r>
              <a:rPr lang="nn-NO" sz="2400" b="1" dirty="0">
                <a:ea typeface="Times New Roman" panose="02020603050405020304" pitchFamily="18" charset="0"/>
              </a:rPr>
              <a:t>HA-1SP no.14 or no. 11. Eg. 90 or 75 size needle</a:t>
            </a:r>
          </a:p>
          <a:p>
            <a:pPr marL="342900" lvl="0" indent="-342900">
              <a:buFont typeface="Arial" panose="020B0604020202020204" pitchFamily="34" charset="0"/>
              <a:buChar char="•"/>
              <a:tabLst>
                <a:tab pos="457200" algn="l"/>
              </a:tabLst>
            </a:pPr>
            <a:endParaRPr lang="nn-NO"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HA-1SP is a normal houshold needle with Special Point (SP)	</a:t>
            </a:r>
            <a:br>
              <a:rPr lang="en-GB" sz="2400" b="1" dirty="0">
                <a:ea typeface="Times New Roman" panose="02020603050405020304" pitchFamily="18" charset="0"/>
              </a:rPr>
            </a:b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1997073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E2679-67C6-698F-7638-7985E7F5507C}"/>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67B411C8-EAC1-7F87-0446-FD76008B4919}"/>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23</a:t>
            </a:fld>
            <a:endParaRPr lang="en-GB" noProof="0" dirty="0"/>
          </a:p>
        </p:txBody>
      </p:sp>
      <p:sp>
        <p:nvSpPr>
          <p:cNvPr id="6" name="Rektangel: afrundede hjørner 5">
            <a:extLst>
              <a:ext uri="{FF2B5EF4-FFF2-40B4-BE49-F238E27FC236}">
                <a16:creationId xmlns:a16="http://schemas.microsoft.com/office/drawing/2014/main" id="{638BD969-5185-931B-6DB8-F40A1A03A6A4}"/>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D863C998-DD04-F679-2E0F-018DA54DD1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9692F5B5-6197-F515-466C-40CEC04736DA}"/>
              </a:ext>
            </a:extLst>
          </p:cNvPr>
          <p:cNvSpPr txBox="1">
            <a:spLocks/>
          </p:cNvSpPr>
          <p:nvPr/>
        </p:nvSpPr>
        <p:spPr>
          <a:xfrm>
            <a:off x="725327" y="725808"/>
            <a:ext cx="8111102"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Embroidery</a:t>
            </a:r>
          </a:p>
        </p:txBody>
      </p:sp>
      <p:sp>
        <p:nvSpPr>
          <p:cNvPr id="9" name="Rektangel 8">
            <a:extLst>
              <a:ext uri="{FF2B5EF4-FFF2-40B4-BE49-F238E27FC236}">
                <a16:creationId xmlns:a16="http://schemas.microsoft.com/office/drawing/2014/main" id="{E0817E71-FE30-089E-BC10-61F30124C769}"/>
              </a:ext>
            </a:extLst>
          </p:cNvPr>
          <p:cNvSpPr/>
          <p:nvPr/>
        </p:nvSpPr>
        <p:spPr>
          <a:xfrm>
            <a:off x="610397" y="1299216"/>
            <a:ext cx="6363982" cy="5262979"/>
          </a:xfrm>
          <a:prstGeom prst="rect">
            <a:avLst/>
          </a:prstGeom>
        </p:spPr>
        <p:txBody>
          <a:bodyPr wrap="square">
            <a:spAutoFit/>
          </a:bodyPr>
          <a:lstStyle/>
          <a:p>
            <a:pPr lvl="0">
              <a:tabLst>
                <a:tab pos="457200" algn="l"/>
              </a:tabLst>
            </a:pPr>
            <a:r>
              <a:rPr lang="en-GB" sz="2400" b="1" dirty="0">
                <a:ea typeface="Times New Roman" panose="02020603050405020304" pitchFamily="18" charset="0"/>
              </a:rPr>
              <a:t>Janome MB4 Embroidery Machine</a:t>
            </a:r>
          </a:p>
          <a:p>
            <a:pPr lvl="0">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Manual: DBXK5Q1-NY size 11 </a:t>
            </a:r>
            <a:r>
              <a:rPr lang="en-GB" sz="2400" b="1" dirty="0" err="1">
                <a:ea typeface="Times New Roman" panose="02020603050405020304" pitchFamily="18" charset="0"/>
              </a:rPr>
              <a:t>eg.</a:t>
            </a:r>
            <a:r>
              <a:rPr lang="en-GB" sz="2400" b="1" dirty="0">
                <a:ea typeface="Times New Roman" panose="02020603050405020304" pitchFamily="18" charset="0"/>
              </a:rPr>
              <a:t> NM75 </a:t>
            </a:r>
          </a:p>
          <a:p>
            <a:pPr lvl="0">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Matching needle system names:</a:t>
            </a:r>
            <a:br>
              <a:rPr lang="en-GB" sz="2400" b="1" dirty="0">
                <a:ea typeface="Times New Roman" panose="02020603050405020304" pitchFamily="18" charset="0"/>
              </a:rPr>
            </a:br>
            <a:r>
              <a:rPr lang="en-GB" sz="2400" b="1" dirty="0">
                <a:ea typeface="Times New Roman" panose="02020603050405020304" pitchFamily="18" charset="0"/>
              </a:rPr>
              <a:t>		DBXK5</a:t>
            </a:r>
            <a:br>
              <a:rPr lang="en-GB" sz="2400" b="1" dirty="0">
                <a:ea typeface="Times New Roman" panose="02020603050405020304" pitchFamily="18" charset="0"/>
              </a:rPr>
            </a:br>
            <a:r>
              <a:rPr lang="en-GB" sz="2400" b="1" dirty="0">
                <a:ea typeface="Times New Roman" panose="02020603050405020304" pitchFamily="18" charset="0"/>
              </a:rPr>
              <a:t>		DBX5</a:t>
            </a:r>
            <a:br>
              <a:rPr lang="en-GB" sz="2400" b="1" dirty="0">
                <a:ea typeface="Times New Roman" panose="02020603050405020304" pitchFamily="18" charset="0"/>
              </a:rPr>
            </a:br>
            <a:r>
              <a:rPr lang="en-GB" sz="2400" b="1" dirty="0">
                <a:ea typeface="Times New Roman" panose="02020603050405020304" pitchFamily="18" charset="0"/>
              </a:rPr>
              <a:t>		DBK5</a:t>
            </a:r>
            <a:br>
              <a:rPr lang="en-GB" sz="2400" b="1" dirty="0">
                <a:ea typeface="Times New Roman" panose="02020603050405020304" pitchFamily="18" charset="0"/>
              </a:rPr>
            </a:br>
            <a:r>
              <a:rPr lang="en-GB" sz="2400" b="1" dirty="0">
                <a:ea typeface="Times New Roman" panose="02020603050405020304" pitchFamily="18" charset="0"/>
              </a:rPr>
              <a:t>´		135-5	</a:t>
            </a:r>
          </a:p>
          <a:p>
            <a:pPr lvl="0">
              <a:tabLst>
                <a:tab pos="457200" algn="l"/>
              </a:tabLst>
            </a:pPr>
            <a:r>
              <a:rPr lang="en-GB" sz="2400" b="1" dirty="0">
                <a:ea typeface="Times New Roman" panose="02020603050405020304" pitchFamily="18" charset="0"/>
              </a:rPr>
              <a:t>		134 R</a:t>
            </a:r>
            <a:br>
              <a:rPr lang="en-GB" sz="2400" b="1" dirty="0">
                <a:ea typeface="Times New Roman" panose="02020603050405020304" pitchFamily="18" charset="0"/>
              </a:rPr>
            </a:br>
            <a:r>
              <a:rPr lang="en-GB" sz="2400" b="1" dirty="0">
                <a:ea typeface="Times New Roman" panose="02020603050405020304" pitchFamily="18" charset="0"/>
              </a:rPr>
              <a:t>		SY1955</a:t>
            </a:r>
            <a:br>
              <a:rPr lang="en-GB" sz="2400" b="1" dirty="0">
                <a:ea typeface="Times New Roman" panose="02020603050405020304" pitchFamily="18" charset="0"/>
              </a:rPr>
            </a:br>
            <a:r>
              <a:rPr lang="en-GB" sz="2400" b="1" dirty="0">
                <a:ea typeface="Times New Roman" panose="02020603050405020304" pitchFamily="18" charset="0"/>
              </a:rPr>
              <a:t>		16x231</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Industrial needle with round shank</a:t>
            </a:r>
          </a:p>
        </p:txBody>
      </p:sp>
      <p:pic>
        <p:nvPicPr>
          <p:cNvPr id="5" name="Billede 4">
            <a:extLst>
              <a:ext uri="{FF2B5EF4-FFF2-40B4-BE49-F238E27FC236}">
                <a16:creationId xmlns:a16="http://schemas.microsoft.com/office/drawing/2014/main" id="{D97E6608-CC03-BA76-2392-77D895AEE9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5517" y="1514610"/>
            <a:ext cx="4997502" cy="4819688"/>
          </a:xfrm>
          <a:prstGeom prst="rect">
            <a:avLst/>
          </a:prstGeom>
        </p:spPr>
      </p:pic>
    </p:spTree>
    <p:extLst>
      <p:ext uri="{BB962C8B-B14F-4D97-AF65-F5344CB8AC3E}">
        <p14:creationId xmlns:p14="http://schemas.microsoft.com/office/powerpoint/2010/main" val="3349407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10791-8AE4-BCF5-CE8D-F3D0BA52FB3C}"/>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81B837A3-1F10-7417-F925-1B151FFF3DD5}"/>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24</a:t>
            </a:fld>
            <a:endParaRPr lang="en-GB" noProof="0" dirty="0"/>
          </a:p>
        </p:txBody>
      </p:sp>
      <p:sp>
        <p:nvSpPr>
          <p:cNvPr id="6" name="Rektangel: afrundede hjørner 5">
            <a:extLst>
              <a:ext uri="{FF2B5EF4-FFF2-40B4-BE49-F238E27FC236}">
                <a16:creationId xmlns:a16="http://schemas.microsoft.com/office/drawing/2014/main" id="{E0579C60-F885-D7C0-59FC-913632E11DB4}"/>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8C69D524-18E5-70CC-6B67-287356FA0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532336D0-9688-F45F-61B7-1D7C337B3B84}"/>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a:t>
            </a:r>
            <a:r>
              <a:rPr lang="en-GB" sz="3200" dirty="0" err="1"/>
              <a:t>Dürkopp</a:t>
            </a:r>
            <a:r>
              <a:rPr lang="en-GB" sz="3200" dirty="0"/>
              <a:t> 291</a:t>
            </a:r>
          </a:p>
        </p:txBody>
      </p:sp>
      <p:sp>
        <p:nvSpPr>
          <p:cNvPr id="9" name="Rektangel 8">
            <a:extLst>
              <a:ext uri="{FF2B5EF4-FFF2-40B4-BE49-F238E27FC236}">
                <a16:creationId xmlns:a16="http://schemas.microsoft.com/office/drawing/2014/main" id="{2F749607-326F-C9AE-FFA9-7513700761E7}"/>
              </a:ext>
            </a:extLst>
          </p:cNvPr>
          <p:cNvSpPr/>
          <p:nvPr/>
        </p:nvSpPr>
        <p:spPr>
          <a:xfrm>
            <a:off x="610397" y="1299216"/>
            <a:ext cx="11210302" cy="5262979"/>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Manual names needle system: 2134-35</a:t>
            </a:r>
          </a:p>
          <a:p>
            <a:pPr marL="342900" lvl="0" indent="-342900">
              <a:buFont typeface="Arial" panose="020B0604020202020204" pitchFamily="34" charset="0"/>
              <a:buChar char="•"/>
              <a:tabLst>
                <a:tab pos="457200" algn="l"/>
              </a:tabLst>
            </a:pPr>
            <a:endParaRPr lang="nn-NO"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Matching needle system names:</a:t>
            </a:r>
            <a:br>
              <a:rPr lang="nn-NO" sz="2400" b="1" dirty="0">
                <a:ea typeface="Times New Roman" panose="02020603050405020304" pitchFamily="18" charset="0"/>
              </a:rPr>
            </a:br>
            <a:r>
              <a:rPr lang="nn-NO" sz="2400" b="1" dirty="0">
                <a:ea typeface="Times New Roman" panose="02020603050405020304" pitchFamily="18" charset="0"/>
              </a:rPr>
              <a:t>		134-35</a:t>
            </a:r>
            <a:br>
              <a:rPr lang="nn-NO" sz="2400" b="1" dirty="0">
                <a:ea typeface="Times New Roman" panose="02020603050405020304" pitchFamily="18" charset="0"/>
              </a:rPr>
            </a:br>
            <a:r>
              <a:rPr lang="nn-NO" sz="2400" b="1" dirty="0">
                <a:ea typeface="Times New Roman" panose="02020603050405020304" pitchFamily="18" charset="0"/>
              </a:rPr>
              <a:t>		2134-35</a:t>
            </a:r>
            <a:br>
              <a:rPr lang="nn-NO" sz="2400" b="1" dirty="0">
                <a:ea typeface="Times New Roman" panose="02020603050405020304" pitchFamily="18" charset="0"/>
              </a:rPr>
            </a:br>
            <a:r>
              <a:rPr lang="nn-NO" sz="2400" b="1" dirty="0">
                <a:ea typeface="Times New Roman" panose="02020603050405020304" pitchFamily="18" charset="0"/>
              </a:rPr>
              <a:t>		DPx35</a:t>
            </a:r>
          </a:p>
          <a:p>
            <a:pPr marL="342900" lvl="0" indent="-342900">
              <a:buFont typeface="Arial" panose="020B0604020202020204" pitchFamily="34" charset="0"/>
              <a:buChar char="•"/>
              <a:tabLst>
                <a:tab pos="457200" algn="l"/>
              </a:tabLst>
            </a:pPr>
            <a:endParaRPr lang="nn-NO"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Prefered needle sizes in machine: 80 to 140. </a:t>
            </a:r>
            <a:br>
              <a:rPr lang="nn-NO" sz="2400" b="1" dirty="0">
                <a:ea typeface="Times New Roman" panose="02020603050405020304" pitchFamily="18" charset="0"/>
              </a:rPr>
            </a:br>
            <a:r>
              <a:rPr lang="nn-NO" sz="2400" b="1" dirty="0">
                <a:ea typeface="Times New Roman" panose="02020603050405020304" pitchFamily="18" charset="0"/>
              </a:rPr>
              <a:t>	Size 160 only to be used with extra precautions</a:t>
            </a:r>
          </a:p>
          <a:p>
            <a:pPr lvl="0">
              <a:tabLst>
                <a:tab pos="457200" algn="l"/>
              </a:tabLst>
            </a:pPr>
            <a:r>
              <a:rPr lang="nn-NO" sz="2400" b="1" dirty="0">
                <a:ea typeface="Times New Roman" panose="02020603050405020304" pitchFamily="18" charset="0"/>
              </a:rPr>
              <a:t>	We got these sizes now:</a:t>
            </a:r>
            <a:br>
              <a:rPr lang="nn-NO" sz="2400" b="1" dirty="0">
                <a:ea typeface="Times New Roman" panose="02020603050405020304" pitchFamily="18" charset="0"/>
              </a:rPr>
            </a:br>
            <a:r>
              <a:rPr lang="nn-NO" sz="2400" b="1" dirty="0">
                <a:ea typeface="Times New Roman" panose="02020603050405020304" pitchFamily="18" charset="0"/>
              </a:rPr>
              <a:t>		Universal (R): 90, 100, 110, 120, 130, 140, and 160</a:t>
            </a:r>
            <a:br>
              <a:rPr lang="nn-NO" sz="2400" b="1" dirty="0">
                <a:ea typeface="Times New Roman" panose="02020603050405020304" pitchFamily="18" charset="0"/>
              </a:rPr>
            </a:br>
            <a:r>
              <a:rPr lang="nn-NO" sz="2400" b="1" dirty="0">
                <a:ea typeface="Times New Roman" panose="02020603050405020304" pitchFamily="18" charset="0"/>
              </a:rPr>
              <a:t> 		Leather (LR): 110, 140, and 160</a:t>
            </a:r>
          </a:p>
          <a:p>
            <a:pPr marL="342900" lvl="0" indent="-342900">
              <a:buFont typeface="Arial" panose="020B0604020202020204" pitchFamily="34" charset="0"/>
              <a:buChar char="•"/>
              <a:tabLst>
                <a:tab pos="457200" algn="l"/>
              </a:tabLst>
            </a:pPr>
            <a:endParaRPr lang="nn-NO"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Industrial needle with round shank</a:t>
            </a: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3090227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90382-6DFA-2355-51FE-C3DD82F79572}"/>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C2420179-790F-9F6C-1902-26490D7AAC32}"/>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25</a:t>
            </a:fld>
            <a:endParaRPr lang="en-GB" noProof="0" dirty="0"/>
          </a:p>
        </p:txBody>
      </p:sp>
      <p:sp>
        <p:nvSpPr>
          <p:cNvPr id="6" name="Rektangel: afrundede hjørner 5">
            <a:extLst>
              <a:ext uri="{FF2B5EF4-FFF2-40B4-BE49-F238E27FC236}">
                <a16:creationId xmlns:a16="http://schemas.microsoft.com/office/drawing/2014/main" id="{22AB948B-443D-CB77-1BEA-12DA8850F354}"/>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81DE633C-050A-4216-AFAC-48E5B9C8C3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6F635E8F-33DC-CD87-2E18-73C4F0EA0BAF}"/>
              </a:ext>
            </a:extLst>
          </p:cNvPr>
          <p:cNvSpPr txBox="1">
            <a:spLocks/>
          </p:cNvSpPr>
          <p:nvPr/>
        </p:nvSpPr>
        <p:spPr>
          <a:xfrm>
            <a:off x="715495" y="1066316"/>
            <a:ext cx="9038105"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turn needle right</a:t>
            </a:r>
          </a:p>
        </p:txBody>
      </p:sp>
      <p:sp>
        <p:nvSpPr>
          <p:cNvPr id="9" name="Rektangel 8">
            <a:extLst>
              <a:ext uri="{FF2B5EF4-FFF2-40B4-BE49-F238E27FC236}">
                <a16:creationId xmlns:a16="http://schemas.microsoft.com/office/drawing/2014/main" id="{2048BDA9-736E-D5AB-A5E6-9C322336F5B2}"/>
              </a:ext>
            </a:extLst>
          </p:cNvPr>
          <p:cNvSpPr/>
          <p:nvPr/>
        </p:nvSpPr>
        <p:spPr>
          <a:xfrm>
            <a:off x="626735" y="1823022"/>
            <a:ext cx="5617633" cy="3785652"/>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nn-NO" sz="2400" b="1" noProof="0" dirty="0">
                <a:ea typeface="Times New Roman" panose="02020603050405020304" pitchFamily="18" charset="0"/>
              </a:rPr>
              <a:t>Look for the hook in machine and turn needle acording to that</a:t>
            </a:r>
          </a:p>
          <a:p>
            <a:pPr marL="342900" lvl="0" indent="-342900">
              <a:buFont typeface="Arial" panose="020B0604020202020204" pitchFamily="34" charset="0"/>
              <a:buChar char="•"/>
              <a:tabLst>
                <a:tab pos="457200" algn="l"/>
              </a:tabLst>
            </a:pPr>
            <a:endParaRPr lang="nn-NO"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noProof="0" dirty="0">
                <a:ea typeface="Times New Roman" panose="02020603050405020304" pitchFamily="18" charset="0"/>
              </a:rPr>
              <a:t>Look at all sewing machines in room and identify hook</a:t>
            </a:r>
          </a:p>
          <a:p>
            <a:pPr marL="342900" lvl="0" indent="-342900">
              <a:buFont typeface="Arial" panose="020B0604020202020204" pitchFamily="34" charset="0"/>
              <a:buChar char="•"/>
              <a:tabLst>
                <a:tab pos="457200" algn="l"/>
              </a:tabLst>
            </a:pPr>
            <a:endParaRPr lang="nn-NO"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noProof="0" dirty="0">
                <a:ea typeface="Times New Roman" panose="02020603050405020304" pitchFamily="18" charset="0"/>
              </a:rPr>
              <a:t>Oscillating hook – Double speed rotating hook</a:t>
            </a:r>
            <a:br>
              <a:rPr lang="nn-NO" sz="2400" b="1" noProof="0" dirty="0">
                <a:ea typeface="Times New Roman" panose="02020603050405020304" pitchFamily="18" charset="0"/>
              </a:rPr>
            </a:br>
            <a:br>
              <a:rPr lang="nn-NO" sz="2400" b="1" noProof="0" dirty="0">
                <a:ea typeface="Times New Roman" panose="02020603050405020304" pitchFamily="18" charset="0"/>
              </a:rPr>
            </a:br>
            <a:endParaRPr lang="en-GB" sz="2400" b="1" noProof="0" dirty="0">
              <a:ea typeface="Times New Roman" panose="02020603050405020304" pitchFamily="18" charset="0"/>
            </a:endParaRPr>
          </a:p>
        </p:txBody>
      </p:sp>
      <p:grpSp>
        <p:nvGrpSpPr>
          <p:cNvPr id="59" name="Gruppe 58">
            <a:extLst>
              <a:ext uri="{FF2B5EF4-FFF2-40B4-BE49-F238E27FC236}">
                <a16:creationId xmlns:a16="http://schemas.microsoft.com/office/drawing/2014/main" id="{6C62976B-E906-88EA-EA22-0BA1AAAB743F}"/>
              </a:ext>
            </a:extLst>
          </p:cNvPr>
          <p:cNvGrpSpPr/>
          <p:nvPr/>
        </p:nvGrpSpPr>
        <p:grpSpPr>
          <a:xfrm>
            <a:off x="7521243" y="1716228"/>
            <a:ext cx="4076096" cy="5141772"/>
            <a:chOff x="0" y="0"/>
            <a:chExt cx="3454082" cy="4356735"/>
          </a:xfrm>
        </p:grpSpPr>
        <p:grpSp>
          <p:nvGrpSpPr>
            <p:cNvPr id="60" name="Gruppe 59">
              <a:extLst>
                <a:ext uri="{FF2B5EF4-FFF2-40B4-BE49-F238E27FC236}">
                  <a16:creationId xmlns:a16="http://schemas.microsoft.com/office/drawing/2014/main" id="{3C4EEE57-41D1-02A4-D327-08DBCA0909BF}"/>
                </a:ext>
              </a:extLst>
            </p:cNvPr>
            <p:cNvGrpSpPr/>
            <p:nvPr/>
          </p:nvGrpSpPr>
          <p:grpSpPr>
            <a:xfrm>
              <a:off x="485775" y="238125"/>
              <a:ext cx="1953669" cy="1965960"/>
              <a:chOff x="0" y="0"/>
              <a:chExt cx="1953669" cy="1965960"/>
            </a:xfrm>
          </p:grpSpPr>
          <p:sp>
            <p:nvSpPr>
              <p:cNvPr id="99" name="Ellipse 98">
                <a:extLst>
                  <a:ext uri="{FF2B5EF4-FFF2-40B4-BE49-F238E27FC236}">
                    <a16:creationId xmlns:a16="http://schemas.microsoft.com/office/drawing/2014/main" id="{61FB9862-97AE-43F5-6BA7-7B7CCF28D133}"/>
                  </a:ext>
                </a:extLst>
              </p:cNvPr>
              <p:cNvSpPr/>
              <p:nvPr/>
            </p:nvSpPr>
            <p:spPr>
              <a:xfrm>
                <a:off x="0" y="0"/>
                <a:ext cx="1953669" cy="1965960"/>
              </a:xfrm>
              <a:prstGeom prst="ellipse">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0" name="Lige forbindelse 99">
                <a:extLst>
                  <a:ext uri="{FF2B5EF4-FFF2-40B4-BE49-F238E27FC236}">
                    <a16:creationId xmlns:a16="http://schemas.microsoft.com/office/drawing/2014/main" id="{E2BC10E0-B896-D23B-669C-EB4C7942D8C2}"/>
                  </a:ext>
                </a:extLst>
              </p:cNvPr>
              <p:cNvCxnSpPr/>
              <p:nvPr/>
            </p:nvCxnSpPr>
            <p:spPr>
              <a:xfrm>
                <a:off x="1481137" y="157162"/>
                <a:ext cx="1270" cy="1664970"/>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grpSp>
            <p:nvGrpSpPr>
              <p:cNvPr id="101" name="Gruppe 100">
                <a:extLst>
                  <a:ext uri="{FF2B5EF4-FFF2-40B4-BE49-F238E27FC236}">
                    <a16:creationId xmlns:a16="http://schemas.microsoft.com/office/drawing/2014/main" id="{9DA7D441-5A6A-27BE-05FF-0B40BCBC3F86}"/>
                  </a:ext>
                </a:extLst>
              </p:cNvPr>
              <p:cNvGrpSpPr/>
              <p:nvPr/>
            </p:nvGrpSpPr>
            <p:grpSpPr>
              <a:xfrm>
                <a:off x="180975" y="414337"/>
                <a:ext cx="542925" cy="1135380"/>
                <a:chOff x="0" y="0"/>
                <a:chExt cx="542925" cy="1135380"/>
              </a:xfrm>
            </p:grpSpPr>
            <p:cxnSp>
              <p:nvCxnSpPr>
                <p:cNvPr id="102" name="Lige forbindelse 101">
                  <a:extLst>
                    <a:ext uri="{FF2B5EF4-FFF2-40B4-BE49-F238E27FC236}">
                      <a16:creationId xmlns:a16="http://schemas.microsoft.com/office/drawing/2014/main" id="{8ED65018-132F-BA46-A719-2556C7026107}"/>
                    </a:ext>
                  </a:extLst>
                </p:cNvPr>
                <p:cNvCxnSpPr/>
                <p:nvPr/>
              </p:nvCxnSpPr>
              <p:spPr>
                <a:xfrm flipV="1">
                  <a:off x="542925" y="66675"/>
                  <a:ext cx="0" cy="998220"/>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grpSp>
              <p:nvGrpSpPr>
                <p:cNvPr id="103" name="Gruppe 102">
                  <a:extLst>
                    <a:ext uri="{FF2B5EF4-FFF2-40B4-BE49-F238E27FC236}">
                      <a16:creationId xmlns:a16="http://schemas.microsoft.com/office/drawing/2014/main" id="{828568A1-6946-0114-1FB6-321818ABEAA0}"/>
                    </a:ext>
                  </a:extLst>
                </p:cNvPr>
                <p:cNvGrpSpPr/>
                <p:nvPr/>
              </p:nvGrpSpPr>
              <p:grpSpPr>
                <a:xfrm>
                  <a:off x="0" y="0"/>
                  <a:ext cx="541020" cy="68580"/>
                  <a:chOff x="0" y="0"/>
                  <a:chExt cx="541020" cy="68580"/>
                </a:xfrm>
              </p:grpSpPr>
              <p:cxnSp>
                <p:nvCxnSpPr>
                  <p:cNvPr id="108" name="Lige forbindelse 107">
                    <a:extLst>
                      <a:ext uri="{FF2B5EF4-FFF2-40B4-BE49-F238E27FC236}">
                        <a16:creationId xmlns:a16="http://schemas.microsoft.com/office/drawing/2014/main" id="{DBB8454B-619B-B72C-B423-E863C2204DA0}"/>
                      </a:ext>
                    </a:extLst>
                  </p:cNvPr>
                  <p:cNvCxnSpPr/>
                  <p:nvPr/>
                </p:nvCxnSpPr>
                <p:spPr>
                  <a:xfrm flipH="1">
                    <a:off x="0" y="0"/>
                    <a:ext cx="0" cy="32385"/>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cxnSp>
                <p:nvCxnSpPr>
                  <p:cNvPr id="109" name="Lige forbindelse 108">
                    <a:extLst>
                      <a:ext uri="{FF2B5EF4-FFF2-40B4-BE49-F238E27FC236}">
                        <a16:creationId xmlns:a16="http://schemas.microsoft.com/office/drawing/2014/main" id="{358A1DB0-CC20-EBD1-974F-9DAF934295B1}"/>
                      </a:ext>
                    </a:extLst>
                  </p:cNvPr>
                  <p:cNvCxnSpPr/>
                  <p:nvPr/>
                </p:nvCxnSpPr>
                <p:spPr>
                  <a:xfrm flipH="1" flipV="1">
                    <a:off x="0" y="32385"/>
                    <a:ext cx="35560" cy="36195"/>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cxnSp>
                <p:nvCxnSpPr>
                  <p:cNvPr id="110" name="Lige forbindelse 109">
                    <a:extLst>
                      <a:ext uri="{FF2B5EF4-FFF2-40B4-BE49-F238E27FC236}">
                        <a16:creationId xmlns:a16="http://schemas.microsoft.com/office/drawing/2014/main" id="{E75B6F40-E5A0-2033-0E62-52FA8B32F3CB}"/>
                      </a:ext>
                    </a:extLst>
                  </p:cNvPr>
                  <p:cNvCxnSpPr/>
                  <p:nvPr/>
                </p:nvCxnSpPr>
                <p:spPr>
                  <a:xfrm flipH="1" flipV="1">
                    <a:off x="34290" y="68580"/>
                    <a:ext cx="506730" cy="0"/>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grpSp>
            <p:grpSp>
              <p:nvGrpSpPr>
                <p:cNvPr id="104" name="Gruppe 103">
                  <a:extLst>
                    <a:ext uri="{FF2B5EF4-FFF2-40B4-BE49-F238E27FC236}">
                      <a16:creationId xmlns:a16="http://schemas.microsoft.com/office/drawing/2014/main" id="{5B7DF852-3085-BE47-D16B-125E265A8BFA}"/>
                    </a:ext>
                  </a:extLst>
                </p:cNvPr>
                <p:cNvGrpSpPr/>
                <p:nvPr/>
              </p:nvGrpSpPr>
              <p:grpSpPr>
                <a:xfrm flipV="1">
                  <a:off x="0" y="1066800"/>
                  <a:ext cx="541020" cy="68580"/>
                  <a:chOff x="0" y="0"/>
                  <a:chExt cx="541020" cy="68580"/>
                </a:xfrm>
              </p:grpSpPr>
              <p:cxnSp>
                <p:nvCxnSpPr>
                  <p:cNvPr id="105" name="Lige forbindelse 104">
                    <a:extLst>
                      <a:ext uri="{FF2B5EF4-FFF2-40B4-BE49-F238E27FC236}">
                        <a16:creationId xmlns:a16="http://schemas.microsoft.com/office/drawing/2014/main" id="{CDF8F99C-B524-865F-676C-A3F356EA2525}"/>
                      </a:ext>
                    </a:extLst>
                  </p:cNvPr>
                  <p:cNvCxnSpPr/>
                  <p:nvPr/>
                </p:nvCxnSpPr>
                <p:spPr>
                  <a:xfrm flipH="1">
                    <a:off x="0" y="0"/>
                    <a:ext cx="0" cy="32385"/>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cxnSp>
                <p:nvCxnSpPr>
                  <p:cNvPr id="106" name="Lige forbindelse 105">
                    <a:extLst>
                      <a:ext uri="{FF2B5EF4-FFF2-40B4-BE49-F238E27FC236}">
                        <a16:creationId xmlns:a16="http://schemas.microsoft.com/office/drawing/2014/main" id="{A68173D6-7FC4-85E3-6E19-7C7577081B8D}"/>
                      </a:ext>
                    </a:extLst>
                  </p:cNvPr>
                  <p:cNvCxnSpPr/>
                  <p:nvPr/>
                </p:nvCxnSpPr>
                <p:spPr>
                  <a:xfrm flipH="1" flipV="1">
                    <a:off x="0" y="32385"/>
                    <a:ext cx="35560" cy="36195"/>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cxnSp>
                <p:nvCxnSpPr>
                  <p:cNvPr id="107" name="Lige forbindelse 106">
                    <a:extLst>
                      <a:ext uri="{FF2B5EF4-FFF2-40B4-BE49-F238E27FC236}">
                        <a16:creationId xmlns:a16="http://schemas.microsoft.com/office/drawing/2014/main" id="{65E43CBA-1A11-540D-4119-E1A9335482E0}"/>
                      </a:ext>
                    </a:extLst>
                  </p:cNvPr>
                  <p:cNvCxnSpPr/>
                  <p:nvPr/>
                </p:nvCxnSpPr>
                <p:spPr>
                  <a:xfrm flipH="1" flipV="1">
                    <a:off x="34290" y="68580"/>
                    <a:ext cx="506730" cy="0"/>
                  </a:xfrm>
                  <a:prstGeom prst="line">
                    <a:avLst/>
                  </a:prstGeom>
                  <a:ln w="12700">
                    <a:solidFill>
                      <a:srgbClr val="00B050"/>
                    </a:solidFill>
                  </a:ln>
                </p:spPr>
                <p:style>
                  <a:lnRef idx="1">
                    <a:schemeClr val="dk1"/>
                  </a:lnRef>
                  <a:fillRef idx="0">
                    <a:schemeClr val="dk1"/>
                  </a:fillRef>
                  <a:effectRef idx="0">
                    <a:schemeClr val="dk1"/>
                  </a:effectRef>
                  <a:fontRef idx="minor">
                    <a:schemeClr val="tx1"/>
                  </a:fontRef>
                </p:style>
              </p:cxnSp>
            </p:grpSp>
          </p:grpSp>
        </p:grpSp>
        <p:grpSp>
          <p:nvGrpSpPr>
            <p:cNvPr id="61" name="Gruppe 60">
              <a:extLst>
                <a:ext uri="{FF2B5EF4-FFF2-40B4-BE49-F238E27FC236}">
                  <a16:creationId xmlns:a16="http://schemas.microsoft.com/office/drawing/2014/main" id="{054FC21B-CFE1-F155-F106-C6E6C0E7F415}"/>
                </a:ext>
              </a:extLst>
            </p:cNvPr>
            <p:cNvGrpSpPr/>
            <p:nvPr/>
          </p:nvGrpSpPr>
          <p:grpSpPr>
            <a:xfrm>
              <a:off x="1438275" y="723900"/>
              <a:ext cx="1006913" cy="1013460"/>
              <a:chOff x="0" y="0"/>
              <a:chExt cx="1953669" cy="1965960"/>
            </a:xfrm>
          </p:grpSpPr>
          <p:sp>
            <p:nvSpPr>
              <p:cNvPr id="87" name="Ellipse 86">
                <a:extLst>
                  <a:ext uri="{FF2B5EF4-FFF2-40B4-BE49-F238E27FC236}">
                    <a16:creationId xmlns:a16="http://schemas.microsoft.com/office/drawing/2014/main" id="{BD6118A7-755E-7DC6-C81B-957A736F59F6}"/>
                  </a:ext>
                </a:extLst>
              </p:cNvPr>
              <p:cNvSpPr/>
              <p:nvPr/>
            </p:nvSpPr>
            <p:spPr>
              <a:xfrm>
                <a:off x="0" y="0"/>
                <a:ext cx="1953669" cy="1965960"/>
              </a:xfrm>
              <a:prstGeom prst="ellipse">
                <a:avLst/>
              </a:prstGeom>
              <a:noFill/>
              <a:ln w="12700">
                <a:solidFill>
                  <a:srgbClr val="EE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8" name="Lige forbindelse 87">
                <a:extLst>
                  <a:ext uri="{FF2B5EF4-FFF2-40B4-BE49-F238E27FC236}">
                    <a16:creationId xmlns:a16="http://schemas.microsoft.com/office/drawing/2014/main" id="{76EEBA6E-1846-FE0A-AACE-0BDE55FF8979}"/>
                  </a:ext>
                </a:extLst>
              </p:cNvPr>
              <p:cNvCxnSpPr/>
              <p:nvPr/>
            </p:nvCxnSpPr>
            <p:spPr>
              <a:xfrm>
                <a:off x="1481137" y="157162"/>
                <a:ext cx="1270" cy="1664970"/>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grpSp>
            <p:nvGrpSpPr>
              <p:cNvPr id="89" name="Gruppe 88">
                <a:extLst>
                  <a:ext uri="{FF2B5EF4-FFF2-40B4-BE49-F238E27FC236}">
                    <a16:creationId xmlns:a16="http://schemas.microsoft.com/office/drawing/2014/main" id="{557693DE-D987-DD2D-4CC2-15049D9F3114}"/>
                  </a:ext>
                </a:extLst>
              </p:cNvPr>
              <p:cNvGrpSpPr/>
              <p:nvPr/>
            </p:nvGrpSpPr>
            <p:grpSpPr>
              <a:xfrm>
                <a:off x="180975" y="414337"/>
                <a:ext cx="542925" cy="1135380"/>
                <a:chOff x="0" y="0"/>
                <a:chExt cx="542925" cy="1135380"/>
              </a:xfrm>
            </p:grpSpPr>
            <p:cxnSp>
              <p:nvCxnSpPr>
                <p:cNvPr id="90" name="Lige forbindelse 89">
                  <a:extLst>
                    <a:ext uri="{FF2B5EF4-FFF2-40B4-BE49-F238E27FC236}">
                      <a16:creationId xmlns:a16="http://schemas.microsoft.com/office/drawing/2014/main" id="{BBEC579C-8868-8DD6-E9EE-8600CF723399}"/>
                    </a:ext>
                  </a:extLst>
                </p:cNvPr>
                <p:cNvCxnSpPr/>
                <p:nvPr/>
              </p:nvCxnSpPr>
              <p:spPr>
                <a:xfrm flipV="1">
                  <a:off x="542925" y="66675"/>
                  <a:ext cx="0" cy="998220"/>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grpSp>
              <p:nvGrpSpPr>
                <p:cNvPr id="91" name="Gruppe 90">
                  <a:extLst>
                    <a:ext uri="{FF2B5EF4-FFF2-40B4-BE49-F238E27FC236}">
                      <a16:creationId xmlns:a16="http://schemas.microsoft.com/office/drawing/2014/main" id="{3921F089-6017-7BC7-8836-AAC3C403E85D}"/>
                    </a:ext>
                  </a:extLst>
                </p:cNvPr>
                <p:cNvGrpSpPr/>
                <p:nvPr/>
              </p:nvGrpSpPr>
              <p:grpSpPr>
                <a:xfrm>
                  <a:off x="0" y="0"/>
                  <a:ext cx="541020" cy="68580"/>
                  <a:chOff x="0" y="0"/>
                  <a:chExt cx="541020" cy="68580"/>
                </a:xfrm>
              </p:grpSpPr>
              <p:cxnSp>
                <p:nvCxnSpPr>
                  <p:cNvPr id="96" name="Lige forbindelse 95">
                    <a:extLst>
                      <a:ext uri="{FF2B5EF4-FFF2-40B4-BE49-F238E27FC236}">
                        <a16:creationId xmlns:a16="http://schemas.microsoft.com/office/drawing/2014/main" id="{0B906764-CD26-E97B-2455-1A3CAD1524C5}"/>
                      </a:ext>
                    </a:extLst>
                  </p:cNvPr>
                  <p:cNvCxnSpPr/>
                  <p:nvPr/>
                </p:nvCxnSpPr>
                <p:spPr>
                  <a:xfrm flipH="1">
                    <a:off x="0" y="0"/>
                    <a:ext cx="0" cy="32385"/>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cxnSp>
                <p:nvCxnSpPr>
                  <p:cNvPr id="97" name="Lige forbindelse 96">
                    <a:extLst>
                      <a:ext uri="{FF2B5EF4-FFF2-40B4-BE49-F238E27FC236}">
                        <a16:creationId xmlns:a16="http://schemas.microsoft.com/office/drawing/2014/main" id="{F125C5AB-F18C-AAB8-E4F8-6B74FC67B668}"/>
                      </a:ext>
                    </a:extLst>
                  </p:cNvPr>
                  <p:cNvCxnSpPr/>
                  <p:nvPr/>
                </p:nvCxnSpPr>
                <p:spPr>
                  <a:xfrm flipH="1" flipV="1">
                    <a:off x="0" y="32385"/>
                    <a:ext cx="35560" cy="36195"/>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cxnSp>
                <p:nvCxnSpPr>
                  <p:cNvPr id="98" name="Lige forbindelse 97">
                    <a:extLst>
                      <a:ext uri="{FF2B5EF4-FFF2-40B4-BE49-F238E27FC236}">
                        <a16:creationId xmlns:a16="http://schemas.microsoft.com/office/drawing/2014/main" id="{E2AF9A38-75F2-C1F6-83CC-2500BCE5943B}"/>
                      </a:ext>
                    </a:extLst>
                  </p:cNvPr>
                  <p:cNvCxnSpPr/>
                  <p:nvPr/>
                </p:nvCxnSpPr>
                <p:spPr>
                  <a:xfrm flipH="1" flipV="1">
                    <a:off x="34290" y="68580"/>
                    <a:ext cx="506730" cy="0"/>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grpSp>
            <p:grpSp>
              <p:nvGrpSpPr>
                <p:cNvPr id="92" name="Gruppe 91">
                  <a:extLst>
                    <a:ext uri="{FF2B5EF4-FFF2-40B4-BE49-F238E27FC236}">
                      <a16:creationId xmlns:a16="http://schemas.microsoft.com/office/drawing/2014/main" id="{410B577A-299B-CD71-3F12-6BEC4D4FEE97}"/>
                    </a:ext>
                  </a:extLst>
                </p:cNvPr>
                <p:cNvGrpSpPr/>
                <p:nvPr/>
              </p:nvGrpSpPr>
              <p:grpSpPr>
                <a:xfrm flipV="1">
                  <a:off x="0" y="1066800"/>
                  <a:ext cx="541020" cy="68580"/>
                  <a:chOff x="0" y="0"/>
                  <a:chExt cx="541020" cy="68580"/>
                </a:xfrm>
              </p:grpSpPr>
              <p:cxnSp>
                <p:nvCxnSpPr>
                  <p:cNvPr id="93" name="Lige forbindelse 92">
                    <a:extLst>
                      <a:ext uri="{FF2B5EF4-FFF2-40B4-BE49-F238E27FC236}">
                        <a16:creationId xmlns:a16="http://schemas.microsoft.com/office/drawing/2014/main" id="{DC48F9EB-EE57-8552-99D9-F96BCB8DFF1D}"/>
                      </a:ext>
                    </a:extLst>
                  </p:cNvPr>
                  <p:cNvCxnSpPr/>
                  <p:nvPr/>
                </p:nvCxnSpPr>
                <p:spPr>
                  <a:xfrm flipH="1">
                    <a:off x="0" y="0"/>
                    <a:ext cx="0" cy="32385"/>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cxnSp>
                <p:nvCxnSpPr>
                  <p:cNvPr id="94" name="Lige forbindelse 93">
                    <a:extLst>
                      <a:ext uri="{FF2B5EF4-FFF2-40B4-BE49-F238E27FC236}">
                        <a16:creationId xmlns:a16="http://schemas.microsoft.com/office/drawing/2014/main" id="{2595389B-A2D6-8EEF-AF7C-7FE8520426C1}"/>
                      </a:ext>
                    </a:extLst>
                  </p:cNvPr>
                  <p:cNvCxnSpPr/>
                  <p:nvPr/>
                </p:nvCxnSpPr>
                <p:spPr>
                  <a:xfrm flipH="1" flipV="1">
                    <a:off x="0" y="32385"/>
                    <a:ext cx="35560" cy="36195"/>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cxnSp>
                <p:nvCxnSpPr>
                  <p:cNvPr id="95" name="Lige forbindelse 94">
                    <a:extLst>
                      <a:ext uri="{FF2B5EF4-FFF2-40B4-BE49-F238E27FC236}">
                        <a16:creationId xmlns:a16="http://schemas.microsoft.com/office/drawing/2014/main" id="{9DD555E8-6DB0-2B20-59AD-4BF53EAA42B7}"/>
                      </a:ext>
                    </a:extLst>
                  </p:cNvPr>
                  <p:cNvCxnSpPr/>
                  <p:nvPr/>
                </p:nvCxnSpPr>
                <p:spPr>
                  <a:xfrm flipH="1" flipV="1">
                    <a:off x="34290" y="68580"/>
                    <a:ext cx="506730" cy="0"/>
                  </a:xfrm>
                  <a:prstGeom prst="line">
                    <a:avLst/>
                  </a:prstGeom>
                  <a:ln w="12700">
                    <a:solidFill>
                      <a:srgbClr val="EE0000"/>
                    </a:solidFill>
                  </a:ln>
                </p:spPr>
                <p:style>
                  <a:lnRef idx="1">
                    <a:schemeClr val="dk1"/>
                  </a:lnRef>
                  <a:fillRef idx="0">
                    <a:schemeClr val="dk1"/>
                  </a:fillRef>
                  <a:effectRef idx="0">
                    <a:schemeClr val="dk1"/>
                  </a:effectRef>
                  <a:fontRef idx="minor">
                    <a:schemeClr val="tx1"/>
                  </a:fontRef>
                </p:style>
              </p:cxnSp>
            </p:grpSp>
          </p:grpSp>
        </p:grpSp>
        <p:grpSp>
          <p:nvGrpSpPr>
            <p:cNvPr id="62" name="Gruppe 61">
              <a:extLst>
                <a:ext uri="{FF2B5EF4-FFF2-40B4-BE49-F238E27FC236}">
                  <a16:creationId xmlns:a16="http://schemas.microsoft.com/office/drawing/2014/main" id="{ACE53108-9D76-8512-CC48-CC9BB370A4BE}"/>
                </a:ext>
              </a:extLst>
            </p:cNvPr>
            <p:cNvGrpSpPr/>
            <p:nvPr/>
          </p:nvGrpSpPr>
          <p:grpSpPr>
            <a:xfrm>
              <a:off x="0" y="0"/>
              <a:ext cx="2445360" cy="2461260"/>
              <a:chOff x="0" y="0"/>
              <a:chExt cx="1953669" cy="1965960"/>
            </a:xfrm>
          </p:grpSpPr>
          <p:sp>
            <p:nvSpPr>
              <p:cNvPr id="75" name="Ellipse 74">
                <a:extLst>
                  <a:ext uri="{FF2B5EF4-FFF2-40B4-BE49-F238E27FC236}">
                    <a16:creationId xmlns:a16="http://schemas.microsoft.com/office/drawing/2014/main" id="{05A98A33-2808-18B8-C1ED-DD3CCCAB1B99}"/>
                  </a:ext>
                </a:extLst>
              </p:cNvPr>
              <p:cNvSpPr/>
              <p:nvPr/>
            </p:nvSpPr>
            <p:spPr>
              <a:xfrm>
                <a:off x="0" y="0"/>
                <a:ext cx="1953669" cy="1965960"/>
              </a:xfrm>
              <a:prstGeom prst="ellipse">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6" name="Lige forbindelse 75">
                <a:extLst>
                  <a:ext uri="{FF2B5EF4-FFF2-40B4-BE49-F238E27FC236}">
                    <a16:creationId xmlns:a16="http://schemas.microsoft.com/office/drawing/2014/main" id="{20213DCE-32E5-E471-6693-2997210082B1}"/>
                  </a:ext>
                </a:extLst>
              </p:cNvPr>
              <p:cNvCxnSpPr/>
              <p:nvPr/>
            </p:nvCxnSpPr>
            <p:spPr>
              <a:xfrm>
                <a:off x="1481137" y="157162"/>
                <a:ext cx="1270" cy="166497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grpSp>
            <p:nvGrpSpPr>
              <p:cNvPr id="77" name="Gruppe 76">
                <a:extLst>
                  <a:ext uri="{FF2B5EF4-FFF2-40B4-BE49-F238E27FC236}">
                    <a16:creationId xmlns:a16="http://schemas.microsoft.com/office/drawing/2014/main" id="{425C51DC-E37E-70AC-B040-773E3D9C47AC}"/>
                  </a:ext>
                </a:extLst>
              </p:cNvPr>
              <p:cNvGrpSpPr/>
              <p:nvPr/>
            </p:nvGrpSpPr>
            <p:grpSpPr>
              <a:xfrm>
                <a:off x="180975" y="414337"/>
                <a:ext cx="542925" cy="1135380"/>
                <a:chOff x="0" y="0"/>
                <a:chExt cx="542925" cy="1135380"/>
              </a:xfrm>
            </p:grpSpPr>
            <p:cxnSp>
              <p:nvCxnSpPr>
                <p:cNvPr id="78" name="Lige forbindelse 77">
                  <a:extLst>
                    <a:ext uri="{FF2B5EF4-FFF2-40B4-BE49-F238E27FC236}">
                      <a16:creationId xmlns:a16="http://schemas.microsoft.com/office/drawing/2014/main" id="{C23C21B9-C58A-4D3D-8C33-6A0BAABEC764}"/>
                    </a:ext>
                  </a:extLst>
                </p:cNvPr>
                <p:cNvCxnSpPr/>
                <p:nvPr/>
              </p:nvCxnSpPr>
              <p:spPr>
                <a:xfrm flipV="1">
                  <a:off x="542925" y="66675"/>
                  <a:ext cx="0" cy="99822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grpSp>
              <p:nvGrpSpPr>
                <p:cNvPr id="79" name="Gruppe 78">
                  <a:extLst>
                    <a:ext uri="{FF2B5EF4-FFF2-40B4-BE49-F238E27FC236}">
                      <a16:creationId xmlns:a16="http://schemas.microsoft.com/office/drawing/2014/main" id="{6531A8E8-F22E-8B4F-8139-EB67FB5D9C42}"/>
                    </a:ext>
                  </a:extLst>
                </p:cNvPr>
                <p:cNvGrpSpPr/>
                <p:nvPr/>
              </p:nvGrpSpPr>
              <p:grpSpPr>
                <a:xfrm>
                  <a:off x="0" y="0"/>
                  <a:ext cx="541020" cy="68580"/>
                  <a:chOff x="0" y="0"/>
                  <a:chExt cx="541020" cy="68580"/>
                </a:xfrm>
              </p:grpSpPr>
              <p:cxnSp>
                <p:nvCxnSpPr>
                  <p:cNvPr id="84" name="Lige forbindelse 83">
                    <a:extLst>
                      <a:ext uri="{FF2B5EF4-FFF2-40B4-BE49-F238E27FC236}">
                        <a16:creationId xmlns:a16="http://schemas.microsoft.com/office/drawing/2014/main" id="{D6CC19A2-B63D-19F3-6AAB-6290D615E495}"/>
                      </a:ext>
                    </a:extLst>
                  </p:cNvPr>
                  <p:cNvCxnSpPr/>
                  <p:nvPr/>
                </p:nvCxnSpPr>
                <p:spPr>
                  <a:xfrm flipH="1">
                    <a:off x="0" y="0"/>
                    <a:ext cx="0" cy="32385"/>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85" name="Lige forbindelse 84">
                    <a:extLst>
                      <a:ext uri="{FF2B5EF4-FFF2-40B4-BE49-F238E27FC236}">
                        <a16:creationId xmlns:a16="http://schemas.microsoft.com/office/drawing/2014/main" id="{F04D6C0D-69BD-81BD-FA87-0250C419EFBE}"/>
                      </a:ext>
                    </a:extLst>
                  </p:cNvPr>
                  <p:cNvCxnSpPr/>
                  <p:nvPr/>
                </p:nvCxnSpPr>
                <p:spPr>
                  <a:xfrm flipH="1" flipV="1">
                    <a:off x="0" y="32385"/>
                    <a:ext cx="35560" cy="36195"/>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86" name="Lige forbindelse 85">
                    <a:extLst>
                      <a:ext uri="{FF2B5EF4-FFF2-40B4-BE49-F238E27FC236}">
                        <a16:creationId xmlns:a16="http://schemas.microsoft.com/office/drawing/2014/main" id="{6D8EAA3A-8AD1-8D77-147B-27113833D53C}"/>
                      </a:ext>
                    </a:extLst>
                  </p:cNvPr>
                  <p:cNvCxnSpPr/>
                  <p:nvPr/>
                </p:nvCxnSpPr>
                <p:spPr>
                  <a:xfrm flipH="1" flipV="1">
                    <a:off x="34290" y="68580"/>
                    <a:ext cx="506730"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grpSp>
            <p:grpSp>
              <p:nvGrpSpPr>
                <p:cNvPr id="80" name="Gruppe 79">
                  <a:extLst>
                    <a:ext uri="{FF2B5EF4-FFF2-40B4-BE49-F238E27FC236}">
                      <a16:creationId xmlns:a16="http://schemas.microsoft.com/office/drawing/2014/main" id="{56AF182E-7D0A-971A-7B32-E4C574B41690}"/>
                    </a:ext>
                  </a:extLst>
                </p:cNvPr>
                <p:cNvGrpSpPr/>
                <p:nvPr/>
              </p:nvGrpSpPr>
              <p:grpSpPr>
                <a:xfrm flipV="1">
                  <a:off x="0" y="1066800"/>
                  <a:ext cx="541020" cy="68580"/>
                  <a:chOff x="0" y="0"/>
                  <a:chExt cx="541020" cy="68580"/>
                </a:xfrm>
              </p:grpSpPr>
              <p:cxnSp>
                <p:nvCxnSpPr>
                  <p:cNvPr id="81" name="Lige forbindelse 80">
                    <a:extLst>
                      <a:ext uri="{FF2B5EF4-FFF2-40B4-BE49-F238E27FC236}">
                        <a16:creationId xmlns:a16="http://schemas.microsoft.com/office/drawing/2014/main" id="{076BBBE8-4AFF-2777-AEF3-5A69B63FBF6D}"/>
                      </a:ext>
                    </a:extLst>
                  </p:cNvPr>
                  <p:cNvCxnSpPr/>
                  <p:nvPr/>
                </p:nvCxnSpPr>
                <p:spPr>
                  <a:xfrm flipH="1">
                    <a:off x="0" y="0"/>
                    <a:ext cx="0" cy="32385"/>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82" name="Lige forbindelse 81">
                    <a:extLst>
                      <a:ext uri="{FF2B5EF4-FFF2-40B4-BE49-F238E27FC236}">
                        <a16:creationId xmlns:a16="http://schemas.microsoft.com/office/drawing/2014/main" id="{5B13B2F6-280F-0F82-147C-37C8EAD884A4}"/>
                      </a:ext>
                    </a:extLst>
                  </p:cNvPr>
                  <p:cNvCxnSpPr/>
                  <p:nvPr/>
                </p:nvCxnSpPr>
                <p:spPr>
                  <a:xfrm flipH="1" flipV="1">
                    <a:off x="0" y="32385"/>
                    <a:ext cx="35560" cy="36195"/>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83" name="Lige forbindelse 82">
                    <a:extLst>
                      <a:ext uri="{FF2B5EF4-FFF2-40B4-BE49-F238E27FC236}">
                        <a16:creationId xmlns:a16="http://schemas.microsoft.com/office/drawing/2014/main" id="{E26385BC-2B48-7E96-F71A-63E256FD1D10}"/>
                      </a:ext>
                    </a:extLst>
                  </p:cNvPr>
                  <p:cNvCxnSpPr/>
                  <p:nvPr/>
                </p:nvCxnSpPr>
                <p:spPr>
                  <a:xfrm flipH="1" flipV="1">
                    <a:off x="34290" y="68580"/>
                    <a:ext cx="506730"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grpSp>
          </p:grpSp>
        </p:grpSp>
        <p:grpSp>
          <p:nvGrpSpPr>
            <p:cNvPr id="63" name="Gruppe 62">
              <a:extLst>
                <a:ext uri="{FF2B5EF4-FFF2-40B4-BE49-F238E27FC236}">
                  <a16:creationId xmlns:a16="http://schemas.microsoft.com/office/drawing/2014/main" id="{C9F0A0C4-BD1A-5336-454D-9627C3801AE2}"/>
                </a:ext>
              </a:extLst>
            </p:cNvPr>
            <p:cNvGrpSpPr/>
            <p:nvPr/>
          </p:nvGrpSpPr>
          <p:grpSpPr>
            <a:xfrm>
              <a:off x="304800" y="1238250"/>
              <a:ext cx="1891752" cy="1624965"/>
              <a:chOff x="0" y="0"/>
              <a:chExt cx="1891752" cy="1624965"/>
            </a:xfrm>
          </p:grpSpPr>
          <p:cxnSp>
            <p:nvCxnSpPr>
              <p:cNvPr id="71" name="Lige pilforbindelse 70">
                <a:extLst>
                  <a:ext uri="{FF2B5EF4-FFF2-40B4-BE49-F238E27FC236}">
                    <a16:creationId xmlns:a16="http://schemas.microsoft.com/office/drawing/2014/main" id="{F83BA7AD-FA91-EBD7-5AAD-FF3C18DA7F80}"/>
                  </a:ext>
                </a:extLst>
              </p:cNvPr>
              <p:cNvCxnSpPr/>
              <p:nvPr/>
            </p:nvCxnSpPr>
            <p:spPr>
              <a:xfrm flipV="1">
                <a:off x="395287" y="0"/>
                <a:ext cx="1496465" cy="1405573"/>
              </a:xfrm>
              <a:prstGeom prst="straightConnector1">
                <a:avLst/>
              </a:prstGeom>
              <a:ln w="12700">
                <a:headEnd type="none"/>
                <a:tailEnd type="stealth" w="med" len="lg"/>
              </a:ln>
            </p:spPr>
            <p:style>
              <a:lnRef idx="1">
                <a:schemeClr val="dk1"/>
              </a:lnRef>
              <a:fillRef idx="0">
                <a:schemeClr val="dk1"/>
              </a:fillRef>
              <a:effectRef idx="0">
                <a:schemeClr val="dk1"/>
              </a:effectRef>
              <a:fontRef idx="minor">
                <a:schemeClr val="tx1"/>
              </a:fontRef>
            </p:style>
          </p:cxnSp>
          <p:cxnSp>
            <p:nvCxnSpPr>
              <p:cNvPr id="72" name="Lige pilforbindelse 71">
                <a:extLst>
                  <a:ext uri="{FF2B5EF4-FFF2-40B4-BE49-F238E27FC236}">
                    <a16:creationId xmlns:a16="http://schemas.microsoft.com/office/drawing/2014/main" id="{52742B9C-D39A-2420-79F4-29C8B647C81C}"/>
                  </a:ext>
                </a:extLst>
              </p:cNvPr>
              <p:cNvCxnSpPr/>
              <p:nvPr/>
            </p:nvCxnSpPr>
            <p:spPr>
              <a:xfrm flipV="1">
                <a:off x="395287" y="661988"/>
                <a:ext cx="1267785" cy="743583"/>
              </a:xfrm>
              <a:prstGeom prst="straightConnector1">
                <a:avLst/>
              </a:prstGeom>
              <a:ln w="12700">
                <a:headEnd type="none"/>
                <a:tailEnd type="stealth" w="med" len="lg"/>
              </a:ln>
            </p:spPr>
            <p:style>
              <a:lnRef idx="1">
                <a:schemeClr val="dk1"/>
              </a:lnRef>
              <a:fillRef idx="0">
                <a:schemeClr val="dk1"/>
              </a:fillRef>
              <a:effectRef idx="0">
                <a:schemeClr val="dk1"/>
              </a:effectRef>
              <a:fontRef idx="minor">
                <a:schemeClr val="tx1"/>
              </a:fontRef>
            </p:style>
          </p:cxnSp>
          <p:cxnSp>
            <p:nvCxnSpPr>
              <p:cNvPr id="73" name="Lige pilforbindelse 72">
                <a:extLst>
                  <a:ext uri="{FF2B5EF4-FFF2-40B4-BE49-F238E27FC236}">
                    <a16:creationId xmlns:a16="http://schemas.microsoft.com/office/drawing/2014/main" id="{605B7705-645B-0E24-7BAF-D5E5E26A4C64}"/>
                  </a:ext>
                </a:extLst>
              </p:cNvPr>
              <p:cNvCxnSpPr/>
              <p:nvPr/>
            </p:nvCxnSpPr>
            <p:spPr>
              <a:xfrm flipV="1">
                <a:off x="395287" y="971550"/>
                <a:ext cx="1148591" cy="434657"/>
              </a:xfrm>
              <a:prstGeom prst="straightConnector1">
                <a:avLst/>
              </a:prstGeom>
              <a:ln w="12700">
                <a:headEnd type="none"/>
                <a:tailEnd type="stealth" w="med" len="lg"/>
              </a:ln>
            </p:spPr>
            <p:style>
              <a:lnRef idx="1">
                <a:schemeClr val="dk1"/>
              </a:lnRef>
              <a:fillRef idx="0">
                <a:schemeClr val="dk1"/>
              </a:fillRef>
              <a:effectRef idx="0">
                <a:schemeClr val="dk1"/>
              </a:effectRef>
              <a:fontRef idx="minor">
                <a:schemeClr val="tx1"/>
              </a:fontRef>
            </p:style>
          </p:cxnSp>
          <p:sp>
            <p:nvSpPr>
              <p:cNvPr id="74" name="Tekstfelt 1619361034">
                <a:extLst>
                  <a:ext uri="{FF2B5EF4-FFF2-40B4-BE49-F238E27FC236}">
                    <a16:creationId xmlns:a16="http://schemas.microsoft.com/office/drawing/2014/main" id="{CE55EE82-7C2E-5BAA-5FFF-D3D7E2F4F846}"/>
                  </a:ext>
                </a:extLst>
              </p:cNvPr>
              <p:cNvSpPr txBox="1"/>
              <p:nvPr/>
            </p:nvSpPr>
            <p:spPr>
              <a:xfrm>
                <a:off x="0" y="1443038"/>
                <a:ext cx="977265" cy="181927"/>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buNone/>
                </a:pPr>
                <a:r>
                  <a:rPr lang="da-DK" sz="1000">
                    <a:effectLst/>
                    <a:latin typeface="Arial" panose="020B0604020202020204" pitchFamily="34" charset="0"/>
                    <a:ea typeface="Times New Roman" panose="02020603050405020304" pitchFamily="18" charset="0"/>
                  </a:rPr>
                  <a:t>Bottom of </a:t>
                </a:r>
                <a:r>
                  <a:rPr lang="en-US" sz="1000">
                    <a:effectLst/>
                    <a:latin typeface="Arial" panose="020B0604020202020204" pitchFamily="34" charset="0"/>
                    <a:ea typeface="Times New Roman" panose="02020603050405020304" pitchFamily="18" charset="0"/>
                  </a:rPr>
                  <a:t>scarf</a:t>
                </a:r>
                <a:endParaRPr lang="en-US" sz="1200">
                  <a:effectLst/>
                  <a:latin typeface="Times New Roman" panose="02020603050405020304" pitchFamily="18" charset="0"/>
                  <a:ea typeface="Times New Roman" panose="02020603050405020304" pitchFamily="18" charset="0"/>
                </a:endParaRPr>
              </a:p>
            </p:txBody>
          </p:sp>
        </p:grpSp>
        <p:grpSp>
          <p:nvGrpSpPr>
            <p:cNvPr id="64" name="Gruppe 63">
              <a:extLst>
                <a:ext uri="{FF2B5EF4-FFF2-40B4-BE49-F238E27FC236}">
                  <a16:creationId xmlns:a16="http://schemas.microsoft.com/office/drawing/2014/main" id="{6AACAD91-C62A-27FE-A094-2D18DBD30359}"/>
                </a:ext>
              </a:extLst>
            </p:cNvPr>
            <p:cNvGrpSpPr/>
            <p:nvPr/>
          </p:nvGrpSpPr>
          <p:grpSpPr>
            <a:xfrm>
              <a:off x="2276475" y="1819275"/>
              <a:ext cx="938530" cy="2537460"/>
              <a:chOff x="962025" y="0"/>
              <a:chExt cx="938530" cy="2537460"/>
            </a:xfrm>
          </p:grpSpPr>
          <p:cxnSp>
            <p:nvCxnSpPr>
              <p:cNvPr id="67" name="Lige forbindelse 66">
                <a:extLst>
                  <a:ext uri="{FF2B5EF4-FFF2-40B4-BE49-F238E27FC236}">
                    <a16:creationId xmlns:a16="http://schemas.microsoft.com/office/drawing/2014/main" id="{65325662-CA63-CAC5-D91C-C4ED0ABE6FC7}"/>
                  </a:ext>
                </a:extLst>
              </p:cNvPr>
              <p:cNvCxnSpPr/>
              <p:nvPr/>
            </p:nvCxnSpPr>
            <p:spPr>
              <a:xfrm>
                <a:off x="962025" y="9525"/>
                <a:ext cx="0" cy="1731645"/>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Lige forbindelse 67">
                <a:extLst>
                  <a:ext uri="{FF2B5EF4-FFF2-40B4-BE49-F238E27FC236}">
                    <a16:creationId xmlns:a16="http://schemas.microsoft.com/office/drawing/2014/main" id="{9AB1F29C-382F-0DF7-DE42-ABC8C364CA37}"/>
                  </a:ext>
                </a:extLst>
              </p:cNvPr>
              <p:cNvCxnSpPr/>
              <p:nvPr/>
            </p:nvCxnSpPr>
            <p:spPr>
              <a:xfrm>
                <a:off x="962025" y="0"/>
                <a:ext cx="938530" cy="1668780"/>
              </a:xfrm>
              <a:prstGeom prst="line">
                <a:avLst/>
              </a:prstGeom>
              <a:ln w="12700"/>
            </p:spPr>
            <p:style>
              <a:lnRef idx="1">
                <a:schemeClr val="dk1"/>
              </a:lnRef>
              <a:fillRef idx="0">
                <a:schemeClr val="dk1"/>
              </a:fillRef>
              <a:effectRef idx="0">
                <a:schemeClr val="dk1"/>
              </a:effectRef>
              <a:fontRef idx="minor">
                <a:schemeClr val="tx1"/>
              </a:fontRef>
            </p:style>
          </p:cxnSp>
          <p:cxnSp>
            <p:nvCxnSpPr>
              <p:cNvPr id="69" name="Lige forbindelse 68">
                <a:extLst>
                  <a:ext uri="{FF2B5EF4-FFF2-40B4-BE49-F238E27FC236}">
                    <a16:creationId xmlns:a16="http://schemas.microsoft.com/office/drawing/2014/main" id="{9714CABC-955C-1B99-4098-7FB97BF49D10}"/>
                  </a:ext>
                </a:extLst>
              </p:cNvPr>
              <p:cNvCxnSpPr/>
              <p:nvPr/>
            </p:nvCxnSpPr>
            <p:spPr>
              <a:xfrm>
                <a:off x="962025" y="1743075"/>
                <a:ext cx="250825" cy="794385"/>
              </a:xfrm>
              <a:prstGeom prst="line">
                <a:avLst/>
              </a:prstGeom>
              <a:ln w="12700"/>
            </p:spPr>
            <p:style>
              <a:lnRef idx="1">
                <a:schemeClr val="dk1"/>
              </a:lnRef>
              <a:fillRef idx="0">
                <a:schemeClr val="dk1"/>
              </a:fillRef>
              <a:effectRef idx="0">
                <a:schemeClr val="dk1"/>
              </a:effectRef>
              <a:fontRef idx="minor">
                <a:schemeClr val="tx1"/>
              </a:fontRef>
            </p:style>
          </p:cxnSp>
          <p:sp>
            <p:nvSpPr>
              <p:cNvPr id="70" name="Tekstfelt 2104834299">
                <a:extLst>
                  <a:ext uri="{FF2B5EF4-FFF2-40B4-BE49-F238E27FC236}">
                    <a16:creationId xmlns:a16="http://schemas.microsoft.com/office/drawing/2014/main" id="{7A9F29A6-510C-9ABD-B961-2A2E808A90DE}"/>
                  </a:ext>
                </a:extLst>
              </p:cNvPr>
              <p:cNvSpPr txBox="1"/>
              <p:nvPr/>
            </p:nvSpPr>
            <p:spPr>
              <a:xfrm>
                <a:off x="995363" y="709613"/>
                <a:ext cx="359410" cy="181927"/>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buNone/>
                </a:pPr>
                <a:r>
                  <a:rPr lang="da-DK" sz="1000">
                    <a:effectLst/>
                    <a:latin typeface="Arial" panose="020B0604020202020204" pitchFamily="34" charset="0"/>
                    <a:ea typeface="Times New Roman" panose="02020603050405020304" pitchFamily="18" charset="0"/>
                  </a:rPr>
                  <a:t>Hook</a:t>
                </a:r>
                <a:endParaRPr lang="en-US" sz="1200">
                  <a:effectLst/>
                  <a:latin typeface="Times New Roman" panose="02020603050405020304" pitchFamily="18" charset="0"/>
                  <a:ea typeface="Times New Roman" panose="02020603050405020304" pitchFamily="18" charset="0"/>
                </a:endParaRPr>
              </a:p>
            </p:txBody>
          </p:sp>
        </p:grpSp>
        <p:sp>
          <p:nvSpPr>
            <p:cNvPr id="65" name="Tekstfelt 1171472879">
              <a:extLst>
                <a:ext uri="{FF2B5EF4-FFF2-40B4-BE49-F238E27FC236}">
                  <a16:creationId xmlns:a16="http://schemas.microsoft.com/office/drawing/2014/main" id="{64098E2C-B875-FAD9-F1C0-05B3A009B531}"/>
                </a:ext>
              </a:extLst>
            </p:cNvPr>
            <p:cNvSpPr txBox="1"/>
            <p:nvPr/>
          </p:nvSpPr>
          <p:spPr>
            <a:xfrm>
              <a:off x="2333625" y="190500"/>
              <a:ext cx="1120457" cy="323461"/>
            </a:xfrm>
            <a:prstGeom prst="rect">
              <a:avLst/>
            </a:prstGeom>
            <a:solidFill>
              <a:schemeClr val="lt1"/>
            </a:solidFill>
            <a:ln w="6350">
              <a:noFill/>
            </a:ln>
          </p:spPr>
          <p:txBody>
            <a:bodyPr rot="0" spcFirstLastPara="0" vert="horz" wrap="square" lIns="0" tIns="0" rIns="0" bIns="0" numCol="1" spcCol="0" rtlCol="0" fromWordArt="0" anchor="t" anchorCtr="0" forceAA="0" compatLnSpc="1">
              <a:prstTxWarp prst="textNoShape">
                <a:avLst/>
              </a:prstTxWarp>
              <a:noAutofit/>
            </a:bodyPr>
            <a:lstStyle/>
            <a:p>
              <a:pPr>
                <a:buNone/>
              </a:pPr>
              <a:r>
                <a:rPr lang="en-US" sz="1000">
                  <a:effectLst/>
                  <a:latin typeface="Arial" panose="020B0604020202020204" pitchFamily="34" charset="0"/>
                  <a:ea typeface="Times New Roman" panose="02020603050405020304" pitchFamily="18" charset="0"/>
                </a:rPr>
                <a:t>3 sewing machine needle sizes</a:t>
              </a:r>
              <a:endParaRPr lang="en-US" sz="1200">
                <a:effectLst/>
                <a:latin typeface="Times New Roman" panose="02020603050405020304" pitchFamily="18" charset="0"/>
                <a:ea typeface="Times New Roman" panose="02020603050405020304" pitchFamily="18" charset="0"/>
              </a:endParaRPr>
            </a:p>
          </p:txBody>
        </p:sp>
        <p:cxnSp>
          <p:nvCxnSpPr>
            <p:cNvPr id="66" name="Lige pilforbindelse 65">
              <a:extLst>
                <a:ext uri="{FF2B5EF4-FFF2-40B4-BE49-F238E27FC236}">
                  <a16:creationId xmlns:a16="http://schemas.microsoft.com/office/drawing/2014/main" id="{5B60433E-B215-C0A9-C7F0-C88C3E4BE1B6}"/>
                </a:ext>
              </a:extLst>
            </p:cNvPr>
            <p:cNvCxnSpPr/>
            <p:nvPr/>
          </p:nvCxnSpPr>
          <p:spPr>
            <a:xfrm flipH="1" flipV="1">
              <a:off x="2667000" y="2181225"/>
              <a:ext cx="9525" cy="1943100"/>
            </a:xfrm>
            <a:prstGeom prst="straightConnector1">
              <a:avLst/>
            </a:prstGeom>
            <a:ln w="28575">
              <a:headEnd type="none"/>
              <a:tailEnd type="stealth" w="lg" len="lg"/>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669917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B4E10-A747-9225-B053-F01083584CA3}"/>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5A4A9262-52C7-ECC5-9DB2-DF5467D2902D}"/>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26</a:t>
            </a:fld>
            <a:endParaRPr lang="en-GB" noProof="0" dirty="0"/>
          </a:p>
        </p:txBody>
      </p:sp>
      <p:sp>
        <p:nvSpPr>
          <p:cNvPr id="6" name="Rektangel: afrundede hjørner 5">
            <a:extLst>
              <a:ext uri="{FF2B5EF4-FFF2-40B4-BE49-F238E27FC236}">
                <a16:creationId xmlns:a16="http://schemas.microsoft.com/office/drawing/2014/main" id="{C7F9770B-3499-6A07-2C05-FDB0AB6AE8A5}"/>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4A1B816D-BBAE-B403-8215-8485557514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F8107FF7-5CC5-B916-9028-073E4734516A}"/>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Brands</a:t>
            </a:r>
          </a:p>
        </p:txBody>
      </p:sp>
      <p:sp>
        <p:nvSpPr>
          <p:cNvPr id="9" name="Rektangel 8">
            <a:extLst>
              <a:ext uri="{FF2B5EF4-FFF2-40B4-BE49-F238E27FC236}">
                <a16:creationId xmlns:a16="http://schemas.microsoft.com/office/drawing/2014/main" id="{E64A7A6C-8476-263F-E620-FEC559A8FCE2}"/>
              </a:ext>
            </a:extLst>
          </p:cNvPr>
          <p:cNvSpPr/>
          <p:nvPr/>
        </p:nvSpPr>
        <p:spPr>
          <a:xfrm>
            <a:off x="610397" y="1299216"/>
            <a:ext cx="11210302" cy="5262979"/>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Organ		Household+Industrial	(Japan)</a:t>
            </a:r>
          </a:p>
          <a:p>
            <a:pPr marL="342900" lvl="0" indent="-342900">
              <a:buFont typeface="Arial" panose="020B0604020202020204" pitchFamily="34" charset="0"/>
              <a:buChar char="•"/>
              <a:tabLst>
                <a:tab pos="457200" algn="l"/>
              </a:tabLst>
            </a:pPr>
            <a:endParaRPr lang="nn-NO"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Schmetz		Household+Industrial	(Original German)</a:t>
            </a:r>
          </a:p>
          <a:p>
            <a:pPr marL="342900" lvl="0" indent="-342900">
              <a:buFont typeface="Arial" panose="020B0604020202020204" pitchFamily="34" charset="0"/>
              <a:buChar char="•"/>
              <a:tabLst>
                <a:tab pos="457200" algn="l"/>
              </a:tabLst>
            </a:pPr>
            <a:endParaRPr lang="nn-NO" sz="2400" b="1" dirty="0">
              <a:ea typeface="Times New Roman" panose="02020603050405020304" pitchFamily="18" charset="0"/>
            </a:endParaRPr>
          </a:p>
          <a:p>
            <a:pPr marL="342900" indent="-342900">
              <a:buFont typeface="Arial" panose="020B0604020202020204" pitchFamily="34" charset="0"/>
              <a:buChar char="•"/>
              <a:tabLst>
                <a:tab pos="457200" algn="l"/>
              </a:tabLst>
            </a:pPr>
            <a:r>
              <a:rPr lang="nn-NO" sz="2400" b="1" dirty="0">
                <a:ea typeface="Times New Roman" panose="02020603050405020304" pitchFamily="18" charset="0"/>
              </a:rPr>
              <a:t>Groz-Beckert	Industrial			(Original German)</a:t>
            </a:r>
          </a:p>
          <a:p>
            <a:pPr lvl="0">
              <a:tabLst>
                <a:tab pos="457200" algn="l"/>
              </a:tabLst>
            </a:pPr>
            <a:br>
              <a:rPr lang="nn-NO" sz="2400" b="1" dirty="0">
                <a:ea typeface="Times New Roman" panose="02020603050405020304" pitchFamily="18" charset="0"/>
              </a:rPr>
            </a:br>
            <a:endParaRPr lang="nn-NO"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Many other smaller brands:</a:t>
            </a:r>
            <a:br>
              <a:rPr lang="nn-NO" sz="2400" b="1" dirty="0">
                <a:ea typeface="Times New Roman" panose="02020603050405020304" pitchFamily="18" charset="0"/>
              </a:rPr>
            </a:br>
            <a:r>
              <a:rPr lang="nn-NO" sz="2400" b="1" dirty="0">
                <a:ea typeface="Times New Roman" panose="02020603050405020304" pitchFamily="18" charset="0"/>
              </a:rPr>
              <a:t>		Orange, AMF, Klasse, Madeira, Bohin, Dotec, TNC, Flying Tiger, 			White Egret. (Singer, Bernina, Seiko)</a:t>
            </a:r>
          </a:p>
          <a:p>
            <a:pPr marL="342900" lvl="0" indent="-342900">
              <a:buFont typeface="Arial" panose="020B0604020202020204" pitchFamily="34" charset="0"/>
              <a:buChar char="•"/>
              <a:tabLst>
                <a:tab pos="457200" algn="l"/>
              </a:tabLst>
            </a:pPr>
            <a:endParaRPr lang="nn-NO"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Dont use:	Flying Man. </a:t>
            </a:r>
          </a:p>
          <a:p>
            <a:pPr marL="342900" lvl="0" indent="-342900">
              <a:buFont typeface="Arial" panose="020B0604020202020204" pitchFamily="34" charset="0"/>
              <a:buChar char="•"/>
              <a:tabLst>
                <a:tab pos="457200" algn="l"/>
              </a:tabLst>
            </a:pPr>
            <a:endParaRPr lang="nn-NO"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nn-NO" sz="2400" b="1" dirty="0">
                <a:ea typeface="Times New Roman" panose="02020603050405020304" pitchFamily="18" charset="0"/>
              </a:rPr>
              <a:t>Quality is about how smooth the needle eye is made</a:t>
            </a:r>
          </a:p>
        </p:txBody>
      </p:sp>
    </p:spTree>
    <p:extLst>
      <p:ext uri="{BB962C8B-B14F-4D97-AF65-F5344CB8AC3E}">
        <p14:creationId xmlns:p14="http://schemas.microsoft.com/office/powerpoint/2010/main" val="143767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6" end="6"/>
                                            </p:txEl>
                                          </p:spTgt>
                                        </p:tgtEl>
                                        <p:attrNameLst>
                                          <p:attrName>style.visibility</p:attrName>
                                        </p:attrNameLst>
                                      </p:cBhvr>
                                      <p:to>
                                        <p:strVal val="visible"/>
                                      </p:to>
                                    </p:set>
                                    <p:anim calcmode="lin" valueType="num">
                                      <p:cBhvr additive="base">
                                        <p:cTn id="7"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8" end="8"/>
                                            </p:txEl>
                                          </p:spTgt>
                                        </p:tgtEl>
                                        <p:attrNameLst>
                                          <p:attrName>style.visibility</p:attrName>
                                        </p:attrNameLst>
                                      </p:cBhvr>
                                      <p:to>
                                        <p:strVal val="visible"/>
                                      </p:to>
                                    </p:set>
                                    <p:anim calcmode="lin" valueType="num">
                                      <p:cBhvr additive="base">
                                        <p:cTn id="11"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xEl>
                                              <p:pRg st="10" end="10"/>
                                            </p:txEl>
                                          </p:spTgt>
                                        </p:tgtEl>
                                        <p:attrNameLst>
                                          <p:attrName>style.visibility</p:attrName>
                                        </p:attrNameLst>
                                      </p:cBhvr>
                                      <p:to>
                                        <p:strVal val="visible"/>
                                      </p:to>
                                    </p:set>
                                    <p:anim calcmode="lin" valueType="num">
                                      <p:cBhvr additive="base">
                                        <p:cTn id="17"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A4AA1-5FF4-B5B6-BFCD-C4348B8511A5}"/>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A9B46E1F-8B11-6940-1DD8-F65A7A1BBD5B}"/>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27</a:t>
            </a:fld>
            <a:endParaRPr lang="en-GB" noProof="0" dirty="0"/>
          </a:p>
        </p:txBody>
      </p:sp>
      <p:sp>
        <p:nvSpPr>
          <p:cNvPr id="6" name="Rektangel: afrundede hjørner 5">
            <a:extLst>
              <a:ext uri="{FF2B5EF4-FFF2-40B4-BE49-F238E27FC236}">
                <a16:creationId xmlns:a16="http://schemas.microsoft.com/office/drawing/2014/main" id="{98DABB1E-7683-E268-FC4D-517924146522}"/>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21FBF7AD-2382-1180-DA49-01FF83487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18ED7305-B140-153F-AA7F-82B8DCA817AD}"/>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needles, Quality</a:t>
            </a:r>
          </a:p>
        </p:txBody>
      </p:sp>
      <p:pic>
        <p:nvPicPr>
          <p:cNvPr id="5" name="Billede 4">
            <a:extLst>
              <a:ext uri="{FF2B5EF4-FFF2-40B4-BE49-F238E27FC236}">
                <a16:creationId xmlns:a16="http://schemas.microsoft.com/office/drawing/2014/main" id="{C27D4A10-B7EB-E561-6A5E-FCFA2D7A12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326" y="1249682"/>
            <a:ext cx="8810065" cy="5541815"/>
          </a:xfrm>
          <a:prstGeom prst="rect">
            <a:avLst/>
          </a:prstGeom>
        </p:spPr>
      </p:pic>
    </p:spTree>
    <p:extLst>
      <p:ext uri="{BB962C8B-B14F-4D97-AF65-F5344CB8AC3E}">
        <p14:creationId xmlns:p14="http://schemas.microsoft.com/office/powerpoint/2010/main" val="315711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44D29-4CBD-BD42-54B3-6D5EC157B54F}"/>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7DAA3DD9-3F75-8070-B04F-7C5D3BB54C06}"/>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28</a:t>
            </a:fld>
            <a:endParaRPr lang="en-GB" noProof="0" dirty="0"/>
          </a:p>
        </p:txBody>
      </p:sp>
      <p:sp>
        <p:nvSpPr>
          <p:cNvPr id="6" name="Rektangel: afrundede hjørner 5">
            <a:extLst>
              <a:ext uri="{FF2B5EF4-FFF2-40B4-BE49-F238E27FC236}">
                <a16:creationId xmlns:a16="http://schemas.microsoft.com/office/drawing/2014/main" id="{19A2CDF0-AC75-903D-ED4C-7AE29B34C46F}"/>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030C82F5-955A-3A58-E72D-FF81E5BC2C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63D9C62D-6A9C-C9B3-6435-194DD0B2A2C0}"/>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preparations </a:t>
            </a:r>
          </a:p>
        </p:txBody>
      </p:sp>
      <p:sp>
        <p:nvSpPr>
          <p:cNvPr id="9" name="Rektangel 8">
            <a:extLst>
              <a:ext uri="{FF2B5EF4-FFF2-40B4-BE49-F238E27FC236}">
                <a16:creationId xmlns:a16="http://schemas.microsoft.com/office/drawing/2014/main" id="{0D0B90F9-D929-3ED8-70A9-1A41A6AADBE7}"/>
              </a:ext>
            </a:extLst>
          </p:cNvPr>
          <p:cNvSpPr/>
          <p:nvPr/>
        </p:nvSpPr>
        <p:spPr>
          <a:xfrm>
            <a:off x="610397" y="1299216"/>
            <a:ext cx="11210302" cy="3046988"/>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Did you see the YouTube playlist?</a:t>
            </a: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Do you have comments – questions?</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I will go through all controls and the checklist for the </a:t>
            </a:r>
            <a:r>
              <a:rPr lang="en-GB" sz="2400" b="1" dirty="0" err="1">
                <a:ea typeface="Times New Roman" panose="02020603050405020304" pitchFamily="18" charset="0"/>
              </a:rPr>
              <a:t>Dürkopp</a:t>
            </a:r>
            <a:r>
              <a:rPr lang="en-GB" sz="2400" b="1" dirty="0">
                <a:ea typeface="Times New Roman" panose="02020603050405020304" pitchFamily="18" charset="0"/>
              </a:rPr>
              <a:t> 291</a:t>
            </a: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One of you will control me with the shortform manual</a:t>
            </a:r>
          </a:p>
          <a:p>
            <a:pPr lvl="0">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Break 10 min</a:t>
            </a:r>
          </a:p>
        </p:txBody>
      </p:sp>
    </p:spTree>
    <p:extLst>
      <p:ext uri="{BB962C8B-B14F-4D97-AF65-F5344CB8AC3E}">
        <p14:creationId xmlns:p14="http://schemas.microsoft.com/office/powerpoint/2010/main" val="39751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 calcmode="lin" valueType="num">
                                      <p:cBhvr additive="base">
                                        <p:cTn id="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anim calcmode="lin" valueType="num">
                                      <p:cBhvr additive="base">
                                        <p:cTn id="1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anim calcmode="lin" valueType="num">
                                      <p:cBhvr additive="base">
                                        <p:cTn id="17"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BE3E3-EB26-6E24-2879-2AB67D6D122A}"/>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BBCB3387-B41B-B3B4-7512-5B38CC828084}"/>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29</a:t>
            </a:fld>
            <a:endParaRPr lang="en-GB" noProof="0" dirty="0"/>
          </a:p>
        </p:txBody>
      </p:sp>
      <p:sp>
        <p:nvSpPr>
          <p:cNvPr id="6" name="Rektangel: afrundede hjørner 5">
            <a:extLst>
              <a:ext uri="{FF2B5EF4-FFF2-40B4-BE49-F238E27FC236}">
                <a16:creationId xmlns:a16="http://schemas.microsoft.com/office/drawing/2014/main" id="{62A2ED4D-26AF-97C5-3918-7E3406BDD7B9}"/>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1CCA729F-DEB5-BFE5-0F1D-F993EFEE6B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6E885A68-A5AA-A1A1-6AB7-FE026F8F6882}"/>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thread</a:t>
            </a:r>
          </a:p>
        </p:txBody>
      </p:sp>
      <p:sp>
        <p:nvSpPr>
          <p:cNvPr id="9" name="Rektangel 8">
            <a:extLst>
              <a:ext uri="{FF2B5EF4-FFF2-40B4-BE49-F238E27FC236}">
                <a16:creationId xmlns:a16="http://schemas.microsoft.com/office/drawing/2014/main" id="{9C19BA1F-9E06-CAD4-A52B-C58EFA7BE817}"/>
              </a:ext>
            </a:extLst>
          </p:cNvPr>
          <p:cNvSpPr/>
          <p:nvPr/>
        </p:nvSpPr>
        <p:spPr>
          <a:xfrm>
            <a:off x="610397" y="1299216"/>
            <a:ext cx="11210302" cy="5262979"/>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Basic material(s)</a:t>
            </a: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Composition</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Additives/coating</a:t>
            </a: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The colour and dye</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indent="-342900">
              <a:buFont typeface="Arial" panose="020B0604020202020204" pitchFamily="34" charset="0"/>
              <a:buChar char="•"/>
              <a:tabLst>
                <a:tab pos="457200" algn="l"/>
              </a:tabLst>
            </a:pPr>
            <a:r>
              <a:rPr lang="en-GB" sz="2400" b="1" dirty="0">
                <a:ea typeface="Times New Roman" panose="02020603050405020304" pitchFamily="18" charset="0"/>
              </a:rPr>
              <a:t>Thickness</a:t>
            </a: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Make-up</a:t>
            </a: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a:p>
            <a:pPr marL="342900" indent="-342900">
              <a:buFont typeface="Arial" panose="020B0604020202020204" pitchFamily="34" charset="0"/>
              <a:buChar char="•"/>
              <a:tabLst>
                <a:tab pos="457200" algn="l"/>
              </a:tabLst>
            </a:pPr>
            <a:r>
              <a:rPr lang="en-GB" sz="2400" b="1" dirty="0">
                <a:ea typeface="Times New Roman" panose="02020603050405020304" pitchFamily="18" charset="0"/>
              </a:rPr>
              <a:t>Manufacturers</a:t>
            </a:r>
          </a:p>
          <a:p>
            <a:pPr lvl="0">
              <a:tabLst>
                <a:tab pos="457200" algn="l"/>
              </a:tabLst>
            </a:pP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Many threads are for hand sewing only</a:t>
            </a:r>
          </a:p>
        </p:txBody>
      </p:sp>
    </p:spTree>
    <p:extLst>
      <p:ext uri="{BB962C8B-B14F-4D97-AF65-F5344CB8AC3E}">
        <p14:creationId xmlns:p14="http://schemas.microsoft.com/office/powerpoint/2010/main" val="1333947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E6F84-6B2D-6710-E61A-1374F2F36131}"/>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7D1512D3-1DC2-80AF-697D-EA609403CAE3}"/>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30</a:t>
            </a:fld>
            <a:endParaRPr lang="en-GB" noProof="0" dirty="0"/>
          </a:p>
        </p:txBody>
      </p:sp>
      <p:sp>
        <p:nvSpPr>
          <p:cNvPr id="6" name="Rektangel: afrundede hjørner 5">
            <a:extLst>
              <a:ext uri="{FF2B5EF4-FFF2-40B4-BE49-F238E27FC236}">
                <a16:creationId xmlns:a16="http://schemas.microsoft.com/office/drawing/2014/main" id="{A4D8945D-20AE-5A76-7F62-283E303D4422}"/>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8DBBC392-C5AA-5891-913A-0654F4F299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65B0A4E2-99A6-0EBA-C75D-F123A5A38972}"/>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thread material</a:t>
            </a:r>
          </a:p>
        </p:txBody>
      </p:sp>
      <p:sp>
        <p:nvSpPr>
          <p:cNvPr id="9" name="Rektangel 8">
            <a:extLst>
              <a:ext uri="{FF2B5EF4-FFF2-40B4-BE49-F238E27FC236}">
                <a16:creationId xmlns:a16="http://schemas.microsoft.com/office/drawing/2014/main" id="{7CB8239A-B569-EF92-E896-D141B3DC66BC}"/>
              </a:ext>
            </a:extLst>
          </p:cNvPr>
          <p:cNvSpPr/>
          <p:nvPr/>
        </p:nvSpPr>
        <p:spPr>
          <a:xfrm>
            <a:off x="610397" y="1299216"/>
            <a:ext cx="11210302" cy="5262979"/>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Polyester			Strong, durable, good UV-resistance</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Nylon, </a:t>
            </a:r>
            <a:r>
              <a:rPr lang="en-GB" sz="2400" b="1" dirty="0" err="1">
                <a:ea typeface="Times New Roman" panose="02020603050405020304" pitchFamily="18" charset="0"/>
              </a:rPr>
              <a:t>Polyamid</a:t>
            </a:r>
            <a:r>
              <a:rPr lang="en-GB" sz="2400" b="1" dirty="0">
                <a:ea typeface="Times New Roman" panose="02020603050405020304" pitchFamily="18" charset="0"/>
              </a:rPr>
              <a:t>	Stronger due to elongation, less UV-resistant, 						harder to make </a:t>
            </a:r>
            <a:r>
              <a:rPr lang="en-GB" sz="2400" b="1" dirty="0" err="1">
                <a:ea typeface="Times New Roman" panose="02020603050405020304" pitchFamily="18" charset="0"/>
              </a:rPr>
              <a:t>colors</a:t>
            </a: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Cotton			Less strong, less UV resistant, nicer against 	skin, 						resist higher temperature. You can dye the 						thread with fabric.</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Rayon, Viscose		Less strong, bad to UV-light, sparkling </a:t>
            </a:r>
            <a:r>
              <a:rPr lang="en-GB" sz="2400" b="1" dirty="0" err="1">
                <a:ea typeface="Times New Roman" panose="02020603050405020304" pitchFamily="18" charset="0"/>
              </a:rPr>
              <a:t>colors</a:t>
            </a: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Silk				Fair UV-resistance, nicer against skin.</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Gore, Tenara		Very good UV-resistance. Cost 1000 kr. For 200g</a:t>
            </a: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2848937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 calcmode="lin" valueType="num">
                                      <p:cBhvr additive="base">
                                        <p:cTn id="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 calcmode="lin" valueType="num">
                                      <p:cBhvr additive="base">
                                        <p:cTn id="1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anim calcmode="lin" valueType="num">
                                      <p:cBhvr additive="base">
                                        <p:cTn id="19"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anim calcmode="lin" valueType="num">
                                      <p:cBhvr additive="base">
                                        <p:cTn id="25"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10" end="10"/>
                                            </p:txEl>
                                          </p:spTgt>
                                        </p:tgtEl>
                                        <p:attrNameLst>
                                          <p:attrName>style.visibility</p:attrName>
                                        </p:attrNameLst>
                                      </p:cBhvr>
                                      <p:to>
                                        <p:strVal val="visible"/>
                                      </p:to>
                                    </p:set>
                                    <p:anim calcmode="lin" valueType="num">
                                      <p:cBhvr additive="base">
                                        <p:cTn id="31"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D7501-2859-726B-CC4E-24A55277BA53}"/>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96CF02DF-A50C-F157-ADF9-EE6AC0D8F23F}"/>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31</a:t>
            </a:fld>
            <a:endParaRPr lang="en-GB" noProof="0" dirty="0"/>
          </a:p>
        </p:txBody>
      </p:sp>
      <p:sp>
        <p:nvSpPr>
          <p:cNvPr id="6" name="Rektangel: afrundede hjørner 5">
            <a:extLst>
              <a:ext uri="{FF2B5EF4-FFF2-40B4-BE49-F238E27FC236}">
                <a16:creationId xmlns:a16="http://schemas.microsoft.com/office/drawing/2014/main" id="{6DE945CD-2238-0438-4C3A-ACDB469C41A3}"/>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233102BB-A9AA-C1B5-38FD-20DAC8CD5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C17518FC-C8C1-4CB1-2AD6-914F8A269C69}"/>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thread composition</a:t>
            </a:r>
          </a:p>
        </p:txBody>
      </p:sp>
      <p:grpSp>
        <p:nvGrpSpPr>
          <p:cNvPr id="13" name="Gruppe 12">
            <a:extLst>
              <a:ext uri="{FF2B5EF4-FFF2-40B4-BE49-F238E27FC236}">
                <a16:creationId xmlns:a16="http://schemas.microsoft.com/office/drawing/2014/main" id="{C33D8BC2-E4EA-FA65-380A-C6A553423070}"/>
              </a:ext>
            </a:extLst>
          </p:cNvPr>
          <p:cNvGrpSpPr/>
          <p:nvPr/>
        </p:nvGrpSpPr>
        <p:grpSpPr>
          <a:xfrm>
            <a:off x="229238" y="1779328"/>
            <a:ext cx="2643448" cy="2456412"/>
            <a:chOff x="725327" y="2448097"/>
            <a:chExt cx="2643448" cy="2456412"/>
          </a:xfrm>
        </p:grpSpPr>
        <p:sp>
          <p:nvSpPr>
            <p:cNvPr id="2" name="Ellipse 1">
              <a:extLst>
                <a:ext uri="{FF2B5EF4-FFF2-40B4-BE49-F238E27FC236}">
                  <a16:creationId xmlns:a16="http://schemas.microsoft.com/office/drawing/2014/main" id="{716BB3AE-849F-0478-20CC-2BED587B2E91}"/>
                </a:ext>
              </a:extLst>
            </p:cNvPr>
            <p:cNvSpPr/>
            <p:nvPr/>
          </p:nvSpPr>
          <p:spPr>
            <a:xfrm>
              <a:off x="725327" y="2452254"/>
              <a:ext cx="1321724" cy="1321724"/>
            </a:xfrm>
            <a:prstGeom prst="ellipse">
              <a:avLst/>
            </a:prstGeom>
            <a:pattFill prst="lgConfetti">
              <a:fgClr>
                <a:schemeClr val="tx1"/>
              </a:fgClr>
              <a:bgClr>
                <a:schemeClr val="bg1"/>
              </a:bgClr>
            </a:patt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0" name="Ellipse 9">
              <a:extLst>
                <a:ext uri="{FF2B5EF4-FFF2-40B4-BE49-F238E27FC236}">
                  <a16:creationId xmlns:a16="http://schemas.microsoft.com/office/drawing/2014/main" id="{9DED75F1-E22E-B050-C94A-24085815870A}"/>
                </a:ext>
              </a:extLst>
            </p:cNvPr>
            <p:cNvSpPr/>
            <p:nvPr/>
          </p:nvSpPr>
          <p:spPr>
            <a:xfrm>
              <a:off x="2047051" y="2448097"/>
              <a:ext cx="1321724" cy="1321724"/>
            </a:xfrm>
            <a:prstGeom prst="ellipse">
              <a:avLst/>
            </a:prstGeom>
            <a:pattFill prst="lgConfetti">
              <a:fgClr>
                <a:schemeClr val="tx1"/>
              </a:fgClr>
              <a:bgClr>
                <a:schemeClr val="bg1"/>
              </a:bgClr>
            </a:patt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1" name="Ellipse 10">
              <a:extLst>
                <a:ext uri="{FF2B5EF4-FFF2-40B4-BE49-F238E27FC236}">
                  <a16:creationId xmlns:a16="http://schemas.microsoft.com/office/drawing/2014/main" id="{ED1270A4-25AA-C7FF-14EF-F9A9A9B1236A}"/>
                </a:ext>
              </a:extLst>
            </p:cNvPr>
            <p:cNvSpPr/>
            <p:nvPr/>
          </p:nvSpPr>
          <p:spPr>
            <a:xfrm>
              <a:off x="1386189" y="3582785"/>
              <a:ext cx="1321724" cy="1321724"/>
            </a:xfrm>
            <a:prstGeom prst="ellipse">
              <a:avLst/>
            </a:prstGeom>
            <a:pattFill prst="lgConfetti">
              <a:fgClr>
                <a:schemeClr val="tx1"/>
              </a:fgClr>
              <a:bgClr>
                <a:schemeClr val="bg1"/>
              </a:bgClr>
            </a:patt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grpSp>
      <p:pic>
        <p:nvPicPr>
          <p:cNvPr id="48" name="Billede 47">
            <a:extLst>
              <a:ext uri="{FF2B5EF4-FFF2-40B4-BE49-F238E27FC236}">
                <a16:creationId xmlns:a16="http://schemas.microsoft.com/office/drawing/2014/main" id="{D6BF00A6-378A-B61A-0964-6BE9007B19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7250" y="1487295"/>
            <a:ext cx="4036688" cy="4036688"/>
          </a:xfrm>
          <a:prstGeom prst="rect">
            <a:avLst/>
          </a:prstGeom>
        </p:spPr>
      </p:pic>
      <p:sp>
        <p:nvSpPr>
          <p:cNvPr id="51" name="Tekstfelt 50">
            <a:extLst>
              <a:ext uri="{FF2B5EF4-FFF2-40B4-BE49-F238E27FC236}">
                <a16:creationId xmlns:a16="http://schemas.microsoft.com/office/drawing/2014/main" id="{24EC79B3-ABF6-9AEC-2649-313562AA8702}"/>
              </a:ext>
            </a:extLst>
          </p:cNvPr>
          <p:cNvSpPr txBox="1"/>
          <p:nvPr/>
        </p:nvSpPr>
        <p:spPr>
          <a:xfrm>
            <a:off x="1105392" y="1299062"/>
            <a:ext cx="989913" cy="430887"/>
          </a:xfrm>
          <a:prstGeom prst="rect">
            <a:avLst/>
          </a:prstGeom>
          <a:noFill/>
        </p:spPr>
        <p:txBody>
          <a:bodyPr wrap="square" lIns="0" tIns="0" rIns="0" bIns="0" rtlCol="0">
            <a:spAutoFit/>
          </a:bodyPr>
          <a:lstStyle/>
          <a:p>
            <a:r>
              <a:rPr lang="da-DK" sz="2800" b="1" dirty="0"/>
              <a:t>3-Ply</a:t>
            </a:r>
            <a:endParaRPr lang="en-US" sz="2800" b="1" dirty="0" err="1"/>
          </a:p>
        </p:txBody>
      </p:sp>
      <p:grpSp>
        <p:nvGrpSpPr>
          <p:cNvPr id="56" name="Gruppe 55">
            <a:extLst>
              <a:ext uri="{FF2B5EF4-FFF2-40B4-BE49-F238E27FC236}">
                <a16:creationId xmlns:a16="http://schemas.microsoft.com/office/drawing/2014/main" id="{4E5475BF-5C2F-12B6-FA4D-FDF7565482D1}"/>
              </a:ext>
            </a:extLst>
          </p:cNvPr>
          <p:cNvGrpSpPr/>
          <p:nvPr/>
        </p:nvGrpSpPr>
        <p:grpSpPr>
          <a:xfrm>
            <a:off x="3052482" y="2355288"/>
            <a:ext cx="2672557" cy="2472075"/>
            <a:chOff x="4111703" y="1532101"/>
            <a:chExt cx="2672557" cy="2472075"/>
          </a:xfrm>
        </p:grpSpPr>
        <p:sp>
          <p:nvSpPr>
            <p:cNvPr id="17" name="Ellipse 16">
              <a:extLst>
                <a:ext uri="{FF2B5EF4-FFF2-40B4-BE49-F238E27FC236}">
                  <a16:creationId xmlns:a16="http://schemas.microsoft.com/office/drawing/2014/main" id="{041CD7F8-8E6A-BCBC-AC87-4EABA225B117}"/>
                </a:ext>
              </a:extLst>
            </p:cNvPr>
            <p:cNvSpPr/>
            <p:nvPr/>
          </p:nvSpPr>
          <p:spPr>
            <a:xfrm>
              <a:off x="4111703" y="1532101"/>
              <a:ext cx="1321724" cy="1321724"/>
            </a:xfrm>
            <a:prstGeom prst="ellipse">
              <a:avLst/>
            </a:prstGeom>
            <a:pattFill prst="lgConfetti">
              <a:fgClr>
                <a:schemeClr val="tx1"/>
              </a:fgClr>
              <a:bgClr>
                <a:schemeClr val="bg1"/>
              </a:bgClr>
            </a:patt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52" name="Ellipse 51">
              <a:extLst>
                <a:ext uri="{FF2B5EF4-FFF2-40B4-BE49-F238E27FC236}">
                  <a16:creationId xmlns:a16="http://schemas.microsoft.com/office/drawing/2014/main" id="{7C046917-AB4D-1B1C-9E78-97005E94D1F2}"/>
                </a:ext>
              </a:extLst>
            </p:cNvPr>
            <p:cNvSpPr/>
            <p:nvPr/>
          </p:nvSpPr>
          <p:spPr>
            <a:xfrm>
              <a:off x="5462536" y="1532101"/>
              <a:ext cx="1321724" cy="1321724"/>
            </a:xfrm>
            <a:prstGeom prst="ellipse">
              <a:avLst/>
            </a:prstGeom>
            <a:pattFill prst="lgConfetti">
              <a:fgClr>
                <a:schemeClr val="tx1"/>
              </a:fgClr>
              <a:bgClr>
                <a:schemeClr val="bg1"/>
              </a:bgClr>
            </a:patt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53" name="Ellipse 52">
              <a:extLst>
                <a:ext uri="{FF2B5EF4-FFF2-40B4-BE49-F238E27FC236}">
                  <a16:creationId xmlns:a16="http://schemas.microsoft.com/office/drawing/2014/main" id="{B4FB75BA-3CCB-7EFB-3FD2-E1214389EDF8}"/>
                </a:ext>
              </a:extLst>
            </p:cNvPr>
            <p:cNvSpPr/>
            <p:nvPr/>
          </p:nvSpPr>
          <p:spPr>
            <a:xfrm>
              <a:off x="4801674" y="2682452"/>
              <a:ext cx="1321724" cy="1321724"/>
            </a:xfrm>
            <a:prstGeom prst="ellipse">
              <a:avLst/>
            </a:prstGeom>
            <a:pattFill prst="lgConfetti">
              <a:fgClr>
                <a:schemeClr val="tx1"/>
              </a:fgClr>
              <a:bgClr>
                <a:schemeClr val="bg1"/>
              </a:bgClr>
            </a:patt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grpSp>
      <p:sp>
        <p:nvSpPr>
          <p:cNvPr id="55" name="Tekstfelt 54">
            <a:extLst>
              <a:ext uri="{FF2B5EF4-FFF2-40B4-BE49-F238E27FC236}">
                <a16:creationId xmlns:a16="http://schemas.microsoft.com/office/drawing/2014/main" id="{EB5548AB-1253-4D54-3655-174DA370E647}"/>
              </a:ext>
            </a:extLst>
          </p:cNvPr>
          <p:cNvSpPr txBox="1"/>
          <p:nvPr/>
        </p:nvSpPr>
        <p:spPr>
          <a:xfrm>
            <a:off x="3568435" y="1299062"/>
            <a:ext cx="1889706" cy="861774"/>
          </a:xfrm>
          <a:prstGeom prst="rect">
            <a:avLst/>
          </a:prstGeom>
          <a:noFill/>
        </p:spPr>
        <p:txBody>
          <a:bodyPr wrap="square" lIns="0" tIns="0" rIns="0" bIns="0" rtlCol="0">
            <a:spAutoFit/>
          </a:bodyPr>
          <a:lstStyle/>
          <a:p>
            <a:r>
              <a:rPr lang="da-DK" sz="2800" b="1" dirty="0"/>
              <a:t>3-Ply</a:t>
            </a:r>
            <a:br>
              <a:rPr lang="da-DK" sz="2800" b="1" dirty="0"/>
            </a:br>
            <a:r>
              <a:rPr lang="da-DK" sz="2800" b="1" dirty="0" err="1"/>
              <a:t>Corespun</a:t>
            </a:r>
            <a:endParaRPr lang="en-US" sz="2800" b="1" dirty="0" err="1"/>
          </a:p>
        </p:txBody>
      </p:sp>
      <p:grpSp>
        <p:nvGrpSpPr>
          <p:cNvPr id="60" name="Gruppe 59">
            <a:extLst>
              <a:ext uri="{FF2B5EF4-FFF2-40B4-BE49-F238E27FC236}">
                <a16:creationId xmlns:a16="http://schemas.microsoft.com/office/drawing/2014/main" id="{71E6C569-22B4-C4AC-4A72-DB5DA04DBB7A}"/>
              </a:ext>
            </a:extLst>
          </p:cNvPr>
          <p:cNvGrpSpPr/>
          <p:nvPr/>
        </p:nvGrpSpPr>
        <p:grpSpPr>
          <a:xfrm>
            <a:off x="409034" y="5366271"/>
            <a:ext cx="2643448" cy="1321724"/>
            <a:chOff x="1869273" y="5303537"/>
            <a:chExt cx="2643448" cy="1321724"/>
          </a:xfrm>
        </p:grpSpPr>
        <p:sp>
          <p:nvSpPr>
            <p:cNvPr id="54" name="Ellipse 53">
              <a:extLst>
                <a:ext uri="{FF2B5EF4-FFF2-40B4-BE49-F238E27FC236}">
                  <a16:creationId xmlns:a16="http://schemas.microsoft.com/office/drawing/2014/main" id="{12ED1B5F-1702-27D8-7C23-53AF8C5FCB07}"/>
                </a:ext>
              </a:extLst>
            </p:cNvPr>
            <p:cNvSpPr/>
            <p:nvPr/>
          </p:nvSpPr>
          <p:spPr>
            <a:xfrm>
              <a:off x="1869273" y="5303537"/>
              <a:ext cx="1321724" cy="1321724"/>
            </a:xfrm>
            <a:prstGeom prst="ellipse">
              <a:avLst/>
            </a:prstGeom>
            <a:pattFill prst="lgConfetti">
              <a:fgClr>
                <a:schemeClr val="tx1"/>
              </a:fgClr>
              <a:bgClr>
                <a:schemeClr val="bg1"/>
              </a:bgClr>
            </a:patt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57" name="Ellipse 56">
              <a:extLst>
                <a:ext uri="{FF2B5EF4-FFF2-40B4-BE49-F238E27FC236}">
                  <a16:creationId xmlns:a16="http://schemas.microsoft.com/office/drawing/2014/main" id="{40233D18-A979-8076-61E3-B077B4F82ACD}"/>
                </a:ext>
              </a:extLst>
            </p:cNvPr>
            <p:cNvSpPr/>
            <p:nvPr/>
          </p:nvSpPr>
          <p:spPr>
            <a:xfrm>
              <a:off x="3190997" y="5303537"/>
              <a:ext cx="1321724" cy="1321724"/>
            </a:xfrm>
            <a:prstGeom prst="ellipse">
              <a:avLst/>
            </a:prstGeom>
            <a:pattFill prst="lgConfetti">
              <a:fgClr>
                <a:schemeClr val="tx1"/>
              </a:fgClr>
              <a:bgClr>
                <a:schemeClr val="bg1"/>
              </a:bgClr>
            </a:patt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grpSp>
      <p:sp>
        <p:nvSpPr>
          <p:cNvPr id="58" name="Tekstfelt 57">
            <a:extLst>
              <a:ext uri="{FF2B5EF4-FFF2-40B4-BE49-F238E27FC236}">
                <a16:creationId xmlns:a16="http://schemas.microsoft.com/office/drawing/2014/main" id="{05A7EFFD-6389-C285-7B59-853CF97999A9}"/>
              </a:ext>
            </a:extLst>
          </p:cNvPr>
          <p:cNvSpPr txBox="1"/>
          <p:nvPr/>
        </p:nvSpPr>
        <p:spPr>
          <a:xfrm>
            <a:off x="933613" y="4455118"/>
            <a:ext cx="1889706" cy="861774"/>
          </a:xfrm>
          <a:prstGeom prst="rect">
            <a:avLst/>
          </a:prstGeom>
          <a:noFill/>
        </p:spPr>
        <p:txBody>
          <a:bodyPr wrap="square" lIns="0" tIns="0" rIns="0" bIns="0" rtlCol="0">
            <a:spAutoFit/>
          </a:bodyPr>
          <a:lstStyle/>
          <a:p>
            <a:r>
              <a:rPr lang="da-DK" sz="2800" b="1" dirty="0"/>
              <a:t>2-Ply</a:t>
            </a:r>
            <a:br>
              <a:rPr lang="da-DK" sz="2800" b="1" dirty="0"/>
            </a:br>
            <a:r>
              <a:rPr lang="da-DK" sz="2800" b="1" dirty="0" err="1"/>
              <a:t>Corespun</a:t>
            </a:r>
            <a:endParaRPr lang="en-US" sz="2800" b="1" dirty="0" err="1"/>
          </a:p>
        </p:txBody>
      </p:sp>
      <p:sp>
        <p:nvSpPr>
          <p:cNvPr id="59" name="Tekstfelt 58">
            <a:extLst>
              <a:ext uri="{FF2B5EF4-FFF2-40B4-BE49-F238E27FC236}">
                <a16:creationId xmlns:a16="http://schemas.microsoft.com/office/drawing/2014/main" id="{AEE22586-CAFE-8FA3-C2C2-8992A2FADB0A}"/>
              </a:ext>
            </a:extLst>
          </p:cNvPr>
          <p:cNvSpPr txBox="1"/>
          <p:nvPr/>
        </p:nvSpPr>
        <p:spPr>
          <a:xfrm>
            <a:off x="6220392" y="5523983"/>
            <a:ext cx="1050625" cy="861774"/>
          </a:xfrm>
          <a:prstGeom prst="rect">
            <a:avLst/>
          </a:prstGeom>
          <a:noFill/>
        </p:spPr>
        <p:txBody>
          <a:bodyPr wrap="square" lIns="0" tIns="0" rIns="0" bIns="0" rtlCol="0">
            <a:spAutoFit/>
          </a:bodyPr>
          <a:lstStyle/>
          <a:p>
            <a:r>
              <a:rPr lang="da-DK" sz="2800" b="1" dirty="0"/>
              <a:t>Not </a:t>
            </a:r>
            <a:r>
              <a:rPr lang="da-DK" sz="2800" b="1" dirty="0" err="1"/>
              <a:t>used</a:t>
            </a:r>
            <a:endParaRPr lang="en-US" sz="2800" b="1" dirty="0" err="1"/>
          </a:p>
        </p:txBody>
      </p:sp>
      <p:sp>
        <p:nvSpPr>
          <p:cNvPr id="61" name="Rektangel 60">
            <a:extLst>
              <a:ext uri="{FF2B5EF4-FFF2-40B4-BE49-F238E27FC236}">
                <a16:creationId xmlns:a16="http://schemas.microsoft.com/office/drawing/2014/main" id="{E692D05C-D118-789D-7082-FD1E55116662}"/>
              </a:ext>
            </a:extLst>
          </p:cNvPr>
          <p:cNvSpPr/>
          <p:nvPr/>
        </p:nvSpPr>
        <p:spPr>
          <a:xfrm>
            <a:off x="9287608" y="1363112"/>
            <a:ext cx="2471194" cy="5262979"/>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Opposite twisting</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Blending in</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Friction</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Strength</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Against skin</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Cotton spun</a:t>
            </a: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Flexibility</a:t>
            </a: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176751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5CCAC-9FA4-78BA-1677-9C258CAA51EB}"/>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0A0E091A-B033-DCBD-4659-EB84924DA00F}"/>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32</a:t>
            </a:fld>
            <a:endParaRPr lang="en-GB" noProof="0" dirty="0"/>
          </a:p>
        </p:txBody>
      </p:sp>
      <p:sp>
        <p:nvSpPr>
          <p:cNvPr id="6" name="Rektangel: afrundede hjørner 5">
            <a:extLst>
              <a:ext uri="{FF2B5EF4-FFF2-40B4-BE49-F238E27FC236}">
                <a16:creationId xmlns:a16="http://schemas.microsoft.com/office/drawing/2014/main" id="{19AF969D-B52A-A24A-2FFB-904C24AFD03B}"/>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C4A6F3C8-51B0-668B-298C-F17F35B214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F10689FE-3927-379A-0A0F-8CF4882B416F}"/>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thread additives</a:t>
            </a:r>
          </a:p>
        </p:txBody>
      </p:sp>
      <p:sp>
        <p:nvSpPr>
          <p:cNvPr id="9" name="Rektangel 8">
            <a:extLst>
              <a:ext uri="{FF2B5EF4-FFF2-40B4-BE49-F238E27FC236}">
                <a16:creationId xmlns:a16="http://schemas.microsoft.com/office/drawing/2014/main" id="{E626C560-8A76-7F7E-8573-5BE9B6D6D098}"/>
              </a:ext>
            </a:extLst>
          </p:cNvPr>
          <p:cNvSpPr/>
          <p:nvPr/>
        </p:nvSpPr>
        <p:spPr>
          <a:xfrm>
            <a:off x="610397" y="1299216"/>
            <a:ext cx="11210302" cy="1938992"/>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Coating to improve UV-protection</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Coating to improve durability (bonded thread)</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Oils or coating for less friction in sewing machine</a:t>
            </a: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2558719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F2477-A05D-2199-AE6C-93BA9CD62047}"/>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0C373AAD-A350-96A6-8FB9-93BEDA1A6087}"/>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33</a:t>
            </a:fld>
            <a:endParaRPr lang="en-GB" noProof="0" dirty="0"/>
          </a:p>
        </p:txBody>
      </p:sp>
      <p:sp>
        <p:nvSpPr>
          <p:cNvPr id="6" name="Rektangel: afrundede hjørner 5">
            <a:extLst>
              <a:ext uri="{FF2B5EF4-FFF2-40B4-BE49-F238E27FC236}">
                <a16:creationId xmlns:a16="http://schemas.microsoft.com/office/drawing/2014/main" id="{6740A81F-E7C5-A30B-BC6B-C86BE44D8D88}"/>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FFB87F5C-8235-C116-EBBD-2F46AE260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CFE94BBD-DFE9-B794-68D9-58812CB9CD81}"/>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thread colour</a:t>
            </a:r>
          </a:p>
        </p:txBody>
      </p:sp>
      <p:sp>
        <p:nvSpPr>
          <p:cNvPr id="9" name="Rektangel 8">
            <a:extLst>
              <a:ext uri="{FF2B5EF4-FFF2-40B4-BE49-F238E27FC236}">
                <a16:creationId xmlns:a16="http://schemas.microsoft.com/office/drawing/2014/main" id="{AD0B673E-322F-B095-9E09-48D9C36D70C2}"/>
              </a:ext>
            </a:extLst>
          </p:cNvPr>
          <p:cNvSpPr/>
          <p:nvPr/>
        </p:nvSpPr>
        <p:spPr>
          <a:xfrm>
            <a:off x="610397" y="1299216"/>
            <a:ext cx="11210302" cy="3785652"/>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The colour do influence the mechanical properties. A dark colour can be harder to work with. Thread tension can change by colour change.</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A red colour faints faster than a blue colour at outdoor applications.</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Normally thread manufacturers provide a colour card to order from. Amann </a:t>
            </a:r>
            <a:r>
              <a:rPr lang="en-GB" sz="2400" b="1" noProof="0" dirty="0" err="1">
                <a:ea typeface="Times New Roman" panose="02020603050405020304" pitchFamily="18" charset="0"/>
              </a:rPr>
              <a:t>Serafil</a:t>
            </a:r>
            <a:r>
              <a:rPr lang="en-GB" sz="2400" b="1" noProof="0" dirty="0">
                <a:ea typeface="Times New Roman" panose="02020603050405020304" pitchFamily="18" charset="0"/>
              </a:rPr>
              <a:t> threads are supplied in 240 colours.</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To agree on a colour is difficult. It requires accurate measurement apparatus and calibration.</a:t>
            </a: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2728991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B9606-9955-3184-8ABD-433D670A19A5}"/>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9E919329-4B11-FA47-39DC-DB1E3EA7143B}"/>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34</a:t>
            </a:fld>
            <a:endParaRPr lang="en-GB" noProof="0" dirty="0"/>
          </a:p>
        </p:txBody>
      </p:sp>
      <p:sp>
        <p:nvSpPr>
          <p:cNvPr id="6" name="Rektangel: afrundede hjørner 5">
            <a:extLst>
              <a:ext uri="{FF2B5EF4-FFF2-40B4-BE49-F238E27FC236}">
                <a16:creationId xmlns:a16="http://schemas.microsoft.com/office/drawing/2014/main" id="{47578272-F648-E1F9-CBCE-A21A2DF6B752}"/>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E07BF07E-93A5-5008-8F63-A67C70A60D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04B630A5-114E-B4BD-B9BE-CB3BBD2A4B57}"/>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thread thickness</a:t>
            </a:r>
          </a:p>
        </p:txBody>
      </p:sp>
      <p:sp>
        <p:nvSpPr>
          <p:cNvPr id="9" name="Rektangel 8">
            <a:extLst>
              <a:ext uri="{FF2B5EF4-FFF2-40B4-BE49-F238E27FC236}">
                <a16:creationId xmlns:a16="http://schemas.microsoft.com/office/drawing/2014/main" id="{55D06FEC-6A5E-E602-5AEA-AA1DCBC37A1D}"/>
              </a:ext>
            </a:extLst>
          </p:cNvPr>
          <p:cNvSpPr/>
          <p:nvPr/>
        </p:nvSpPr>
        <p:spPr>
          <a:xfrm>
            <a:off x="610397" y="1299216"/>
            <a:ext cx="11210302" cy="830997"/>
          </a:xfrm>
          <a:prstGeom prst="rect">
            <a:avLst/>
          </a:prstGeom>
        </p:spPr>
        <p:txBody>
          <a:bodyPr wrap="square">
            <a:spAutoFit/>
          </a:bodyPr>
          <a:lstStyle/>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p:txBody>
      </p:sp>
      <p:pic>
        <p:nvPicPr>
          <p:cNvPr id="2" name="Billede 1">
            <a:extLst>
              <a:ext uri="{FF2B5EF4-FFF2-40B4-BE49-F238E27FC236}">
                <a16:creationId xmlns:a16="http://schemas.microsoft.com/office/drawing/2014/main" id="{5484738E-7A65-E568-277E-7A9B32C89218}"/>
              </a:ext>
            </a:extLst>
          </p:cNvPr>
          <p:cNvPicPr>
            <a:picLocks noChangeAspect="1"/>
          </p:cNvPicPr>
          <p:nvPr/>
        </p:nvPicPr>
        <p:blipFill>
          <a:blip r:embed="rId4"/>
          <a:stretch>
            <a:fillRect/>
          </a:stretch>
        </p:blipFill>
        <p:spPr>
          <a:xfrm>
            <a:off x="725326" y="1299216"/>
            <a:ext cx="8046055" cy="5406384"/>
          </a:xfrm>
          <a:prstGeom prst="rect">
            <a:avLst/>
          </a:prstGeom>
        </p:spPr>
      </p:pic>
      <p:sp>
        <p:nvSpPr>
          <p:cNvPr id="5" name="Rektangel 4">
            <a:extLst>
              <a:ext uri="{FF2B5EF4-FFF2-40B4-BE49-F238E27FC236}">
                <a16:creationId xmlns:a16="http://schemas.microsoft.com/office/drawing/2014/main" id="{02851B21-1A2B-DBC1-3255-C2439631C19B}"/>
              </a:ext>
            </a:extLst>
          </p:cNvPr>
          <p:cNvSpPr/>
          <p:nvPr/>
        </p:nvSpPr>
        <p:spPr>
          <a:xfrm>
            <a:off x="8771381" y="1073289"/>
            <a:ext cx="3348217" cy="5632311"/>
          </a:xfrm>
          <a:prstGeom prst="rect">
            <a:avLst/>
          </a:prstGeom>
        </p:spPr>
        <p:txBody>
          <a:bodyPr wrap="square">
            <a:spAutoFit/>
          </a:bodyPr>
          <a:lstStyle/>
          <a:p>
            <a:pPr lvl="0">
              <a:tabLst>
                <a:tab pos="457200" algn="l"/>
              </a:tabLst>
            </a:pPr>
            <a:r>
              <a:rPr lang="en-GB" sz="2400" b="1" dirty="0">
                <a:ea typeface="Times New Roman" panose="02020603050405020304" pitchFamily="18" charset="0"/>
              </a:rPr>
              <a:t>The received Tex value vary by production batch in  range about -5% to +15%.</a:t>
            </a:r>
          </a:p>
          <a:p>
            <a:pPr lvl="0">
              <a:tabLst>
                <a:tab pos="457200" algn="l"/>
              </a:tabLst>
            </a:pPr>
            <a:endParaRPr lang="en-GB" sz="2400" b="1" dirty="0">
              <a:ea typeface="Times New Roman" panose="02020603050405020304" pitchFamily="18" charset="0"/>
            </a:endParaRPr>
          </a:p>
          <a:p>
            <a:pPr lvl="0">
              <a:tabLst>
                <a:tab pos="457200" algn="l"/>
              </a:tabLst>
            </a:pPr>
            <a:r>
              <a:rPr lang="en-GB" sz="2400" b="1" dirty="0">
                <a:ea typeface="Times New Roman" panose="02020603050405020304" pitchFamily="18" charset="0"/>
              </a:rPr>
              <a:t>Minimum needle size is for soft light fabrics.</a:t>
            </a:r>
          </a:p>
          <a:p>
            <a:pPr lvl="0">
              <a:tabLst>
                <a:tab pos="457200" algn="l"/>
              </a:tabLst>
            </a:pPr>
            <a:endParaRPr lang="en-GB" sz="2400" b="1" dirty="0">
              <a:ea typeface="Times New Roman" panose="02020603050405020304" pitchFamily="18" charset="0"/>
            </a:endParaRPr>
          </a:p>
          <a:p>
            <a:pPr lvl="0">
              <a:tabLst>
                <a:tab pos="457200" algn="l"/>
              </a:tabLst>
            </a:pPr>
            <a:r>
              <a:rPr lang="en-GB" sz="2400" b="1" dirty="0">
                <a:ea typeface="Times New Roman" panose="02020603050405020304" pitchFamily="18" charset="0"/>
              </a:rPr>
              <a:t>For heavy hard fabrics you will typically need to go up two needle sizes or more.</a:t>
            </a: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3086417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DE67-136C-56C5-162F-9F8AD1F69D74}"/>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1AA5AF13-49BA-597A-FB5C-9E30CA336AB2}"/>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35</a:t>
            </a:fld>
            <a:endParaRPr lang="en-GB" noProof="0" dirty="0"/>
          </a:p>
        </p:txBody>
      </p:sp>
      <p:sp>
        <p:nvSpPr>
          <p:cNvPr id="6" name="Rektangel: afrundede hjørner 5">
            <a:extLst>
              <a:ext uri="{FF2B5EF4-FFF2-40B4-BE49-F238E27FC236}">
                <a16:creationId xmlns:a16="http://schemas.microsoft.com/office/drawing/2014/main" id="{80CAE44B-2076-C5D9-DA99-EBB45D745818}"/>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D8F2E0AC-3CC5-BFDB-34E5-F35771AB90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FA3B5BA4-1AED-164C-E55E-6C7999D8FC0A}"/>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thread make-up</a:t>
            </a:r>
          </a:p>
        </p:txBody>
      </p:sp>
      <p:pic>
        <p:nvPicPr>
          <p:cNvPr id="5" name="Billede 4">
            <a:extLst>
              <a:ext uri="{FF2B5EF4-FFF2-40B4-BE49-F238E27FC236}">
                <a16:creationId xmlns:a16="http://schemas.microsoft.com/office/drawing/2014/main" id="{AFDDAA3D-9BD7-1EC9-2251-E1520143E8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9118" y="2418223"/>
            <a:ext cx="1628775" cy="2314575"/>
          </a:xfrm>
          <a:prstGeom prst="rect">
            <a:avLst/>
          </a:prstGeom>
        </p:spPr>
      </p:pic>
      <p:pic>
        <p:nvPicPr>
          <p:cNvPr id="12" name="Billede 11">
            <a:extLst>
              <a:ext uri="{FF2B5EF4-FFF2-40B4-BE49-F238E27FC236}">
                <a16:creationId xmlns:a16="http://schemas.microsoft.com/office/drawing/2014/main" id="{E87DA38C-00F1-3849-9A49-D51B05AC33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2407" y="1770991"/>
            <a:ext cx="2171700" cy="3086100"/>
          </a:xfrm>
          <a:prstGeom prst="rect">
            <a:avLst/>
          </a:prstGeom>
        </p:spPr>
      </p:pic>
      <p:pic>
        <p:nvPicPr>
          <p:cNvPr id="14" name="Billede 13">
            <a:extLst>
              <a:ext uri="{FF2B5EF4-FFF2-40B4-BE49-F238E27FC236}">
                <a16:creationId xmlns:a16="http://schemas.microsoft.com/office/drawing/2014/main" id="{1E2152CC-35C0-DE53-4DBD-2A263BB600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5009" y="2346487"/>
            <a:ext cx="1628775" cy="2314575"/>
          </a:xfrm>
          <a:prstGeom prst="rect">
            <a:avLst/>
          </a:prstGeom>
        </p:spPr>
      </p:pic>
      <p:pic>
        <p:nvPicPr>
          <p:cNvPr id="16" name="Billede 15">
            <a:extLst>
              <a:ext uri="{FF2B5EF4-FFF2-40B4-BE49-F238E27FC236}">
                <a16:creationId xmlns:a16="http://schemas.microsoft.com/office/drawing/2014/main" id="{B6CA3BB8-2E4A-7F91-5142-2120CCA2EFF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24300" y="1770991"/>
            <a:ext cx="2171700" cy="3086100"/>
          </a:xfrm>
          <a:prstGeom prst="rect">
            <a:avLst/>
          </a:prstGeom>
        </p:spPr>
      </p:pic>
      <p:sp>
        <p:nvSpPr>
          <p:cNvPr id="17" name="Rektangel 16">
            <a:extLst>
              <a:ext uri="{FF2B5EF4-FFF2-40B4-BE49-F238E27FC236}">
                <a16:creationId xmlns:a16="http://schemas.microsoft.com/office/drawing/2014/main" id="{EAE4B275-C740-023E-E035-409466EE6568}"/>
              </a:ext>
            </a:extLst>
          </p:cNvPr>
          <p:cNvSpPr/>
          <p:nvPr/>
        </p:nvSpPr>
        <p:spPr>
          <a:xfrm>
            <a:off x="725327" y="5082770"/>
            <a:ext cx="11210302" cy="830997"/>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Issues about thread  gets stuck and thread twisting</a:t>
            </a: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hlinkClick r:id="rId8"/>
              </a:rPr>
              <a:t>https://youtu.be/WHw8ZbyLlzQ&amp;t=562</a:t>
            </a:r>
            <a:r>
              <a:rPr lang="en-GB" sz="2400" b="1" dirty="0">
                <a:ea typeface="Times New Roman" panose="02020603050405020304" pitchFamily="18" charset="0"/>
              </a:rPr>
              <a:t> </a:t>
            </a: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145061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496B9-F106-3385-11E1-E25AB4E1B5DF}"/>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B3F66FCB-3E11-9D35-1E02-BEF5297B1F70}"/>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36</a:t>
            </a:fld>
            <a:endParaRPr lang="en-GB" noProof="0" dirty="0"/>
          </a:p>
        </p:txBody>
      </p:sp>
      <p:sp>
        <p:nvSpPr>
          <p:cNvPr id="6" name="Rektangel: afrundede hjørner 5">
            <a:extLst>
              <a:ext uri="{FF2B5EF4-FFF2-40B4-BE49-F238E27FC236}">
                <a16:creationId xmlns:a16="http://schemas.microsoft.com/office/drawing/2014/main" id="{C42B6E52-5B60-7424-D7FC-F0BD269BD2DF}"/>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5DD66888-7254-2B3D-386E-AD0075B233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9D3E07EC-DC13-D637-2629-9C32F24C0603}"/>
              </a:ext>
            </a:extLst>
          </p:cNvPr>
          <p:cNvSpPr txBox="1">
            <a:spLocks/>
          </p:cNvSpPr>
          <p:nvPr/>
        </p:nvSpPr>
        <p:spPr>
          <a:xfrm>
            <a:off x="725327" y="725808"/>
            <a:ext cx="8094477"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 thread brands</a:t>
            </a:r>
          </a:p>
        </p:txBody>
      </p:sp>
      <p:sp>
        <p:nvSpPr>
          <p:cNvPr id="9" name="Rektangel 8">
            <a:extLst>
              <a:ext uri="{FF2B5EF4-FFF2-40B4-BE49-F238E27FC236}">
                <a16:creationId xmlns:a16="http://schemas.microsoft.com/office/drawing/2014/main" id="{9D6FF36E-5D0C-1765-C76C-C205BA9DB205}"/>
              </a:ext>
            </a:extLst>
          </p:cNvPr>
          <p:cNvSpPr/>
          <p:nvPr/>
        </p:nvSpPr>
        <p:spPr>
          <a:xfrm>
            <a:off x="600565" y="1505694"/>
            <a:ext cx="11210302" cy="3416320"/>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Amann		Reliable German brand. They got their own </a:t>
            </a:r>
            <a:r>
              <a:rPr lang="en-GB" sz="2400" b="1" dirty="0">
                <a:ea typeface="Times New Roman" panose="02020603050405020304" pitchFamily="18" charset="0"/>
              </a:rPr>
              <a:t>factories.</a:t>
            </a:r>
            <a:br>
              <a:rPr lang="en-GB" sz="2400" b="1" dirty="0">
                <a:ea typeface="Times New Roman" panose="02020603050405020304" pitchFamily="18" charset="0"/>
              </a:rPr>
            </a:br>
            <a:r>
              <a:rPr lang="en-GB" sz="2400" b="1" dirty="0">
                <a:ea typeface="Times New Roman" panose="02020603050405020304" pitchFamily="18" charset="0"/>
              </a:rPr>
              <a:t>				</a:t>
            </a:r>
            <a:r>
              <a:rPr lang="en-GB" sz="2400" b="1" dirty="0">
                <a:ea typeface="Times New Roman" panose="02020603050405020304" pitchFamily="18" charset="0"/>
                <a:hlinkClick r:id="rId4"/>
              </a:rPr>
              <a:t>https://www.amann.com/product-finder/</a:t>
            </a:r>
            <a:r>
              <a:rPr lang="en-GB" sz="2400" b="1" dirty="0">
                <a:ea typeface="Times New Roman" panose="02020603050405020304" pitchFamily="18" charset="0"/>
              </a:rPr>
              <a:t>  </a:t>
            </a: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err="1">
                <a:ea typeface="Times New Roman" panose="02020603050405020304" pitchFamily="18" charset="0"/>
              </a:rPr>
              <a:t>Gutermann</a:t>
            </a:r>
            <a:r>
              <a:rPr lang="en-GB" sz="2400" b="1" noProof="0" dirty="0">
                <a:ea typeface="Times New Roman" panose="02020603050405020304" pitchFamily="18" charset="0"/>
              </a:rPr>
              <a:t>	They got a quality scheme specifications for factories 					around the world. </a:t>
            </a:r>
            <a:r>
              <a:rPr lang="en-GB" sz="2400" b="1" dirty="0">
                <a:ea typeface="Times New Roman" panose="02020603050405020304" pitchFamily="18" charset="0"/>
              </a:rPr>
              <a:t>They check </a:t>
            </a:r>
            <a:r>
              <a:rPr lang="en-GB" sz="2400" b="1" noProof="0" dirty="0">
                <a:ea typeface="Times New Roman" panose="02020603050405020304" pitchFamily="18" charset="0"/>
              </a:rPr>
              <a:t>the quality of thread and 					then the sellers are allowed to use the brand name with 				a fee to </a:t>
            </a:r>
            <a:r>
              <a:rPr lang="en-GB" sz="2400" b="1" noProof="0" dirty="0" err="1">
                <a:ea typeface="Times New Roman" panose="02020603050405020304" pitchFamily="18" charset="0"/>
              </a:rPr>
              <a:t>Gutermann</a:t>
            </a:r>
            <a:r>
              <a:rPr lang="en-GB" sz="2400" b="1" noProof="0" dirty="0">
                <a:ea typeface="Times New Roman" panose="02020603050405020304" pitchFamily="18" charset="0"/>
              </a:rPr>
              <a:t>.</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Others		A huge number of brands from around the world.</a:t>
            </a:r>
          </a:p>
        </p:txBody>
      </p:sp>
    </p:spTree>
    <p:extLst>
      <p:ext uri="{BB962C8B-B14F-4D97-AF65-F5344CB8AC3E}">
        <p14:creationId xmlns:p14="http://schemas.microsoft.com/office/powerpoint/2010/main" val="3040369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AD244-21B3-C0D7-89EF-1296A58694DB}"/>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1C103B1F-7B31-64A8-D4A9-8CD66A072CD7}"/>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37</a:t>
            </a:fld>
            <a:endParaRPr lang="en-GB" noProof="0" dirty="0"/>
          </a:p>
        </p:txBody>
      </p:sp>
      <p:sp>
        <p:nvSpPr>
          <p:cNvPr id="6" name="Rektangel: afrundede hjørner 5">
            <a:extLst>
              <a:ext uri="{FF2B5EF4-FFF2-40B4-BE49-F238E27FC236}">
                <a16:creationId xmlns:a16="http://schemas.microsoft.com/office/drawing/2014/main" id="{8ACFCE87-7CA0-2056-3EA2-68EE20FB9FB5}"/>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57C8F104-834D-A4B6-2BA8-BF1A1C1705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65827808-89A9-E121-F226-9B5EADC0F9F0}"/>
              </a:ext>
            </a:extLst>
          </p:cNvPr>
          <p:cNvSpPr txBox="1">
            <a:spLocks/>
          </p:cNvSpPr>
          <p:nvPr/>
        </p:nvSpPr>
        <p:spPr>
          <a:xfrm>
            <a:off x="725328" y="725808"/>
            <a:ext cx="7504272"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machines here exercise 2</a:t>
            </a:r>
          </a:p>
        </p:txBody>
      </p:sp>
      <p:sp>
        <p:nvSpPr>
          <p:cNvPr id="9" name="Rektangel 8">
            <a:extLst>
              <a:ext uri="{FF2B5EF4-FFF2-40B4-BE49-F238E27FC236}">
                <a16:creationId xmlns:a16="http://schemas.microsoft.com/office/drawing/2014/main" id="{83975C4F-4CAA-177D-568F-2690567740B8}"/>
              </a:ext>
            </a:extLst>
          </p:cNvPr>
          <p:cNvSpPr/>
          <p:nvPr/>
        </p:nvSpPr>
        <p:spPr>
          <a:xfrm>
            <a:off x="610396" y="1415594"/>
            <a:ext cx="11367759" cy="4893647"/>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Brother </a:t>
            </a:r>
            <a:r>
              <a:rPr lang="en-GB" sz="2400" b="1" dirty="0" err="1">
                <a:ea typeface="Times New Roman" panose="02020603050405020304" pitchFamily="18" charset="0"/>
              </a:rPr>
              <a:t>Innov</a:t>
            </a:r>
            <a:r>
              <a:rPr lang="en-GB" sz="2400" b="1" dirty="0">
                <a:ea typeface="Times New Roman" panose="02020603050405020304" pitchFamily="18" charset="0"/>
              </a:rPr>
              <a:t>-is 100							Group 2 &amp; 4</a:t>
            </a:r>
            <a:br>
              <a:rPr lang="en-GB" sz="2400" b="1" dirty="0">
                <a:ea typeface="Times New Roman" panose="02020603050405020304" pitchFamily="18" charset="0"/>
              </a:rPr>
            </a:br>
            <a:r>
              <a:rPr lang="en-GB" sz="2400" b="1" dirty="0">
                <a:ea typeface="Times New Roman" panose="02020603050405020304" pitchFamily="18" charset="0"/>
              </a:rPr>
              <a:t>		Modern household </a:t>
            </a:r>
            <a:r>
              <a:rPr lang="en-GB" sz="2400" b="1" dirty="0" err="1">
                <a:ea typeface="Times New Roman" panose="02020603050405020304" pitchFamily="18" charset="0"/>
              </a:rPr>
              <a:t>zik-zak</a:t>
            </a:r>
            <a:r>
              <a:rPr lang="en-GB" sz="2400" b="1" dirty="0">
                <a:ea typeface="Times New Roman" panose="02020603050405020304" pitchFamily="18" charset="0"/>
              </a:rPr>
              <a:t> sewing machine with computer.</a:t>
            </a: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Veritas </a:t>
            </a:r>
            <a:r>
              <a:rPr lang="en-GB" sz="2400" b="1" noProof="0" dirty="0" err="1">
                <a:ea typeface="Times New Roman" panose="02020603050405020304" pitchFamily="18" charset="0"/>
              </a:rPr>
              <a:t>PowerStitch</a:t>
            </a:r>
            <a:r>
              <a:rPr lang="en-GB" sz="2400" b="1" noProof="0" dirty="0">
                <a:ea typeface="Times New Roman" panose="02020603050405020304" pitchFamily="18" charset="0"/>
              </a:rPr>
              <a:t> Pro						</a:t>
            </a:r>
            <a:r>
              <a:rPr lang="en-GB" sz="2400" b="1" dirty="0">
                <a:ea typeface="Times New Roman" panose="02020603050405020304" pitchFamily="18" charset="0"/>
              </a:rPr>
              <a:t> Group 1 &amp; 3</a:t>
            </a:r>
            <a:br>
              <a:rPr lang="en-GB" sz="2400" b="1" noProof="0" dirty="0">
                <a:ea typeface="Times New Roman" panose="02020603050405020304" pitchFamily="18" charset="0"/>
              </a:rPr>
            </a:br>
            <a:r>
              <a:rPr lang="en-GB" sz="2400" b="1" noProof="0" dirty="0">
                <a:ea typeface="Times New Roman" panose="02020603050405020304" pitchFamily="18" charset="0"/>
              </a:rPr>
              <a:t>		Modern household </a:t>
            </a:r>
            <a:r>
              <a:rPr lang="en-GB" sz="2400" b="1" noProof="0" dirty="0" err="1">
                <a:ea typeface="Times New Roman" panose="02020603050405020304" pitchFamily="18" charset="0"/>
              </a:rPr>
              <a:t>zik-zak</a:t>
            </a:r>
            <a:r>
              <a:rPr lang="en-GB" sz="2400" b="1" noProof="0" dirty="0">
                <a:ea typeface="Times New Roman" panose="02020603050405020304" pitchFamily="18" charset="0"/>
              </a:rPr>
              <a:t> sewing machine. Announced to be 		good for heavy duty applications.</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Singer 201K, modified							</a:t>
            </a:r>
            <a:r>
              <a:rPr lang="en-GB" sz="2400" b="1" dirty="0">
                <a:ea typeface="Times New Roman" panose="02020603050405020304" pitchFamily="18" charset="0"/>
              </a:rPr>
              <a:t> Group 4 &amp; 2</a:t>
            </a:r>
            <a:br>
              <a:rPr lang="en-GB" sz="2400" b="1" noProof="0" dirty="0">
                <a:ea typeface="Times New Roman" panose="02020603050405020304" pitchFamily="18" charset="0"/>
              </a:rPr>
            </a:br>
            <a:r>
              <a:rPr lang="en-GB" sz="2400" b="1" noProof="0" dirty="0">
                <a:ea typeface="Times New Roman" panose="02020603050405020304" pitchFamily="18" charset="0"/>
              </a:rPr>
              <a:t>		Vintage straight stitch household sewing machine. Famous. 				Produced 1935 to 1961. This one is from 1950.</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err="1">
                <a:ea typeface="Times New Roman" panose="02020603050405020304" pitchFamily="18" charset="0"/>
              </a:rPr>
              <a:t>Dürkopp</a:t>
            </a:r>
            <a:r>
              <a:rPr lang="en-GB" sz="2400" b="1" noProof="0" dirty="0">
                <a:ea typeface="Times New Roman" panose="02020603050405020304" pitchFamily="18" charset="0"/>
              </a:rPr>
              <a:t> 291, new motor drive					</a:t>
            </a:r>
            <a:r>
              <a:rPr lang="en-GB" sz="2400" b="1" dirty="0">
                <a:ea typeface="Times New Roman" panose="02020603050405020304" pitchFamily="18" charset="0"/>
              </a:rPr>
              <a:t> Group 3 &amp; 1</a:t>
            </a:r>
            <a:br>
              <a:rPr lang="en-GB" sz="2400" b="1" noProof="0" dirty="0">
                <a:ea typeface="Times New Roman" panose="02020603050405020304" pitchFamily="18" charset="0"/>
              </a:rPr>
            </a:br>
            <a:r>
              <a:rPr lang="en-GB" sz="2400" b="1" noProof="0" dirty="0">
                <a:ea typeface="Times New Roman" panose="02020603050405020304" pitchFamily="18" charset="0"/>
              </a:rPr>
              <a:t>		Industrial triple feed sewing machine. Produced about 1985.</a:t>
            </a:r>
          </a:p>
        </p:txBody>
      </p:sp>
    </p:spTree>
    <p:extLst>
      <p:ext uri="{BB962C8B-B14F-4D97-AF65-F5344CB8AC3E}">
        <p14:creationId xmlns:p14="http://schemas.microsoft.com/office/powerpoint/2010/main" val="2796061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753D1-A58A-A3F4-4F2C-A034BDC7C0C8}"/>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46D29DBB-5973-E641-4941-54F19CE86A04}"/>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38</a:t>
            </a:fld>
            <a:endParaRPr lang="en-GB" noProof="0" dirty="0"/>
          </a:p>
        </p:txBody>
      </p:sp>
      <p:sp>
        <p:nvSpPr>
          <p:cNvPr id="6" name="Rektangel: afrundede hjørner 5">
            <a:extLst>
              <a:ext uri="{FF2B5EF4-FFF2-40B4-BE49-F238E27FC236}">
                <a16:creationId xmlns:a16="http://schemas.microsoft.com/office/drawing/2014/main" id="{1C6A231D-1320-B21B-A570-F577976C77E4}"/>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237C892E-03E8-5141-746D-0C8A946E2D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387D28E9-A02F-F418-80AB-DF4DF1EF7338}"/>
              </a:ext>
            </a:extLst>
          </p:cNvPr>
          <p:cNvSpPr txBox="1">
            <a:spLocks/>
          </p:cNvSpPr>
          <p:nvPr/>
        </p:nvSpPr>
        <p:spPr>
          <a:xfrm>
            <a:off x="725328" y="725808"/>
            <a:ext cx="7504272"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machines here exercise 2</a:t>
            </a:r>
          </a:p>
        </p:txBody>
      </p:sp>
      <p:sp>
        <p:nvSpPr>
          <p:cNvPr id="9" name="Rektangel 8">
            <a:extLst>
              <a:ext uri="{FF2B5EF4-FFF2-40B4-BE49-F238E27FC236}">
                <a16:creationId xmlns:a16="http://schemas.microsoft.com/office/drawing/2014/main" id="{3DDC7B00-02A0-ACA5-0E9E-AA9A1D194EED}"/>
              </a:ext>
            </a:extLst>
          </p:cNvPr>
          <p:cNvSpPr/>
          <p:nvPr/>
        </p:nvSpPr>
        <p:spPr>
          <a:xfrm>
            <a:off x="610396" y="1415594"/>
            <a:ext cx="11367759" cy="3785652"/>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What is a strong good-looking stitch?</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The lock of the stitches should be near centre of the sewn fabrics. It is called a balanced stitch.</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You should have equal length of the stitches.</a:t>
            </a: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Do the thread lay nice on the surface of the fabric?</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When you lock the stitch in end of seam – do it look right?</a:t>
            </a:r>
          </a:p>
        </p:txBody>
      </p:sp>
    </p:spTree>
    <p:extLst>
      <p:ext uri="{BB962C8B-B14F-4D97-AF65-F5344CB8AC3E}">
        <p14:creationId xmlns:p14="http://schemas.microsoft.com/office/powerpoint/2010/main" val="2074214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2563C-E198-F0F6-B1C4-5A52CC2CD8D7}"/>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D8BBE529-F3D9-0714-D236-AC9B69B5E9F6}"/>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39</a:t>
            </a:fld>
            <a:endParaRPr lang="en-GB" noProof="0" dirty="0"/>
          </a:p>
        </p:txBody>
      </p:sp>
      <p:sp>
        <p:nvSpPr>
          <p:cNvPr id="6" name="Rektangel: afrundede hjørner 5">
            <a:extLst>
              <a:ext uri="{FF2B5EF4-FFF2-40B4-BE49-F238E27FC236}">
                <a16:creationId xmlns:a16="http://schemas.microsoft.com/office/drawing/2014/main" id="{2AB8EA87-4B51-C052-C971-AEF933E6E9A9}"/>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6B8620A5-F4D3-F112-C7EA-B732EA80D5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4D13EE14-8E63-813F-C9C1-021836FBA1CA}"/>
              </a:ext>
            </a:extLst>
          </p:cNvPr>
          <p:cNvSpPr txBox="1">
            <a:spLocks/>
          </p:cNvSpPr>
          <p:nvPr/>
        </p:nvSpPr>
        <p:spPr>
          <a:xfrm>
            <a:off x="725328" y="725808"/>
            <a:ext cx="7504272"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machines here exercise 2</a:t>
            </a:r>
          </a:p>
        </p:txBody>
      </p:sp>
      <p:sp>
        <p:nvSpPr>
          <p:cNvPr id="9" name="Rektangel 8">
            <a:extLst>
              <a:ext uri="{FF2B5EF4-FFF2-40B4-BE49-F238E27FC236}">
                <a16:creationId xmlns:a16="http://schemas.microsoft.com/office/drawing/2014/main" id="{F64DFF86-02BA-B21E-B320-8736E7BB7F94}"/>
              </a:ext>
            </a:extLst>
          </p:cNvPr>
          <p:cNvSpPr/>
          <p:nvPr/>
        </p:nvSpPr>
        <p:spPr>
          <a:xfrm>
            <a:off x="610396" y="1415594"/>
            <a:ext cx="11367759" cy="5262979"/>
          </a:xfrm>
          <a:prstGeom prst="rect">
            <a:avLst/>
          </a:prstGeom>
        </p:spPr>
        <p:txBody>
          <a:bodyPr wrap="square">
            <a:spAutoFit/>
          </a:bodyPr>
          <a:lstStyle/>
          <a:p>
            <a:pPr marL="457200" lvl="0" indent="-457200">
              <a:buFont typeface="+mj-lt"/>
              <a:buAutoNum type="arabicPeriod"/>
              <a:tabLst>
                <a:tab pos="457200" algn="l"/>
              </a:tabLst>
            </a:pPr>
            <a:r>
              <a:rPr lang="en-GB" sz="2400" b="1" noProof="0" dirty="0">
                <a:ea typeface="Times New Roman" panose="02020603050405020304" pitchFamily="18" charset="0"/>
              </a:rPr>
              <a:t>Needle should be 110 Universal, regular. Stitch length should be 4 mm.</a:t>
            </a:r>
          </a:p>
          <a:p>
            <a:pPr marL="457200" lvl="0" indent="-457200">
              <a:buFont typeface="+mj-lt"/>
              <a:buAutoNum type="arabicPeriod"/>
              <a:tabLst>
                <a:tab pos="457200" algn="l"/>
              </a:tabLst>
            </a:pPr>
            <a:endParaRPr lang="en-GB" sz="2400" b="1" dirty="0">
              <a:ea typeface="Times New Roman" panose="02020603050405020304" pitchFamily="18" charset="0"/>
            </a:endParaRPr>
          </a:p>
          <a:p>
            <a:pPr marL="457200" lvl="0" indent="-457200">
              <a:buFont typeface="+mj-lt"/>
              <a:buAutoNum type="arabicPeriod"/>
              <a:tabLst>
                <a:tab pos="457200" algn="l"/>
              </a:tabLst>
            </a:pPr>
            <a:r>
              <a:rPr lang="en-GB" sz="2400" b="1" dirty="0">
                <a:ea typeface="Times New Roman" panose="02020603050405020304" pitchFamily="18" charset="0"/>
              </a:rPr>
              <a:t>Insert bobbin with </a:t>
            </a:r>
            <a:r>
              <a:rPr lang="en-GB" sz="2400" b="1" dirty="0" err="1">
                <a:ea typeface="Times New Roman" panose="02020603050405020304" pitchFamily="18" charset="0"/>
              </a:rPr>
              <a:t>Serafil</a:t>
            </a:r>
            <a:r>
              <a:rPr lang="en-GB" sz="2400" b="1" dirty="0">
                <a:ea typeface="Times New Roman" panose="02020603050405020304" pitchFamily="18" charset="0"/>
              </a:rPr>
              <a:t> 40 thread. It should already be there. Thread </a:t>
            </a:r>
            <a:r>
              <a:rPr lang="en-GB" sz="2400" b="1" noProof="0" dirty="0">
                <a:ea typeface="Times New Roman" panose="02020603050405020304" pitchFamily="18" charset="0"/>
              </a:rPr>
              <a:t>the machine with other </a:t>
            </a:r>
            <a:r>
              <a:rPr lang="en-GB" sz="2400" b="1" noProof="0" dirty="0" err="1">
                <a:ea typeface="Times New Roman" panose="02020603050405020304" pitchFamily="18" charset="0"/>
              </a:rPr>
              <a:t>color</a:t>
            </a:r>
            <a:r>
              <a:rPr lang="en-GB" sz="2400" b="1" noProof="0" dirty="0">
                <a:ea typeface="Times New Roman" panose="02020603050405020304" pitchFamily="18" charset="0"/>
              </a:rPr>
              <a:t> </a:t>
            </a:r>
            <a:r>
              <a:rPr lang="en-GB" sz="2400" b="1" noProof="0" dirty="0" err="1">
                <a:ea typeface="Times New Roman" panose="02020603050405020304" pitchFamily="18" charset="0"/>
              </a:rPr>
              <a:t>Serafil</a:t>
            </a:r>
            <a:r>
              <a:rPr lang="en-GB" sz="2400" b="1" noProof="0" dirty="0">
                <a:ea typeface="Times New Roman" panose="02020603050405020304" pitchFamily="18" charset="0"/>
              </a:rPr>
              <a:t> 40 thread until take-up lever.</a:t>
            </a:r>
          </a:p>
          <a:p>
            <a:pPr marL="457200" lvl="0" indent="-457200">
              <a:buFont typeface="+mj-lt"/>
              <a:buAutoNum type="arabicPeriod"/>
              <a:tabLst>
                <a:tab pos="457200" algn="l"/>
              </a:tabLst>
            </a:pPr>
            <a:endParaRPr lang="en-GB" sz="2400" b="1" dirty="0">
              <a:ea typeface="Times New Roman" panose="02020603050405020304" pitchFamily="18" charset="0"/>
            </a:endParaRPr>
          </a:p>
          <a:p>
            <a:pPr marL="457200" lvl="0" indent="-457200">
              <a:buFont typeface="+mj-lt"/>
              <a:buAutoNum type="arabicPeriod"/>
              <a:tabLst>
                <a:tab pos="457200" algn="l"/>
              </a:tabLst>
            </a:pPr>
            <a:r>
              <a:rPr lang="en-GB" sz="2400" b="1" noProof="0" dirty="0">
                <a:ea typeface="Times New Roman" panose="02020603050405020304" pitchFamily="18" charset="0"/>
              </a:rPr>
              <a:t>Measure and set the upper thread tension to 2.5 Newton. Presser foot needs to be down.</a:t>
            </a:r>
          </a:p>
          <a:p>
            <a:pPr marL="457200" lvl="0" indent="-457200">
              <a:buFont typeface="+mj-lt"/>
              <a:buAutoNum type="arabicPeriod"/>
              <a:tabLst>
                <a:tab pos="457200" algn="l"/>
              </a:tabLst>
            </a:pPr>
            <a:endParaRPr lang="en-GB" sz="2400" b="1" dirty="0">
              <a:ea typeface="Times New Roman" panose="02020603050405020304" pitchFamily="18" charset="0"/>
            </a:endParaRPr>
          </a:p>
          <a:p>
            <a:pPr marL="457200" lvl="0" indent="-457200">
              <a:buFont typeface="+mj-lt"/>
              <a:buAutoNum type="arabicPeriod"/>
              <a:tabLst>
                <a:tab pos="457200" algn="l"/>
              </a:tabLst>
            </a:pPr>
            <a:r>
              <a:rPr lang="en-GB" sz="2400" b="1" dirty="0">
                <a:ea typeface="Times New Roman" panose="02020603050405020304" pitchFamily="18" charset="0"/>
              </a:rPr>
              <a:t>Thread the rest of machine and pull up lower thread.</a:t>
            </a:r>
          </a:p>
          <a:p>
            <a:pPr marL="457200" lvl="0" indent="-457200">
              <a:buFont typeface="+mj-lt"/>
              <a:buAutoNum type="arabicPeriod"/>
              <a:tabLst>
                <a:tab pos="457200" algn="l"/>
              </a:tabLst>
            </a:pPr>
            <a:endParaRPr lang="en-GB" sz="2400" b="1" noProof="0" dirty="0">
              <a:ea typeface="Times New Roman" panose="02020603050405020304" pitchFamily="18" charset="0"/>
            </a:endParaRPr>
          </a:p>
          <a:p>
            <a:pPr marL="457200" lvl="0" indent="-457200">
              <a:buFont typeface="+mj-lt"/>
              <a:buAutoNum type="arabicPeriod"/>
              <a:tabLst>
                <a:tab pos="457200" algn="l"/>
              </a:tabLst>
            </a:pPr>
            <a:r>
              <a:rPr lang="en-GB" sz="2400" b="1" dirty="0">
                <a:ea typeface="Times New Roman" panose="02020603050405020304" pitchFamily="18" charset="0"/>
              </a:rPr>
              <a:t>Measure and set lower thread tension to 0.35 Newton.</a:t>
            </a:r>
          </a:p>
          <a:p>
            <a:pPr marL="457200" lvl="0" indent="-457200">
              <a:buFont typeface="+mj-lt"/>
              <a:buAutoNum type="arabicPeriod"/>
              <a:tabLst>
                <a:tab pos="457200" algn="l"/>
              </a:tabLst>
            </a:pPr>
            <a:endParaRPr lang="en-GB" sz="2400" b="1" noProof="0" dirty="0">
              <a:ea typeface="Times New Roman" panose="02020603050405020304" pitchFamily="18" charset="0"/>
            </a:endParaRPr>
          </a:p>
          <a:p>
            <a:pPr marL="457200" lvl="0" indent="-457200">
              <a:buFont typeface="+mj-lt"/>
              <a:buAutoNum type="arabicPeriod"/>
              <a:tabLst>
                <a:tab pos="457200" algn="l"/>
              </a:tabLst>
            </a:pPr>
            <a:r>
              <a:rPr lang="en-GB" sz="2400" b="1" noProof="0" dirty="0">
                <a:ea typeface="Times New Roman" panose="02020603050405020304" pitchFamily="18" charset="0"/>
              </a:rPr>
              <a:t>Sew two layers of </a:t>
            </a:r>
            <a:r>
              <a:rPr lang="en-GB" sz="2400" b="1" noProof="0" dirty="0" err="1">
                <a:ea typeface="Times New Roman" panose="02020603050405020304" pitchFamily="18" charset="0"/>
              </a:rPr>
              <a:t>tarpauline</a:t>
            </a:r>
            <a:r>
              <a:rPr lang="en-GB" sz="2400" b="1" noProof="0" dirty="0">
                <a:ea typeface="Times New Roman" panose="02020603050405020304" pitchFamily="18" charset="0"/>
              </a:rPr>
              <a:t> in repeated trials and adjust upper tension until you get a fair balanced stitch. Measure thread tension again.</a:t>
            </a:r>
          </a:p>
        </p:txBody>
      </p:sp>
    </p:spTree>
    <p:extLst>
      <p:ext uri="{BB962C8B-B14F-4D97-AF65-F5344CB8AC3E}">
        <p14:creationId xmlns:p14="http://schemas.microsoft.com/office/powerpoint/2010/main" val="1479644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36748-095B-8F63-5EE6-B66427B9ED45}"/>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39060505-53C8-8EA6-5B1A-FAB2B3252A0D}"/>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40</a:t>
            </a:fld>
            <a:endParaRPr lang="en-GB" noProof="0" dirty="0"/>
          </a:p>
        </p:txBody>
      </p:sp>
      <p:sp>
        <p:nvSpPr>
          <p:cNvPr id="6" name="Rektangel: afrundede hjørner 5">
            <a:extLst>
              <a:ext uri="{FF2B5EF4-FFF2-40B4-BE49-F238E27FC236}">
                <a16:creationId xmlns:a16="http://schemas.microsoft.com/office/drawing/2014/main" id="{177267DC-B14E-9F85-9678-FDD02AFAC845}"/>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4430B726-C54F-AD95-92E5-F9207717A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38EBF6FC-857B-3835-5284-594B4285763D}"/>
              </a:ext>
            </a:extLst>
          </p:cNvPr>
          <p:cNvSpPr txBox="1">
            <a:spLocks/>
          </p:cNvSpPr>
          <p:nvPr/>
        </p:nvSpPr>
        <p:spPr>
          <a:xfrm>
            <a:off x="725328" y="725808"/>
            <a:ext cx="7504272"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Typical heavier fabrics </a:t>
            </a:r>
          </a:p>
        </p:txBody>
      </p:sp>
      <p:sp>
        <p:nvSpPr>
          <p:cNvPr id="9" name="Rektangel 8">
            <a:extLst>
              <a:ext uri="{FF2B5EF4-FFF2-40B4-BE49-F238E27FC236}">
                <a16:creationId xmlns:a16="http://schemas.microsoft.com/office/drawing/2014/main" id="{8E77B025-0247-29AC-AC2F-2E417EAA6660}"/>
              </a:ext>
            </a:extLst>
          </p:cNvPr>
          <p:cNvSpPr/>
          <p:nvPr/>
        </p:nvSpPr>
        <p:spPr>
          <a:xfrm>
            <a:off x="610396" y="1415594"/>
            <a:ext cx="8563101" cy="461665"/>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Discussion of different materials and fabrics in room</a:t>
            </a:r>
          </a:p>
        </p:txBody>
      </p:sp>
    </p:spTree>
    <p:extLst>
      <p:ext uri="{BB962C8B-B14F-4D97-AF65-F5344CB8AC3E}">
        <p14:creationId xmlns:p14="http://schemas.microsoft.com/office/powerpoint/2010/main" val="10190542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865B6-0D44-2241-03F7-7734B37F217E}"/>
            </a:ext>
          </a:extLst>
        </p:cNvPr>
        <p:cNvGrpSpPr/>
        <p:nvPr/>
      </p:nvGrpSpPr>
      <p:grpSpPr>
        <a:xfrm>
          <a:off x="0" y="0"/>
          <a:ext cx="0" cy="0"/>
          <a:chOff x="0" y="0"/>
          <a:chExt cx="0" cy="0"/>
        </a:xfrm>
      </p:grpSpPr>
      <p:sp>
        <p:nvSpPr>
          <p:cNvPr id="4" name="Slide Number Placeholder 3" hidden="1">
            <a:extLst>
              <a:ext uri="{FF2B5EF4-FFF2-40B4-BE49-F238E27FC236}">
                <a16:creationId xmlns:a16="http://schemas.microsoft.com/office/drawing/2014/main" id="{6E1C4E05-8814-ADBD-046A-7B09DCAAA873}"/>
              </a:ext>
            </a:extLst>
          </p:cNvPr>
          <p:cNvSpPr>
            <a:spLocks noGrp="1"/>
          </p:cNvSpPr>
          <p:nvPr>
            <p:ph type="sldNum" sz="quarter" idx="12"/>
          </p:nvPr>
        </p:nvSpPr>
        <p:spPr/>
        <p:txBody>
          <a:bodyPr/>
          <a:lstStyle/>
          <a:p>
            <a:pPr>
              <a:spcAft>
                <a:spcPts val="600"/>
              </a:spcAft>
            </a:pPr>
            <a:fld id="{859873C9-BF5D-4A9A-BB31-45BBB7BABAF7}" type="slidenum">
              <a:rPr lang="en-GB" noProof="0" smtClean="0"/>
              <a:pPr>
                <a:spcAft>
                  <a:spcPts val="600"/>
                </a:spcAft>
              </a:pPr>
              <a:t>41</a:t>
            </a:fld>
            <a:endParaRPr lang="en-GB" noProof="0" dirty="0"/>
          </a:p>
        </p:txBody>
      </p:sp>
      <p:sp>
        <p:nvSpPr>
          <p:cNvPr id="6" name="Rektangel: afrundede hjørner 5">
            <a:extLst>
              <a:ext uri="{FF2B5EF4-FFF2-40B4-BE49-F238E27FC236}">
                <a16:creationId xmlns:a16="http://schemas.microsoft.com/office/drawing/2014/main" id="{64D41FF8-E26C-6B92-F349-A404BC21B946}"/>
              </a:ext>
            </a:extLst>
          </p:cNvPr>
          <p:cNvSpPr/>
          <p:nvPr/>
        </p:nvSpPr>
        <p:spPr>
          <a:xfrm>
            <a:off x="466725" y="152400"/>
            <a:ext cx="1866900" cy="52387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dirty="0"/>
          </a:p>
        </p:txBody>
      </p:sp>
      <p:pic>
        <p:nvPicPr>
          <p:cNvPr id="3" name="Billede 2">
            <a:extLst>
              <a:ext uri="{FF2B5EF4-FFF2-40B4-BE49-F238E27FC236}">
                <a16:creationId xmlns:a16="http://schemas.microsoft.com/office/drawing/2014/main" id="{1B59837A-3B60-2E9D-F825-C61A81373B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8256" y="152400"/>
            <a:ext cx="2909899" cy="787879"/>
          </a:xfrm>
          <a:prstGeom prst="rect">
            <a:avLst/>
          </a:prstGeom>
        </p:spPr>
      </p:pic>
      <p:sp>
        <p:nvSpPr>
          <p:cNvPr id="8" name="Title 1">
            <a:extLst>
              <a:ext uri="{FF2B5EF4-FFF2-40B4-BE49-F238E27FC236}">
                <a16:creationId xmlns:a16="http://schemas.microsoft.com/office/drawing/2014/main" id="{49D61789-0A66-DCBE-B72D-CBDF5EC5CA0D}"/>
              </a:ext>
            </a:extLst>
          </p:cNvPr>
          <p:cNvSpPr txBox="1">
            <a:spLocks/>
          </p:cNvSpPr>
          <p:nvPr/>
        </p:nvSpPr>
        <p:spPr>
          <a:xfrm>
            <a:off x="725328" y="725808"/>
            <a:ext cx="7504272" cy="523875"/>
          </a:xfrm>
          <a:prstGeom prst="rect">
            <a:avLst/>
          </a:prstGeom>
        </p:spPr>
        <p:txBody>
          <a:bodyPr vert="horz" lIns="0" tIns="0" rIns="0" bIns="0" rtlCol="0" anchor="t" anchorCtr="0">
            <a:noAutofit/>
          </a:bodyPr>
          <a:lstStyle>
            <a:lvl1pPr algn="l" defTabSz="289322" rtl="0" eaLnBrk="1" latinLnBrk="0" hangingPunct="1">
              <a:lnSpc>
                <a:spcPct val="83000"/>
              </a:lnSpc>
              <a:spcBef>
                <a:spcPct val="0"/>
              </a:spcBef>
              <a:buNone/>
              <a:defRPr sz="1108" b="1" kern="1200">
                <a:solidFill>
                  <a:srgbClr val="000C2E"/>
                </a:solidFill>
                <a:latin typeface="+mj-lt"/>
                <a:ea typeface="+mj-ea"/>
                <a:cs typeface="+mj-cs"/>
              </a:defRPr>
            </a:lvl1pPr>
          </a:lstStyle>
          <a:p>
            <a:r>
              <a:rPr lang="en-GB" sz="3200" dirty="0"/>
              <a:t>Sewing machines here exercise 3</a:t>
            </a:r>
          </a:p>
        </p:txBody>
      </p:sp>
      <p:sp>
        <p:nvSpPr>
          <p:cNvPr id="9" name="Rektangel 8">
            <a:extLst>
              <a:ext uri="{FF2B5EF4-FFF2-40B4-BE49-F238E27FC236}">
                <a16:creationId xmlns:a16="http://schemas.microsoft.com/office/drawing/2014/main" id="{16556D36-2A24-F00C-DCC7-5AAE5956B3EB}"/>
              </a:ext>
            </a:extLst>
          </p:cNvPr>
          <p:cNvSpPr/>
          <p:nvPr/>
        </p:nvSpPr>
        <p:spPr>
          <a:xfrm>
            <a:off x="610396" y="1415594"/>
            <a:ext cx="11367759" cy="4154984"/>
          </a:xfrm>
          <a:prstGeom prst="rect">
            <a:avLst/>
          </a:prstGeom>
        </p:spPr>
        <p:txBody>
          <a:bodyPr wrap="square">
            <a:spAutoFit/>
          </a:bodyPr>
          <a:lstStyle/>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Sew with </a:t>
            </a:r>
            <a:r>
              <a:rPr lang="en-GB" sz="2400" b="1" dirty="0" err="1">
                <a:ea typeface="Times New Roman" panose="02020603050405020304" pitchFamily="18" charset="0"/>
              </a:rPr>
              <a:t>Serafil</a:t>
            </a:r>
            <a:r>
              <a:rPr lang="en-GB" sz="2400" b="1" dirty="0">
                <a:ea typeface="Times New Roman" panose="02020603050405020304" pitchFamily="18" charset="0"/>
              </a:rPr>
              <a:t> 20 thread and 140/22 needles and only with the two heavy duty sewing machines.</a:t>
            </a: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Max thickness fabrics:</a:t>
            </a:r>
            <a:br>
              <a:rPr lang="en-GB" sz="2400" b="1" dirty="0">
                <a:ea typeface="Times New Roman" panose="02020603050405020304" pitchFamily="18" charset="0"/>
              </a:rPr>
            </a:br>
            <a:r>
              <a:rPr lang="en-GB" sz="2400" b="1" dirty="0">
                <a:ea typeface="Times New Roman" panose="02020603050405020304" pitchFamily="18" charset="0"/>
              </a:rPr>
              <a:t>Singer 201 – max 5 mm – try other presser foot too</a:t>
            </a:r>
            <a:br>
              <a:rPr lang="en-GB" sz="2400" b="1" dirty="0">
                <a:ea typeface="Times New Roman" panose="02020603050405020304" pitchFamily="18" charset="0"/>
              </a:rPr>
            </a:br>
            <a:r>
              <a:rPr lang="en-GB" sz="2400" b="1" noProof="0" dirty="0" err="1">
                <a:ea typeface="Times New Roman" panose="02020603050405020304" pitchFamily="18" charset="0"/>
              </a:rPr>
              <a:t>Durkopp</a:t>
            </a:r>
            <a:r>
              <a:rPr lang="en-GB" sz="2400" b="1" noProof="0" dirty="0">
                <a:ea typeface="Times New Roman" panose="02020603050405020304" pitchFamily="18" charset="0"/>
              </a:rPr>
              <a:t> 291 – max 10 mm</a:t>
            </a:r>
          </a:p>
          <a:p>
            <a:pPr marL="342900" lvl="0" indent="-342900">
              <a:buFont typeface="Arial" panose="020B0604020202020204" pitchFamily="34" charset="0"/>
              <a:buChar char="•"/>
              <a:tabLst>
                <a:tab pos="457200" algn="l"/>
              </a:tabLst>
            </a:pPr>
            <a:endParaRPr lang="en-GB" sz="2400" b="1"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noProof="0" dirty="0">
                <a:ea typeface="Times New Roman" panose="02020603050405020304" pitchFamily="18" charset="0"/>
              </a:rPr>
              <a:t>Thread tensions bobbin thread: 0.5 N (perhaps increase to 1 N)</a:t>
            </a: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Thread tension start: 8 N</a:t>
            </a:r>
          </a:p>
          <a:p>
            <a:pPr marL="342900" lvl="0" indent="-342900">
              <a:buFont typeface="Arial" panose="020B0604020202020204" pitchFamily="34" charset="0"/>
              <a:buChar char="•"/>
              <a:tabLst>
                <a:tab pos="457200" algn="l"/>
              </a:tabLst>
            </a:pPr>
            <a:endParaRPr lang="en-GB" sz="2400" b="1" noProof="0" dirty="0">
              <a:ea typeface="Times New Roman" panose="02020603050405020304" pitchFamily="18" charset="0"/>
            </a:endParaRPr>
          </a:p>
          <a:p>
            <a:pPr marL="342900" lvl="0" indent="-342900">
              <a:buFont typeface="Arial" panose="020B0604020202020204" pitchFamily="34" charset="0"/>
              <a:buChar char="•"/>
              <a:tabLst>
                <a:tab pos="457200" algn="l"/>
              </a:tabLst>
            </a:pPr>
            <a:r>
              <a:rPr lang="en-GB" sz="2400" b="1" dirty="0">
                <a:ea typeface="Times New Roman" panose="02020603050405020304" pitchFamily="18" charset="0"/>
              </a:rPr>
              <a:t>Try to get a fair balanced stitch</a:t>
            </a:r>
            <a:endParaRPr lang="en-GB" sz="2400" b="1" noProof="0" dirty="0">
              <a:ea typeface="Times New Roman" panose="02020603050405020304" pitchFamily="18" charset="0"/>
            </a:endParaRPr>
          </a:p>
        </p:txBody>
      </p:sp>
    </p:spTree>
    <p:extLst>
      <p:ext uri="{BB962C8B-B14F-4D97-AF65-F5344CB8AC3E}">
        <p14:creationId xmlns:p14="http://schemas.microsoft.com/office/powerpoint/2010/main" val="12241861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SUBGRID]" val="[SubGrid]"/>
</p:tagLst>
</file>

<file path=ppt/tags/tag17.xml><?xml version="1.0" encoding="utf-8"?>
<p:tagLst xmlns:a="http://schemas.openxmlformats.org/drawingml/2006/main" xmlns:r="http://schemas.openxmlformats.org/officeDocument/2006/relationships" xmlns:p="http://schemas.openxmlformats.org/presentationml/2006/main">
  <p:tag name="[SUBGRID]" val="[SubGrid]"/>
</p:tagLst>
</file>

<file path=ppt/tags/tag18.xml><?xml version="1.0" encoding="utf-8"?>
<p:tagLst xmlns:a="http://schemas.openxmlformats.org/drawingml/2006/main" xmlns:r="http://schemas.openxmlformats.org/officeDocument/2006/relationships" xmlns:p="http://schemas.openxmlformats.org/presentationml/2006/main">
  <p:tag name="[SUBGRID]" val="[SubGrid]"/>
</p:tagLst>
</file>

<file path=ppt/tags/tag19.xml><?xml version="1.0" encoding="utf-8"?>
<p:tagLst xmlns:a="http://schemas.openxmlformats.org/drawingml/2006/main" xmlns:r="http://schemas.openxmlformats.org/officeDocument/2006/relationships" xmlns:p="http://schemas.openxmlformats.org/presentationml/2006/main">
  <p:tag name="[SUBGRID]" val="[SubGrid]"/>
</p:tagLst>
</file>

<file path=ppt/tags/tag20.xml><?xml version="1.0" encoding="utf-8"?>
<p:tagLst xmlns:a="http://schemas.openxmlformats.org/drawingml/2006/main" xmlns:r="http://schemas.openxmlformats.org/officeDocument/2006/relationships" xmlns:p="http://schemas.openxmlformats.org/presentationml/2006/main">
  <p:tag name="[SUBGRID]" val="[SubGrid]"/>
</p:tagLst>
</file>

<file path=ppt/tags/tag21.xml><?xml version="1.0" encoding="utf-8"?>
<p:tagLst xmlns:a="http://schemas.openxmlformats.org/drawingml/2006/main" xmlns:r="http://schemas.openxmlformats.org/officeDocument/2006/relationships" xmlns:p="http://schemas.openxmlformats.org/presentationml/2006/main">
  <p:tag name="[SUBGRID]" val="[SubGrid]"/>
</p:tagLst>
</file>

<file path=ppt/tags/tag22.xml><?xml version="1.0" encoding="utf-8"?>
<p:tagLst xmlns:a="http://schemas.openxmlformats.org/drawingml/2006/main" xmlns:r="http://schemas.openxmlformats.org/officeDocument/2006/relationships" xmlns:p="http://schemas.openxmlformats.org/presentationml/2006/main">
  <p:tag name="[SUBGRID]" val="[SubGrid]"/>
</p:tagLst>
</file>

<file path=ppt/tags/tag23.xml><?xml version="1.0" encoding="utf-8"?>
<p:tagLst xmlns:a="http://schemas.openxmlformats.org/drawingml/2006/main" xmlns:r="http://schemas.openxmlformats.org/officeDocument/2006/relationships" xmlns:p="http://schemas.openxmlformats.org/presentationml/2006/main">
  <p:tag name="[SUBGRID]" val="[SubGrid]"/>
</p:tagLst>
</file>

<file path=ppt/tags/tag24.xml><?xml version="1.0" encoding="utf-8"?>
<p:tagLst xmlns:a="http://schemas.openxmlformats.org/drawingml/2006/main" xmlns:r="http://schemas.openxmlformats.org/officeDocument/2006/relationships" xmlns:p="http://schemas.openxmlformats.org/presentationml/2006/main">
  <p:tag name="[SUBGRID]" val="[SubGrid]"/>
</p:tagLst>
</file>

<file path=ppt/tags/tag25.xml><?xml version="1.0" encoding="utf-8"?>
<p:tagLst xmlns:a="http://schemas.openxmlformats.org/drawingml/2006/main" xmlns:r="http://schemas.openxmlformats.org/officeDocument/2006/relationships" xmlns:p="http://schemas.openxmlformats.org/presentationml/2006/main">
  <p:tag name="[SUBGRID]" val="[SubGrid]"/>
</p:tagLst>
</file>

<file path=ppt/tags/tag26.xml><?xml version="1.0" encoding="utf-8"?>
<p:tagLst xmlns:a="http://schemas.openxmlformats.org/drawingml/2006/main" xmlns:r="http://schemas.openxmlformats.org/officeDocument/2006/relationships" xmlns:p="http://schemas.openxmlformats.org/presentationml/2006/main">
  <p:tag name="[SUBGRID]" val="[SubGrid]"/>
</p:tagLst>
</file>

<file path=ppt/theme/theme1.xml><?xml version="1.0" encoding="utf-8"?>
<a:theme xmlns:a="http://schemas.openxmlformats.org/drawingml/2006/main" name="Blank">
  <a:themeElements>
    <a:clrScheme name="KK 1">
      <a:dk1>
        <a:sysClr val="windowText" lastClr="000000"/>
      </a:dk1>
      <a:lt1>
        <a:sysClr val="window" lastClr="FFFFFF"/>
      </a:lt1>
      <a:dk2>
        <a:srgbClr val="0094FD"/>
      </a:dk2>
      <a:lt2>
        <a:srgbClr val="FFEA8C"/>
      </a:lt2>
      <a:accent1>
        <a:srgbClr val="D2B853"/>
      </a:accent1>
      <a:accent2>
        <a:srgbClr val="000C2E"/>
      </a:accent2>
      <a:accent3>
        <a:srgbClr val="0094FD"/>
      </a:accent3>
      <a:accent4>
        <a:srgbClr val="D72232"/>
      </a:accent4>
      <a:accent5>
        <a:srgbClr val="0DC684"/>
      </a:accent5>
      <a:accent6>
        <a:srgbClr val="7C4AFF"/>
      </a:accent6>
      <a:hlink>
        <a:srgbClr val="000C2E"/>
      </a:hlink>
      <a:folHlink>
        <a:srgbClr val="000C2E"/>
      </a:folHlink>
    </a:clrScheme>
    <a:fontScheme name="KBH Black/Medium">
      <a:majorFont>
        <a:latin typeface="KBH Black"/>
        <a:ea typeface=""/>
        <a:cs typeface=""/>
      </a:majorFont>
      <a:minorFont>
        <a:latin typeface="KBH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KK skabelon Nyt design.potx" id="{CFBB60E3-7867-45B0-9725-AB52CF38C008}" vid="{4530CCDF-2D08-4DF8-AB6F-A8ED0A08DAA7}"/>
    </a:ext>
  </a:extLst>
</a:theme>
</file>

<file path=ppt/theme/theme2.xml><?xml version="1.0" encoding="utf-8"?>
<a:theme xmlns:a="http://schemas.openxmlformats.org/drawingml/2006/main" name="UK Blank">
  <a:themeElements>
    <a:clrScheme name="KK 1">
      <a:dk1>
        <a:sysClr val="windowText" lastClr="000000"/>
      </a:dk1>
      <a:lt1>
        <a:sysClr val="window" lastClr="FFFFFF"/>
      </a:lt1>
      <a:dk2>
        <a:srgbClr val="0094FD"/>
      </a:dk2>
      <a:lt2>
        <a:srgbClr val="FFEA8C"/>
      </a:lt2>
      <a:accent1>
        <a:srgbClr val="D2B853"/>
      </a:accent1>
      <a:accent2>
        <a:srgbClr val="000C2E"/>
      </a:accent2>
      <a:accent3>
        <a:srgbClr val="0094FD"/>
      </a:accent3>
      <a:accent4>
        <a:srgbClr val="D72232"/>
      </a:accent4>
      <a:accent5>
        <a:srgbClr val="0DC684"/>
      </a:accent5>
      <a:accent6>
        <a:srgbClr val="7C4AFF"/>
      </a:accent6>
      <a:hlink>
        <a:srgbClr val="000C2E"/>
      </a:hlink>
      <a:folHlink>
        <a:srgbClr val="000C2E"/>
      </a:folHlink>
    </a:clrScheme>
    <a:fontScheme name="KBH Black/Medium">
      <a:majorFont>
        <a:latin typeface="KBH Black"/>
        <a:ea typeface=""/>
        <a:cs typeface=""/>
      </a:majorFont>
      <a:minorFont>
        <a:latin typeface="KBH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KK skabelon Nyt design.potx" id="{CFBB60E3-7867-45B0-9725-AB52CF38C008}" vid="{0F149701-75FB-4D87-889C-A25336877B65}"/>
    </a:ext>
  </a:extLst>
</a:theme>
</file>

<file path=ppt/theme/theme3.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02AF2CCE39CA3408225E547C33AE013" ma:contentTypeVersion="10" ma:contentTypeDescription="Opret et nyt dokument." ma:contentTypeScope="" ma:versionID="109b7eb7091c0399ffc8fa706cebb676">
  <xsd:schema xmlns:xsd="http://www.w3.org/2001/XMLSchema" xmlns:xs="http://www.w3.org/2001/XMLSchema" xmlns:p="http://schemas.microsoft.com/office/2006/metadata/properties" xmlns:ns3="6b5fc41a-d9f0-42f5-9f81-fd077e0fabad" targetNamespace="http://schemas.microsoft.com/office/2006/metadata/properties" ma:root="true" ma:fieldsID="241bb26a617d62a779e0e1a960e67178" ns3:_="">
    <xsd:import namespace="6b5fc41a-d9f0-42f5-9f81-fd077e0faba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5fc41a-d9f0-42f5-9f81-fd077e0fab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59E4CC-7038-4F50-B7F5-545400012D06}">
  <ds:schemaRefs>
    <ds:schemaRef ds:uri="http://schemas.microsoft.com/sharepoint/v3/contenttype/forms"/>
  </ds:schemaRefs>
</ds:datastoreItem>
</file>

<file path=customXml/itemProps2.xml><?xml version="1.0" encoding="utf-8"?>
<ds:datastoreItem xmlns:ds="http://schemas.openxmlformats.org/officeDocument/2006/customXml" ds:itemID="{2CAAE049-2F16-4D62-B5F8-29DE3BB078E0}">
  <ds:schemaRefs>
    <ds:schemaRef ds:uri="http://purl.org/dc/dcmitype/"/>
    <ds:schemaRef ds:uri="http://www.w3.org/XML/1998/namespace"/>
    <ds:schemaRef ds:uri="http://schemas.microsoft.com/office/2006/documentManagement/types"/>
    <ds:schemaRef ds:uri="http://purl.org/dc/terms/"/>
    <ds:schemaRef ds:uri="6b5fc41a-d9f0-42f5-9f81-fd077e0fabad"/>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2538DB30-3DA1-4369-8373-38D1914639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5fc41a-d9f0-42f5-9f81-fd077e0fa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2688</Words>
  <Application>Microsoft Office PowerPoint</Application>
  <PresentationFormat>Widescreen</PresentationFormat>
  <Paragraphs>458</Paragraphs>
  <Slides>41</Slides>
  <Notes>40</Notes>
  <HiddenSlides>0</HiddenSlides>
  <MMClips>0</MMClips>
  <ScaleCrop>false</ScaleCrop>
  <HeadingPairs>
    <vt:vector size="6" baseType="variant">
      <vt:variant>
        <vt:lpstr>Benyttede skrifttyper</vt:lpstr>
      </vt:variant>
      <vt:variant>
        <vt:i4>7</vt:i4>
      </vt:variant>
      <vt:variant>
        <vt:lpstr>Tema</vt:lpstr>
      </vt:variant>
      <vt:variant>
        <vt:i4>2</vt:i4>
      </vt:variant>
      <vt:variant>
        <vt:lpstr>Slidetitler</vt:lpstr>
      </vt:variant>
      <vt:variant>
        <vt:i4>41</vt:i4>
      </vt:variant>
    </vt:vector>
  </HeadingPairs>
  <TitlesOfParts>
    <vt:vector size="50" baseType="lpstr">
      <vt:lpstr>KBH Tekst</vt:lpstr>
      <vt:lpstr>KBH</vt:lpstr>
      <vt:lpstr>Arial</vt:lpstr>
      <vt:lpstr>KBH Black</vt:lpstr>
      <vt:lpstr>Times New Roman</vt:lpstr>
      <vt:lpstr>KBH Medium</vt:lpstr>
      <vt:lpstr>Lato</vt:lpstr>
      <vt:lpstr>Blank</vt:lpstr>
      <vt:lpstr>UK Blank</vt:lpstr>
      <vt:lpstr>Fablab course on sewing machines</vt:lpstr>
      <vt:lpstr>Participants, presentation </vt:lpstr>
      <vt:lpstr>Schedule  </vt:lpstr>
      <vt:lpstr>Sewing machine mechanics </vt:lpstr>
      <vt:lpstr>Sewing machine mechanics </vt:lpstr>
      <vt:lpstr>Sewing machine mechanics </vt:lpstr>
      <vt:lpstr>Sewing machine mechanics </vt:lpstr>
      <vt:lpstr>Sewing machine needles </vt:lpstr>
      <vt:lpstr>Long Shuttle Sewing Machines </vt:lpstr>
      <vt:lpstr>Vintage sewing machines </vt:lpstr>
      <vt:lpstr>Basic safety principles </vt:lpstr>
      <vt:lpstr>Basic safety principles </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2020-04-16T18:30:08Z</dcterms:created>
  <dcterms:modified xsi:type="dcterms:W3CDTF">2026-04-19T20:21:16Z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0x010100B02AF2CCE39CA3408225E547C33AE013</vt:lpwstr>
  </property>
</Properties>
</file>